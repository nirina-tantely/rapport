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handoutMasterIdLst>
    <p:handoutMasterId r:id="rId41"/>
  </p:handoutMasterIdLst>
  <p:sldIdLst>
    <p:sldId id="484" r:id="rId2"/>
    <p:sldId id="596" r:id="rId3"/>
    <p:sldId id="487" r:id="rId4"/>
    <p:sldId id="597" r:id="rId5"/>
    <p:sldId id="610" r:id="rId6"/>
    <p:sldId id="611" r:id="rId7"/>
    <p:sldId id="552" r:id="rId8"/>
    <p:sldId id="561" r:id="rId9"/>
    <p:sldId id="632" r:id="rId10"/>
    <p:sldId id="598" r:id="rId11"/>
    <p:sldId id="624" r:id="rId12"/>
    <p:sldId id="625" r:id="rId13"/>
    <p:sldId id="627" r:id="rId14"/>
    <p:sldId id="628" r:id="rId15"/>
    <p:sldId id="626" r:id="rId16"/>
    <p:sldId id="629" r:id="rId17"/>
    <p:sldId id="630" r:id="rId18"/>
    <p:sldId id="631" r:id="rId19"/>
    <p:sldId id="646" r:id="rId20"/>
    <p:sldId id="623" r:id="rId21"/>
    <p:sldId id="633" r:id="rId22"/>
    <p:sldId id="634" r:id="rId23"/>
    <p:sldId id="635" r:id="rId24"/>
    <p:sldId id="637" r:id="rId25"/>
    <p:sldId id="638" r:id="rId26"/>
    <p:sldId id="639" r:id="rId27"/>
    <p:sldId id="636" r:id="rId28"/>
    <p:sldId id="640" r:id="rId29"/>
    <p:sldId id="641" r:id="rId30"/>
    <p:sldId id="642" r:id="rId31"/>
    <p:sldId id="643" r:id="rId32"/>
    <p:sldId id="644" r:id="rId33"/>
    <p:sldId id="647" r:id="rId34"/>
    <p:sldId id="650" r:id="rId35"/>
    <p:sldId id="651" r:id="rId36"/>
    <p:sldId id="648" r:id="rId37"/>
    <p:sldId id="584" r:id="rId38"/>
    <p:sldId id="622" r:id="rId39"/>
  </p:sldIdLst>
  <p:sldSz cx="18288000" cy="10296525"/>
  <p:notesSz cx="7099300" cy="10234613"/>
  <p:defaultTextStyle>
    <a:defPPr>
      <a:defRPr lang="en-US"/>
    </a:defPPr>
    <a:lvl1pPr marL="0" algn="l" defTabSz="912834" rtl="0" eaLnBrk="1" latinLnBrk="0" hangingPunct="1">
      <a:defRPr sz="3600" kern="1200">
        <a:solidFill>
          <a:schemeClr val="tx1"/>
        </a:solidFill>
        <a:latin typeface="+mn-lt"/>
        <a:ea typeface="+mn-ea"/>
        <a:cs typeface="+mn-cs"/>
      </a:defRPr>
    </a:lvl1pPr>
    <a:lvl2pPr marL="912834" algn="l" defTabSz="912834" rtl="0" eaLnBrk="1" latinLnBrk="0" hangingPunct="1">
      <a:defRPr sz="3600" kern="1200">
        <a:solidFill>
          <a:schemeClr val="tx1"/>
        </a:solidFill>
        <a:latin typeface="+mn-lt"/>
        <a:ea typeface="+mn-ea"/>
        <a:cs typeface="+mn-cs"/>
      </a:defRPr>
    </a:lvl2pPr>
    <a:lvl3pPr marL="1825692" algn="l" defTabSz="912834" rtl="0" eaLnBrk="1" latinLnBrk="0" hangingPunct="1">
      <a:defRPr sz="3600" kern="1200">
        <a:solidFill>
          <a:schemeClr val="tx1"/>
        </a:solidFill>
        <a:latin typeface="+mn-lt"/>
        <a:ea typeface="+mn-ea"/>
        <a:cs typeface="+mn-cs"/>
      </a:defRPr>
    </a:lvl3pPr>
    <a:lvl4pPr marL="2738541" algn="l" defTabSz="912834" rtl="0" eaLnBrk="1" latinLnBrk="0" hangingPunct="1">
      <a:defRPr sz="3600" kern="1200">
        <a:solidFill>
          <a:schemeClr val="tx1"/>
        </a:solidFill>
        <a:latin typeface="+mn-lt"/>
        <a:ea typeface="+mn-ea"/>
        <a:cs typeface="+mn-cs"/>
      </a:defRPr>
    </a:lvl4pPr>
    <a:lvl5pPr marL="3651375" algn="l" defTabSz="912834" rtl="0" eaLnBrk="1" latinLnBrk="0" hangingPunct="1">
      <a:defRPr sz="3600" kern="1200">
        <a:solidFill>
          <a:schemeClr val="tx1"/>
        </a:solidFill>
        <a:latin typeface="+mn-lt"/>
        <a:ea typeface="+mn-ea"/>
        <a:cs typeface="+mn-cs"/>
      </a:defRPr>
    </a:lvl5pPr>
    <a:lvl6pPr marL="4564219" algn="l" defTabSz="912834" rtl="0" eaLnBrk="1" latinLnBrk="0" hangingPunct="1">
      <a:defRPr sz="3600" kern="1200">
        <a:solidFill>
          <a:schemeClr val="tx1"/>
        </a:solidFill>
        <a:latin typeface="+mn-lt"/>
        <a:ea typeface="+mn-ea"/>
        <a:cs typeface="+mn-cs"/>
      </a:defRPr>
    </a:lvl6pPr>
    <a:lvl7pPr marL="5477071" algn="l" defTabSz="912834" rtl="0" eaLnBrk="1" latinLnBrk="0" hangingPunct="1">
      <a:defRPr sz="3600" kern="1200">
        <a:solidFill>
          <a:schemeClr val="tx1"/>
        </a:solidFill>
        <a:latin typeface="+mn-lt"/>
        <a:ea typeface="+mn-ea"/>
        <a:cs typeface="+mn-cs"/>
      </a:defRPr>
    </a:lvl7pPr>
    <a:lvl8pPr marL="6389912" algn="l" defTabSz="912834" rtl="0" eaLnBrk="1" latinLnBrk="0" hangingPunct="1">
      <a:defRPr sz="3600" kern="1200">
        <a:solidFill>
          <a:schemeClr val="tx1"/>
        </a:solidFill>
        <a:latin typeface="+mn-lt"/>
        <a:ea typeface="+mn-ea"/>
        <a:cs typeface="+mn-cs"/>
      </a:defRPr>
    </a:lvl8pPr>
    <a:lvl9pPr marL="7302754" algn="l" defTabSz="912834"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3" userDrawn="1">
          <p15:clr>
            <a:srgbClr val="A4A3A4"/>
          </p15:clr>
        </p15:guide>
        <p15:guide id="2" pos="576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NDRIAMAHARAVOMANANA, Tantely" initials="RT" lastIdx="1" clrIdx="0">
    <p:extLst>
      <p:ext uri="{19B8F6BF-5375-455C-9EA6-DF929625EA0E}">
        <p15:presenceInfo xmlns:p15="http://schemas.microsoft.com/office/powerpoint/2012/main" userId="S-1-5-21-1531082355-734649621-3782574898-269495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2AFE9"/>
    <a:srgbClr val="F79646"/>
    <a:srgbClr val="B70132"/>
    <a:srgbClr val="828282"/>
    <a:srgbClr val="C0504D"/>
    <a:srgbClr val="00B0F0"/>
    <a:srgbClr val="39CFB6"/>
    <a:srgbClr val="2CB69F"/>
    <a:srgbClr val="46D3DA"/>
    <a:srgbClr val="7BE1C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96" autoAdjust="0"/>
    <p:restoredTop sz="95284" autoAdjust="0"/>
  </p:normalViewPr>
  <p:slideViewPr>
    <p:cSldViewPr snapToObjects="1">
      <p:cViewPr varScale="1">
        <p:scale>
          <a:sx n="55" d="100"/>
          <a:sy n="55" d="100"/>
        </p:scale>
        <p:origin x="744" y="34"/>
      </p:cViewPr>
      <p:guideLst>
        <p:guide orient="horz" pos="3243"/>
        <p:guide pos="5760"/>
      </p:guideLst>
    </p:cSldViewPr>
  </p:slideViewPr>
  <p:outlineViewPr>
    <p:cViewPr>
      <p:scale>
        <a:sx n="33" d="100"/>
        <a:sy n="33" d="100"/>
      </p:scale>
      <p:origin x="0" y="54972"/>
    </p:cViewPr>
    <p:sldLst>
      <p:sld r:id="rId1" collapse="1"/>
    </p:sldLst>
  </p:outlineViewPr>
  <p:notesTextViewPr>
    <p:cViewPr>
      <p:scale>
        <a:sx n="3" d="2"/>
        <a:sy n="3" d="2"/>
      </p:scale>
      <p:origin x="0" y="0"/>
    </p:cViewPr>
  </p:notesTextViewPr>
  <p:sorterViewPr>
    <p:cViewPr>
      <p:scale>
        <a:sx n="50" d="100"/>
        <a:sy n="50" d="100"/>
      </p:scale>
      <p:origin x="0" y="0"/>
    </p:cViewPr>
  </p:sorterViewPr>
  <p:notesViewPr>
    <p:cSldViewPr snapToObjects="1">
      <p:cViewPr>
        <p:scale>
          <a:sx n="80" d="100"/>
          <a:sy n="80" d="100"/>
        </p:scale>
        <p:origin x="2698" y="-1378"/>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4021138" y="0"/>
            <a:ext cx="3076575" cy="511175"/>
          </a:xfrm>
          <a:prstGeom prst="rect">
            <a:avLst/>
          </a:prstGeom>
        </p:spPr>
        <p:txBody>
          <a:bodyPr vert="horz" lIns="91440" tIns="45720" rIns="91440" bIns="45720" rtlCol="0"/>
          <a:lstStyle>
            <a:lvl1pPr algn="r">
              <a:defRPr sz="1200"/>
            </a:lvl1pPr>
          </a:lstStyle>
          <a:p>
            <a:fld id="{6E55B013-6368-4E48-8A86-62899D9C1DF3}" type="datetimeFigureOut">
              <a:rPr lang="fr-FR" smtClean="0"/>
              <a:pPr/>
              <a:t>04/07/2017</a:t>
            </a:fld>
            <a:endParaRPr lang="fr-FR"/>
          </a:p>
        </p:txBody>
      </p:sp>
      <p:sp>
        <p:nvSpPr>
          <p:cNvPr id="4" name="Espace réservé du pied de page 3"/>
          <p:cNvSpPr>
            <a:spLocks noGrp="1"/>
          </p:cNvSpPr>
          <p:nvPr>
            <p:ph type="ftr" sz="quarter" idx="2"/>
          </p:nvPr>
        </p:nvSpPr>
        <p:spPr>
          <a:xfrm>
            <a:off x="0" y="9721850"/>
            <a:ext cx="3076575" cy="511175"/>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4021138" y="9721850"/>
            <a:ext cx="3076575" cy="511175"/>
          </a:xfrm>
          <a:prstGeom prst="rect">
            <a:avLst/>
          </a:prstGeom>
        </p:spPr>
        <p:txBody>
          <a:bodyPr vert="horz" lIns="91440" tIns="45720" rIns="91440" bIns="45720" rtlCol="0" anchor="b"/>
          <a:lstStyle>
            <a:lvl1pPr algn="r">
              <a:defRPr sz="1200"/>
            </a:lvl1pPr>
          </a:lstStyle>
          <a:p>
            <a:fld id="{7C9DA158-E498-45BE-8628-4C79059B5D43}" type="slidenum">
              <a:rPr lang="fr-FR" smtClean="0"/>
              <a:pPr/>
              <a:t>‹N°›</a:t>
            </a:fld>
            <a:endParaRPr lang="fr-FR"/>
          </a:p>
        </p:txBody>
      </p:sp>
    </p:spTree>
    <p:extLst>
      <p:ext uri="{BB962C8B-B14F-4D97-AF65-F5344CB8AC3E}">
        <p14:creationId xmlns:p14="http://schemas.microsoft.com/office/powerpoint/2010/main" val="12263451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dirty="0"/>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52BE12AE-E2C1-A140-92AF-5C7FED58F9EE}" type="datetimeFigureOut">
              <a:rPr lang="en-US" smtClean="0"/>
              <a:pPr/>
              <a:t>7/4/2017</a:t>
            </a:fld>
            <a:endParaRPr lang="en-US" dirty="0"/>
          </a:p>
        </p:txBody>
      </p:sp>
      <p:sp>
        <p:nvSpPr>
          <p:cNvPr id="4" name="Slide Image Placeholder 3"/>
          <p:cNvSpPr>
            <a:spLocks noGrp="1" noRot="1" noChangeAspect="1"/>
          </p:cNvSpPr>
          <p:nvPr>
            <p:ph type="sldImg" idx="2"/>
          </p:nvPr>
        </p:nvSpPr>
        <p:spPr>
          <a:xfrm>
            <a:off x="142875" y="768350"/>
            <a:ext cx="6813550" cy="3836988"/>
          </a:xfrm>
          <a:prstGeom prst="rect">
            <a:avLst/>
          </a:prstGeom>
          <a:noFill/>
          <a:ln w="12700">
            <a:solidFill>
              <a:prstClr val="black"/>
            </a:solidFill>
          </a:ln>
        </p:spPr>
        <p:txBody>
          <a:bodyPr vert="horz" lIns="99048" tIns="49524" rIns="99048" bIns="49524" rtlCol="0" anchor="ctr"/>
          <a:lstStyle/>
          <a:p>
            <a:endParaRPr lang="en-US" dirty="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fr-FR" smtClean="0"/>
              <a:t>Click to edit Master text styles</a:t>
            </a:r>
          </a:p>
          <a:p>
            <a:pPr lvl="1"/>
            <a:r>
              <a:rPr lang="fr-FR" smtClean="0"/>
              <a:t>Second level</a:t>
            </a:r>
          </a:p>
          <a:p>
            <a:pPr lvl="2"/>
            <a:r>
              <a:rPr lang="fr-FR" smtClean="0"/>
              <a:t>Third level</a:t>
            </a:r>
          </a:p>
          <a:p>
            <a:pPr lvl="3"/>
            <a:r>
              <a:rPr lang="fr-FR" smtClean="0"/>
              <a:t>Fourth level</a:t>
            </a:r>
          </a:p>
          <a:p>
            <a:pPr lvl="4"/>
            <a:r>
              <a:rPr lang="fr-FR" smtClean="0"/>
              <a:t>Fifth level</a:t>
            </a:r>
            <a:endParaRPr lang="en-US"/>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6E708EC9-032B-F246-A81F-6A66D984D144}" type="slidenum">
              <a:rPr lang="en-US" smtClean="0"/>
              <a:pPr/>
              <a:t>‹N°›</a:t>
            </a:fld>
            <a:endParaRPr lang="en-US" dirty="0"/>
          </a:p>
        </p:txBody>
      </p:sp>
    </p:spTree>
    <p:extLst>
      <p:ext uri="{BB962C8B-B14F-4D97-AF65-F5344CB8AC3E}">
        <p14:creationId xmlns:p14="http://schemas.microsoft.com/office/powerpoint/2010/main" val="2595369404"/>
      </p:ext>
    </p:extLst>
  </p:cSld>
  <p:clrMap bg1="lt1" tx1="dk1" bg2="lt2" tx2="dk2" accent1="accent1" accent2="accent2" accent3="accent3" accent4="accent4" accent5="accent5" accent6="accent6" hlink="hlink" folHlink="folHlink"/>
  <p:notesStyle>
    <a:lvl1pPr marL="0" algn="l" defTabSz="912834" rtl="0" eaLnBrk="1" latinLnBrk="0" hangingPunct="1">
      <a:defRPr sz="2400" kern="1200">
        <a:solidFill>
          <a:schemeClr val="tx1"/>
        </a:solidFill>
        <a:latin typeface="+mn-lt"/>
        <a:ea typeface="+mn-ea"/>
        <a:cs typeface="+mn-cs"/>
      </a:defRPr>
    </a:lvl1pPr>
    <a:lvl2pPr marL="912834" algn="l" defTabSz="912834" rtl="0" eaLnBrk="1" latinLnBrk="0" hangingPunct="1">
      <a:defRPr sz="2400" kern="1200">
        <a:solidFill>
          <a:schemeClr val="tx1"/>
        </a:solidFill>
        <a:latin typeface="+mn-lt"/>
        <a:ea typeface="+mn-ea"/>
        <a:cs typeface="+mn-cs"/>
      </a:defRPr>
    </a:lvl2pPr>
    <a:lvl3pPr marL="1825692" algn="l" defTabSz="912834" rtl="0" eaLnBrk="1" latinLnBrk="0" hangingPunct="1">
      <a:defRPr sz="2400" kern="1200">
        <a:solidFill>
          <a:schemeClr val="tx1"/>
        </a:solidFill>
        <a:latin typeface="+mn-lt"/>
        <a:ea typeface="+mn-ea"/>
        <a:cs typeface="+mn-cs"/>
      </a:defRPr>
    </a:lvl3pPr>
    <a:lvl4pPr marL="2738541" algn="l" defTabSz="912834" rtl="0" eaLnBrk="1" latinLnBrk="0" hangingPunct="1">
      <a:defRPr sz="2400" kern="1200">
        <a:solidFill>
          <a:schemeClr val="tx1"/>
        </a:solidFill>
        <a:latin typeface="+mn-lt"/>
        <a:ea typeface="+mn-ea"/>
        <a:cs typeface="+mn-cs"/>
      </a:defRPr>
    </a:lvl4pPr>
    <a:lvl5pPr marL="3651375" algn="l" defTabSz="912834" rtl="0" eaLnBrk="1" latinLnBrk="0" hangingPunct="1">
      <a:defRPr sz="2400" kern="1200">
        <a:solidFill>
          <a:schemeClr val="tx1"/>
        </a:solidFill>
        <a:latin typeface="+mn-lt"/>
        <a:ea typeface="+mn-ea"/>
        <a:cs typeface="+mn-cs"/>
      </a:defRPr>
    </a:lvl5pPr>
    <a:lvl6pPr marL="4564219" algn="l" defTabSz="912834" rtl="0" eaLnBrk="1" latinLnBrk="0" hangingPunct="1">
      <a:defRPr sz="2400" kern="1200">
        <a:solidFill>
          <a:schemeClr val="tx1"/>
        </a:solidFill>
        <a:latin typeface="+mn-lt"/>
        <a:ea typeface="+mn-ea"/>
        <a:cs typeface="+mn-cs"/>
      </a:defRPr>
    </a:lvl6pPr>
    <a:lvl7pPr marL="5477071" algn="l" defTabSz="912834" rtl="0" eaLnBrk="1" latinLnBrk="0" hangingPunct="1">
      <a:defRPr sz="2400" kern="1200">
        <a:solidFill>
          <a:schemeClr val="tx1"/>
        </a:solidFill>
        <a:latin typeface="+mn-lt"/>
        <a:ea typeface="+mn-ea"/>
        <a:cs typeface="+mn-cs"/>
      </a:defRPr>
    </a:lvl7pPr>
    <a:lvl8pPr marL="6389912" algn="l" defTabSz="912834" rtl="0" eaLnBrk="1" latinLnBrk="0" hangingPunct="1">
      <a:defRPr sz="2400" kern="1200">
        <a:solidFill>
          <a:schemeClr val="tx1"/>
        </a:solidFill>
        <a:latin typeface="+mn-lt"/>
        <a:ea typeface="+mn-ea"/>
        <a:cs typeface="+mn-cs"/>
      </a:defRPr>
    </a:lvl8pPr>
    <a:lvl9pPr marL="7302754" algn="l" defTabSz="912834"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2400" kern="1200" dirty="0" smtClean="0">
                <a:solidFill>
                  <a:schemeClr val="tx1"/>
                </a:solidFill>
                <a:effectLst/>
                <a:latin typeface="+mn-lt"/>
                <a:ea typeface="+mn-ea"/>
                <a:cs typeface="+mn-cs"/>
              </a:rPr>
              <a:t>Je tiens pour commencer à vous adresser, chers membres du jury, mes sincères remerciements pour votre lecture et votre présence aujourd’hui à cette soutenance de stage.</a:t>
            </a:r>
          </a:p>
          <a:p>
            <a:r>
              <a:rPr lang="fr-FR" sz="2400" kern="1200" dirty="0" smtClean="0">
                <a:solidFill>
                  <a:schemeClr val="tx1"/>
                </a:solidFill>
                <a:effectLst/>
                <a:latin typeface="+mn-lt"/>
                <a:ea typeface="+mn-ea"/>
                <a:cs typeface="+mn-cs"/>
              </a:rPr>
              <a:t>C’est un honneur pour moi que d’avoir l’occasion de discuter avec vous aujourd’hui le résultat de mon stage de fin d’études chez Capgemini Nantes pour la validation du Master 2 en Architecture Logicielle.</a:t>
            </a:r>
          </a:p>
          <a:p>
            <a:endParaRPr lang="fr-FR" dirty="0"/>
          </a:p>
        </p:txBody>
      </p:sp>
      <p:sp>
        <p:nvSpPr>
          <p:cNvPr id="4" name="Espace réservé du numéro de diapositive 3"/>
          <p:cNvSpPr>
            <a:spLocks noGrp="1"/>
          </p:cNvSpPr>
          <p:nvPr>
            <p:ph type="sldNum" sz="quarter" idx="10"/>
          </p:nvPr>
        </p:nvSpPr>
        <p:spPr/>
        <p:txBody>
          <a:bodyPr/>
          <a:lstStyle/>
          <a:p>
            <a:fld id="{6E708EC9-032B-F246-A81F-6A66D984D144}" type="slidenum">
              <a:rPr lang="en-US" smtClean="0"/>
              <a:pPr/>
              <a:t>1</a:t>
            </a:fld>
            <a:endParaRPr lang="en-US" dirty="0"/>
          </a:p>
        </p:txBody>
      </p:sp>
    </p:spTree>
    <p:extLst>
      <p:ext uri="{BB962C8B-B14F-4D97-AF65-F5344CB8AC3E}">
        <p14:creationId xmlns:p14="http://schemas.microsoft.com/office/powerpoint/2010/main" val="3421807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err="1" smtClean="0"/>
              <a:t>Creation</a:t>
            </a:r>
            <a:r>
              <a:rPr lang="fr-FR" dirty="0" smtClean="0"/>
              <a:t> -&gt;</a:t>
            </a:r>
            <a:r>
              <a:rPr lang="fr-FR" baseline="0" dirty="0" smtClean="0"/>
              <a:t> projets en TMA -&gt; type de projets -&gt; collaborateurs</a:t>
            </a:r>
            <a:endParaRPr lang="fr-FR" dirty="0"/>
          </a:p>
        </p:txBody>
      </p:sp>
      <p:sp>
        <p:nvSpPr>
          <p:cNvPr id="4" name="Espace réservé du numéro de diapositive 3"/>
          <p:cNvSpPr>
            <a:spLocks noGrp="1"/>
          </p:cNvSpPr>
          <p:nvPr>
            <p:ph type="sldNum" sz="quarter" idx="10"/>
          </p:nvPr>
        </p:nvSpPr>
        <p:spPr/>
        <p:txBody>
          <a:bodyPr/>
          <a:lstStyle/>
          <a:p>
            <a:fld id="{6E708EC9-032B-F246-A81F-6A66D984D144}" type="slidenum">
              <a:rPr lang="en-US" smtClean="0"/>
              <a:pPr/>
              <a:t>7</a:t>
            </a:fld>
            <a:endParaRPr lang="en-US" dirty="0"/>
          </a:p>
        </p:txBody>
      </p:sp>
    </p:spTree>
    <p:extLst>
      <p:ext uri="{BB962C8B-B14F-4D97-AF65-F5344CB8AC3E}">
        <p14:creationId xmlns:p14="http://schemas.microsoft.com/office/powerpoint/2010/main" val="302703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Consultant -&gt; Rédacteur</a:t>
            </a:r>
            <a:r>
              <a:rPr lang="fr-FR" baseline="0" dirty="0" smtClean="0"/>
              <a:t> de régime -&gt; Administrateur	</a:t>
            </a:r>
            <a:endParaRPr lang="fr-FR" dirty="0"/>
          </a:p>
        </p:txBody>
      </p:sp>
      <p:sp>
        <p:nvSpPr>
          <p:cNvPr id="4" name="Espace réservé du numéro de diapositive 3"/>
          <p:cNvSpPr>
            <a:spLocks noGrp="1"/>
          </p:cNvSpPr>
          <p:nvPr>
            <p:ph type="sldNum" sz="quarter" idx="10"/>
          </p:nvPr>
        </p:nvSpPr>
        <p:spPr/>
        <p:txBody>
          <a:bodyPr/>
          <a:lstStyle/>
          <a:p>
            <a:fld id="{6E708EC9-032B-F246-A81F-6A66D984D144}" type="slidenum">
              <a:rPr lang="en-US" smtClean="0"/>
              <a:pPr/>
              <a:t>11</a:t>
            </a:fld>
            <a:endParaRPr lang="en-US" dirty="0"/>
          </a:p>
        </p:txBody>
      </p:sp>
    </p:spTree>
    <p:extLst>
      <p:ext uri="{BB962C8B-B14F-4D97-AF65-F5344CB8AC3E}">
        <p14:creationId xmlns:p14="http://schemas.microsoft.com/office/powerpoint/2010/main" val="2622582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Faire une petite</a:t>
            </a:r>
            <a:r>
              <a:rPr lang="fr-FR" baseline="0" dirty="0" smtClean="0"/>
              <a:t> conclusion comme quoi c’est une mission parmi les plus difficiles.</a:t>
            </a:r>
            <a:endParaRPr lang="fr-FR" dirty="0"/>
          </a:p>
        </p:txBody>
      </p:sp>
      <p:sp>
        <p:nvSpPr>
          <p:cNvPr id="4" name="Espace réservé du numéro de diapositive 3"/>
          <p:cNvSpPr>
            <a:spLocks noGrp="1"/>
          </p:cNvSpPr>
          <p:nvPr>
            <p:ph type="sldNum" sz="quarter" idx="10"/>
          </p:nvPr>
        </p:nvSpPr>
        <p:spPr/>
        <p:txBody>
          <a:bodyPr/>
          <a:lstStyle/>
          <a:p>
            <a:fld id="{6E708EC9-032B-F246-A81F-6A66D984D144}" type="slidenum">
              <a:rPr lang="en-US" smtClean="0"/>
              <a:pPr/>
              <a:t>21</a:t>
            </a:fld>
            <a:endParaRPr lang="en-US" dirty="0"/>
          </a:p>
        </p:txBody>
      </p:sp>
    </p:spTree>
    <p:extLst>
      <p:ext uri="{BB962C8B-B14F-4D97-AF65-F5344CB8AC3E}">
        <p14:creationId xmlns:p14="http://schemas.microsoft.com/office/powerpoint/2010/main" val="2245311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2400" kern="1200" dirty="0" smtClean="0">
                <a:solidFill>
                  <a:schemeClr val="tx1"/>
                </a:solidFill>
                <a:effectLst/>
                <a:latin typeface="+mn-lt"/>
                <a:ea typeface="+mn-ea"/>
                <a:cs typeface="+mn-cs"/>
              </a:rPr>
              <a:t>Pour conclure, le présent rapport de stage, réalisé au sein du </a:t>
            </a:r>
            <a:r>
              <a:rPr lang="fr-FR" sz="2400" kern="1200" dirty="0" err="1" smtClean="0">
                <a:solidFill>
                  <a:schemeClr val="tx1"/>
                </a:solidFill>
                <a:effectLst/>
                <a:latin typeface="+mn-lt"/>
                <a:ea typeface="+mn-ea"/>
                <a:cs typeface="+mn-cs"/>
              </a:rPr>
              <a:t>clusterGIS</a:t>
            </a:r>
            <a:r>
              <a:rPr lang="fr-FR" sz="2400" kern="1200" dirty="0" smtClean="0">
                <a:solidFill>
                  <a:schemeClr val="tx1"/>
                </a:solidFill>
                <a:effectLst/>
                <a:latin typeface="+mn-lt"/>
                <a:ea typeface="+mn-ea"/>
                <a:cs typeface="+mn-cs"/>
              </a:rPr>
              <a:t> de Capgemini, décrit le déroulement de la réalisation d’une version majeure d’une application de gestion de régimes de champ de tir appelé SERT. Nous avons pu voir alors la présentation de la société Capgemini, la description du projet de stage et le déroulement des différentes missions réalisées. Sur ce, ma présentation touche à fin. Je vous remercie de votre attention. Et je vous passe maintenant la parole pour des questions.</a:t>
            </a:r>
            <a:endParaRPr lang="fr-FR" sz="24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6E708EC9-032B-F246-A81F-6A66D984D144}" type="slidenum">
              <a:rPr lang="en-US" smtClean="0"/>
              <a:pPr/>
              <a:t>37</a:t>
            </a:fld>
            <a:endParaRPr lang="en-US" dirty="0"/>
          </a:p>
        </p:txBody>
      </p:sp>
    </p:spTree>
    <p:extLst>
      <p:ext uri="{BB962C8B-B14F-4D97-AF65-F5344CB8AC3E}">
        <p14:creationId xmlns:p14="http://schemas.microsoft.com/office/powerpoint/2010/main" val="24295309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7.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Master" Target="../slideMasters/slideMaster1.xml"/><Relationship Id="rId26" Type="http://schemas.openxmlformats.org/officeDocument/2006/relationships/image" Target="../media/image11.png"/><Relationship Id="rId3" Type="http://schemas.openxmlformats.org/officeDocument/2006/relationships/tags" Target="../tags/tag4.xml"/><Relationship Id="rId21" Type="http://schemas.openxmlformats.org/officeDocument/2006/relationships/image" Target="../media/image8.png"/><Relationship Id="rId34" Type="http://schemas.openxmlformats.org/officeDocument/2006/relationships/image" Target="../media/image15.png"/><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hyperlink" Target="http://www.linkedin.com/company/capgemini" TargetMode="External"/><Relationship Id="rId33" Type="http://schemas.openxmlformats.org/officeDocument/2006/relationships/oleObject" Target="../embeddings/oleObject3.bin"/><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image" Target="../media/image7.emf"/><Relationship Id="rId29" Type="http://schemas.openxmlformats.org/officeDocument/2006/relationships/hyperlink" Target="http://www.youtube.com/capgemini" TargetMode="External"/><Relationship Id="rId1" Type="http://schemas.openxmlformats.org/officeDocument/2006/relationships/vmlDrawing" Target="../drawings/vmlDrawing2.v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image" Target="../media/image10.png"/><Relationship Id="rId32" Type="http://schemas.openxmlformats.org/officeDocument/2006/relationships/image" Target="../media/image14.gif"/><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hyperlink" Target="http://www.facebook.com/Capgemini" TargetMode="External"/><Relationship Id="rId28" Type="http://schemas.openxmlformats.org/officeDocument/2006/relationships/image" Target="../media/image12.png"/><Relationship Id="rId10" Type="http://schemas.openxmlformats.org/officeDocument/2006/relationships/tags" Target="../tags/tag11.xml"/><Relationship Id="rId19" Type="http://schemas.openxmlformats.org/officeDocument/2006/relationships/oleObject" Target="../embeddings/oleObject2.bin"/><Relationship Id="rId31" Type="http://schemas.openxmlformats.org/officeDocument/2006/relationships/hyperlink" Target="http://www.slideshare.net/capgemini" TargetMode="Externa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image" Target="../media/image9.emf"/><Relationship Id="rId27" Type="http://schemas.openxmlformats.org/officeDocument/2006/relationships/hyperlink" Target="http://www.twitter.com/capgemini" TargetMode="External"/><Relationship Id="rId30"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18288000" cy="10296525"/>
          </a:xfrm>
          <a:solidFill>
            <a:schemeClr val="tx1">
              <a:lumMod val="60000"/>
              <a:lumOff val="40000"/>
            </a:schemeClr>
          </a:solidFill>
        </p:spPr>
        <p:txBody>
          <a:bodyPr/>
          <a:lstStyle/>
          <a:p>
            <a:endParaRPr lang="en-US" dirty="0"/>
          </a:p>
        </p:txBody>
      </p:sp>
      <p:sp>
        <p:nvSpPr>
          <p:cNvPr id="2" name="Title 1"/>
          <p:cNvSpPr>
            <a:spLocks noGrp="1"/>
          </p:cNvSpPr>
          <p:nvPr>
            <p:ph type="ctrTitle" hasCustomPrompt="1"/>
          </p:nvPr>
        </p:nvSpPr>
        <p:spPr>
          <a:xfrm>
            <a:off x="13" y="3724047"/>
            <a:ext cx="7769866" cy="2301829"/>
          </a:xfrm>
          <a:solidFill>
            <a:srgbClr val="02AFE9"/>
          </a:solidFill>
        </p:spPr>
        <p:txBody>
          <a:bodyPr lIns="0" tIns="538920" rIns="395201" bIns="538920">
            <a:noAutofit/>
          </a:bodyPr>
          <a:lstStyle>
            <a:lvl1pPr algn="l">
              <a:defRPr sz="4800" baseline="0">
                <a:solidFill>
                  <a:schemeClr val="bg1"/>
                </a:solidFill>
              </a:defRPr>
            </a:lvl1pPr>
          </a:lstStyle>
          <a:p>
            <a:r>
              <a:rPr lang="fr-FR" smtClean="0"/>
              <a:t>Click </a:t>
            </a:r>
            <a:r>
              <a:rPr lang="fr-FR" dirty="0" smtClean="0"/>
              <a:t>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p:nvPr>
        </p:nvSpPr>
        <p:spPr>
          <a:xfrm>
            <a:off x="0" y="6233376"/>
            <a:ext cx="7769868" cy="2631334"/>
          </a:xfrm>
        </p:spPr>
        <p:txBody>
          <a:bodyPr lIns="0" rIns="395201">
            <a:normAutofit/>
          </a:bodyPr>
          <a:lstStyle>
            <a:lvl1pPr marL="0" indent="0" algn="l">
              <a:buNone/>
              <a:defRPr sz="3200">
                <a:solidFill>
                  <a:schemeClr val="tx1">
                    <a:tint val="75000"/>
                  </a:schemeClr>
                </a:solidFill>
                <a:latin typeface="Segoe UI Light" pitchFamily="34" charset="0"/>
              </a:defRPr>
            </a:lvl1pPr>
            <a:lvl2pPr marL="912604" indent="0" algn="ctr">
              <a:buNone/>
              <a:defRPr>
                <a:solidFill>
                  <a:schemeClr val="tx1">
                    <a:tint val="75000"/>
                  </a:schemeClr>
                </a:solidFill>
              </a:defRPr>
            </a:lvl2pPr>
            <a:lvl3pPr marL="1825231" indent="0" algn="ctr">
              <a:buNone/>
              <a:defRPr>
                <a:solidFill>
                  <a:schemeClr val="tx1">
                    <a:tint val="75000"/>
                  </a:schemeClr>
                </a:solidFill>
              </a:defRPr>
            </a:lvl3pPr>
            <a:lvl4pPr marL="2737851" indent="0" algn="ctr">
              <a:buNone/>
              <a:defRPr>
                <a:solidFill>
                  <a:schemeClr val="tx1">
                    <a:tint val="75000"/>
                  </a:schemeClr>
                </a:solidFill>
              </a:defRPr>
            </a:lvl4pPr>
            <a:lvl5pPr marL="3650455" indent="0" algn="ctr">
              <a:buNone/>
              <a:defRPr>
                <a:solidFill>
                  <a:schemeClr val="tx1">
                    <a:tint val="75000"/>
                  </a:schemeClr>
                </a:solidFill>
              </a:defRPr>
            </a:lvl5pPr>
            <a:lvl6pPr marL="4563077" indent="0" algn="ctr">
              <a:buNone/>
              <a:defRPr>
                <a:solidFill>
                  <a:schemeClr val="tx1">
                    <a:tint val="75000"/>
                  </a:schemeClr>
                </a:solidFill>
              </a:defRPr>
            </a:lvl6pPr>
            <a:lvl7pPr marL="5475696" indent="0" algn="ctr">
              <a:buNone/>
              <a:defRPr>
                <a:solidFill>
                  <a:schemeClr val="tx1">
                    <a:tint val="75000"/>
                  </a:schemeClr>
                </a:solidFill>
              </a:defRPr>
            </a:lvl7pPr>
            <a:lvl8pPr marL="6388308" indent="0" algn="ctr">
              <a:buNone/>
              <a:defRPr>
                <a:solidFill>
                  <a:schemeClr val="tx1">
                    <a:tint val="75000"/>
                  </a:schemeClr>
                </a:solidFill>
              </a:defRPr>
            </a:lvl8pPr>
            <a:lvl9pPr marL="7300918"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subtitle</a:t>
            </a:r>
            <a:r>
              <a:rPr lang="fr-FR" dirty="0" smtClean="0"/>
              <a:t> style</a:t>
            </a:r>
            <a:endParaRPr lang="en-US" dirty="0"/>
          </a:p>
        </p:txBody>
      </p:sp>
      <p:pic>
        <p:nvPicPr>
          <p:cNvPr id="9"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848035" y="500172"/>
            <a:ext cx="3449742" cy="800470"/>
          </a:xfrm>
          <a:prstGeom prst="rect">
            <a:avLst/>
          </a:prstGeom>
          <a:noFill/>
          <a:ln w="9525">
            <a:noFill/>
            <a:miter lim="800000"/>
            <a:headEnd/>
            <a:tailEnd/>
          </a:ln>
        </p:spPr>
      </p:pic>
    </p:spTree>
    <p:extLst>
      <p:ext uri="{BB962C8B-B14F-4D97-AF65-F5344CB8AC3E}">
        <p14:creationId xmlns:p14="http://schemas.microsoft.com/office/powerpoint/2010/main" val="3331262855"/>
      </p:ext>
    </p:extLst>
  </p:cSld>
  <p:clrMapOvr>
    <a:masterClrMapping/>
  </p:clrMapOvr>
  <p:transition>
    <p:push/>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412339"/>
            <a:ext cx="16459200" cy="1716088"/>
          </a:xfrm>
        </p:spPr>
        <p:txBody>
          <a:bodyPr/>
          <a:lstStyle>
            <a:lvl1pPr>
              <a:defRPr>
                <a:latin typeface="+mj-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6" name="Content Placeholder 5"/>
          <p:cNvSpPr>
            <a:spLocks noGrp="1"/>
          </p:cNvSpPr>
          <p:nvPr>
            <p:ph sz="quarter" idx="10"/>
          </p:nvPr>
        </p:nvSpPr>
        <p:spPr>
          <a:xfrm>
            <a:off x="914400" y="2449628"/>
            <a:ext cx="16459200" cy="6371042"/>
          </a:xfrm>
        </p:spPr>
        <p:txBody>
          <a:bodyPr>
            <a:normAutofit/>
          </a:bodyPr>
          <a:lstStyle>
            <a:lvl1pPr>
              <a:defRPr sz="4000">
                <a:latin typeface="Segoe UI" charset="0"/>
                <a:ea typeface="Segoe UI" charset="0"/>
                <a:cs typeface="Segoe UI" charset="0"/>
              </a:defRPr>
            </a:lvl1pPr>
            <a:lvl2pPr>
              <a:defRPr sz="4000">
                <a:latin typeface="Segoe UI" charset="0"/>
                <a:ea typeface="Segoe UI" charset="0"/>
                <a:cs typeface="Segoe UI" charset="0"/>
              </a:defRPr>
            </a:lvl2pPr>
            <a:lvl3pPr>
              <a:defRPr sz="4000">
                <a:latin typeface="Segoe UI" charset="0"/>
                <a:ea typeface="Segoe UI" charset="0"/>
                <a:cs typeface="Segoe UI" charset="0"/>
              </a:defRPr>
            </a:lvl3pPr>
            <a:lvl4pPr>
              <a:defRPr sz="4000">
                <a:latin typeface="Segoe UI" charset="0"/>
                <a:ea typeface="Segoe UI" charset="0"/>
                <a:cs typeface="Segoe UI" charset="0"/>
              </a:defRPr>
            </a:lvl4pPr>
            <a:lvl5pPr>
              <a:defRPr sz="4000">
                <a:latin typeface="Segoe UI" charset="0"/>
                <a:ea typeface="Segoe UI" charset="0"/>
                <a:cs typeface="Segoe UI" charset="0"/>
              </a:defRPr>
            </a:lvl5pPr>
          </a:lstStyle>
          <a:p>
            <a:pPr lvl="0"/>
            <a:r>
              <a:rPr lang="fr-FR" dirty="0" smtClean="0"/>
              <a:t>Click to </a:t>
            </a:r>
            <a:r>
              <a:rPr lang="fr-FR" dirty="0" err="1" smtClean="0"/>
              <a:t>edit</a:t>
            </a:r>
            <a:r>
              <a:rPr lang="fr-FR" dirty="0" smtClean="0"/>
              <a:t> Master </a:t>
            </a:r>
            <a:r>
              <a:rPr lang="fr-FR" dirty="0" err="1" smtClean="0"/>
              <a:t>text</a:t>
            </a:r>
            <a:r>
              <a:rPr lang="fr-FR" dirty="0" smtClean="0"/>
              <a:t> styles</a:t>
            </a:r>
          </a:p>
          <a:p>
            <a:pPr lvl="1"/>
            <a:r>
              <a:rPr lang="fr-FR" dirty="0" smtClean="0"/>
              <a:t>Second </a:t>
            </a:r>
            <a:r>
              <a:rPr lang="fr-FR" dirty="0" err="1" smtClean="0"/>
              <a:t>level</a:t>
            </a:r>
            <a:endParaRPr lang="fr-FR" dirty="0" smtClean="0"/>
          </a:p>
          <a:p>
            <a:pPr lvl="2"/>
            <a:r>
              <a:rPr lang="fr-FR" dirty="0" err="1" smtClean="0"/>
              <a:t>Third</a:t>
            </a:r>
            <a:r>
              <a:rPr lang="fr-FR" dirty="0" smtClean="0"/>
              <a:t> </a:t>
            </a:r>
            <a:r>
              <a:rPr lang="fr-FR" dirty="0" err="1" smtClean="0"/>
              <a:t>level</a:t>
            </a:r>
            <a:endParaRPr lang="fr-FR" dirty="0" smtClean="0"/>
          </a:p>
          <a:p>
            <a:pPr lvl="3"/>
            <a:r>
              <a:rPr lang="fr-FR" dirty="0" err="1" smtClean="0"/>
              <a:t>Fourth</a:t>
            </a:r>
            <a:r>
              <a:rPr lang="fr-FR" dirty="0" smtClean="0"/>
              <a:t> </a:t>
            </a:r>
            <a:r>
              <a:rPr lang="fr-FR" dirty="0" err="1" smtClean="0"/>
              <a:t>level</a:t>
            </a:r>
            <a:endParaRPr lang="fr-FR" dirty="0" smtClean="0"/>
          </a:p>
          <a:p>
            <a:pPr lvl="4"/>
            <a:r>
              <a:rPr lang="fr-FR" dirty="0" err="1" smtClean="0"/>
              <a:t>Fifth</a:t>
            </a:r>
            <a:r>
              <a:rPr lang="fr-FR" dirty="0" smtClean="0"/>
              <a:t> </a:t>
            </a:r>
            <a:r>
              <a:rPr lang="fr-FR" dirty="0" err="1" smtClean="0"/>
              <a:t>level</a:t>
            </a:r>
            <a:endParaRPr lang="en-US" dirty="0"/>
          </a:p>
        </p:txBody>
      </p:sp>
      <p:pic>
        <p:nvPicPr>
          <p:cNvPr id="7"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hape 23"/>
          <p:cNvSpPr/>
          <p:nvPr userDrawn="1"/>
        </p:nvSpPr>
        <p:spPr>
          <a:xfrm>
            <a:off x="3527376" y="8367742"/>
            <a:ext cx="12457384" cy="452928"/>
          </a:xfrm>
          <a:prstGeom prst="rect">
            <a:avLst/>
          </a:prstGeom>
          <a:ln w="12700">
            <a:miter lim="400000"/>
          </a:ln>
          <a:extLst>
            <a:ext uri="{C572A759-6A51-4108-AA02-DFA0A04FC94B}">
              <ma14:wrappingTextBoxFlag xmlns:ma14="http://schemas.microsoft.com/office/mac/drawingml/2011/main" xmlns="" val="1"/>
            </a:ext>
          </a:extLst>
        </p:spPr>
        <p:txBody>
          <a:bodyPr wrap="square" lIns="71874" tIns="71874" rIns="71874" bIns="71874" anchor="b">
            <a:spAutoFit/>
          </a:bodyPr>
          <a:lstStyle>
            <a:lvl1pPr algn="ctr" defTabSz="995362">
              <a:lnSpc>
                <a:spcPct val="90000"/>
              </a:lnSpc>
              <a:defRPr sz="700">
                <a:solidFill>
                  <a:srgbClr val="595959"/>
                </a:solidFill>
              </a:defRPr>
            </a:lvl1pPr>
          </a:lstStyle>
          <a:p>
            <a:pPr marL="0" marR="0" lvl="0" indent="0" algn="ctr" defTabSz="912560" rtl="0" eaLnBrk="1" fontAlgn="auto" latinLnBrk="0" hangingPunct="1">
              <a:lnSpc>
                <a:spcPct val="100000"/>
              </a:lnSpc>
              <a:spcBef>
                <a:spcPts val="0"/>
              </a:spcBef>
              <a:spcAft>
                <a:spcPts val="0"/>
              </a:spcAft>
              <a:buClrTx/>
              <a:buSzTx/>
              <a:buFontTx/>
              <a:buNone/>
              <a:tabLst/>
              <a:defRPr/>
            </a:pPr>
            <a:endParaRPr lang="en-US" sz="2000" dirty="0">
              <a:solidFill>
                <a:schemeClr val="tx1">
                  <a:lumMod val="60000"/>
                  <a:lumOff val="40000"/>
                </a:schemeClr>
              </a:solidFill>
              <a:latin typeface="Calibri" pitchFamily="34" charset="0"/>
            </a:endParaRPr>
          </a:p>
        </p:txBody>
      </p:sp>
    </p:spTree>
    <p:extLst>
      <p:ext uri="{BB962C8B-B14F-4D97-AF65-F5344CB8AC3E}">
        <p14:creationId xmlns:p14="http://schemas.microsoft.com/office/powerpoint/2010/main" val="3588565746"/>
      </p:ext>
    </p:extLst>
  </p:cSld>
  <p:clrMapOvr>
    <a:masterClrMapping/>
  </p:clrMapOvr>
  <p:transition>
    <p:push/>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412379"/>
            <a:ext cx="16459200" cy="991507"/>
          </a:xfrm>
        </p:spPr>
        <p:txBody>
          <a:bodyPr/>
          <a:lstStyle>
            <a:lvl1pPr>
              <a:defRPr>
                <a:latin typeface="+mj-lt"/>
              </a:defRPr>
            </a:lvl1pPr>
          </a:lstStyle>
          <a:p>
            <a:r>
              <a:rPr lang="fr-FR" dirty="0" err="1" smtClean="0"/>
              <a:t>Title</a:t>
            </a:r>
            <a:endParaRPr lang="en-US" dirty="0"/>
          </a:p>
        </p:txBody>
      </p:sp>
      <p:sp>
        <p:nvSpPr>
          <p:cNvPr id="6" name="Content Placeholder 5"/>
          <p:cNvSpPr>
            <a:spLocks noGrp="1"/>
          </p:cNvSpPr>
          <p:nvPr>
            <p:ph sz="quarter" idx="10"/>
          </p:nvPr>
        </p:nvSpPr>
        <p:spPr>
          <a:xfrm>
            <a:off x="914400" y="2484005"/>
            <a:ext cx="16459200" cy="6336704"/>
          </a:xfrm>
        </p:spPr>
        <p:txBody>
          <a:bodyPr>
            <a:normAutofit/>
          </a:bodyPr>
          <a:lstStyle>
            <a:lvl1pPr>
              <a:defRPr sz="4000">
                <a:latin typeface="Segoe UI" charset="0"/>
                <a:ea typeface="Segoe UI" charset="0"/>
                <a:cs typeface="Segoe UI" charset="0"/>
              </a:defRPr>
            </a:lvl1pPr>
            <a:lvl2pPr>
              <a:defRPr sz="4000">
                <a:latin typeface="Segoe UI" charset="0"/>
                <a:ea typeface="Segoe UI" charset="0"/>
                <a:cs typeface="Segoe UI" charset="0"/>
              </a:defRPr>
            </a:lvl2pPr>
            <a:lvl3pPr>
              <a:defRPr sz="4000">
                <a:latin typeface="Segoe UI" charset="0"/>
                <a:ea typeface="Segoe UI" charset="0"/>
                <a:cs typeface="Segoe UI" charset="0"/>
              </a:defRPr>
            </a:lvl3pPr>
            <a:lvl4pPr>
              <a:defRPr sz="4000">
                <a:latin typeface="Segoe UI" charset="0"/>
                <a:ea typeface="Segoe UI" charset="0"/>
                <a:cs typeface="Segoe UI" charset="0"/>
              </a:defRPr>
            </a:lvl4pPr>
            <a:lvl5pPr>
              <a:defRPr sz="4000">
                <a:latin typeface="Segoe UI" charset="0"/>
                <a:ea typeface="Segoe UI" charset="0"/>
                <a:cs typeface="Segoe UI" charset="0"/>
              </a:defRPr>
            </a:lvl5pPr>
          </a:lstStyle>
          <a:p>
            <a:pPr lvl="0"/>
            <a:r>
              <a:rPr lang="fr-FR" dirty="0" smtClean="0"/>
              <a:t>Click to </a:t>
            </a:r>
            <a:r>
              <a:rPr lang="fr-FR" dirty="0" err="1" smtClean="0"/>
              <a:t>edit</a:t>
            </a:r>
            <a:r>
              <a:rPr lang="fr-FR" dirty="0" smtClean="0"/>
              <a:t> Master </a:t>
            </a:r>
            <a:r>
              <a:rPr lang="fr-FR" dirty="0" err="1" smtClean="0"/>
              <a:t>text</a:t>
            </a:r>
            <a:r>
              <a:rPr lang="fr-FR" dirty="0" smtClean="0"/>
              <a:t> styles</a:t>
            </a:r>
          </a:p>
          <a:p>
            <a:pPr lvl="1"/>
            <a:r>
              <a:rPr lang="fr-FR" dirty="0" smtClean="0"/>
              <a:t>Second </a:t>
            </a:r>
            <a:r>
              <a:rPr lang="fr-FR" dirty="0" err="1" smtClean="0"/>
              <a:t>level</a:t>
            </a:r>
            <a:endParaRPr lang="fr-FR" dirty="0" smtClean="0"/>
          </a:p>
          <a:p>
            <a:pPr lvl="2"/>
            <a:r>
              <a:rPr lang="fr-FR" dirty="0" err="1" smtClean="0"/>
              <a:t>Third</a:t>
            </a:r>
            <a:r>
              <a:rPr lang="fr-FR" dirty="0" smtClean="0"/>
              <a:t> </a:t>
            </a:r>
            <a:r>
              <a:rPr lang="fr-FR" dirty="0" err="1" smtClean="0"/>
              <a:t>level</a:t>
            </a:r>
            <a:endParaRPr lang="fr-FR" dirty="0" smtClean="0"/>
          </a:p>
          <a:p>
            <a:pPr lvl="3"/>
            <a:r>
              <a:rPr lang="fr-FR" dirty="0" err="1" smtClean="0"/>
              <a:t>Fourth</a:t>
            </a:r>
            <a:r>
              <a:rPr lang="fr-FR" dirty="0" smtClean="0"/>
              <a:t> </a:t>
            </a:r>
            <a:r>
              <a:rPr lang="fr-FR" dirty="0" err="1" smtClean="0"/>
              <a:t>level</a:t>
            </a:r>
            <a:endParaRPr lang="fr-FR" dirty="0" smtClean="0"/>
          </a:p>
          <a:p>
            <a:pPr lvl="4"/>
            <a:r>
              <a:rPr lang="fr-FR" dirty="0" err="1" smtClean="0"/>
              <a:t>Fifth</a:t>
            </a:r>
            <a:r>
              <a:rPr lang="fr-FR" dirty="0" smtClean="0"/>
              <a:t> </a:t>
            </a:r>
            <a:r>
              <a:rPr lang="fr-FR" dirty="0" err="1" smtClean="0"/>
              <a:t>level</a:t>
            </a:r>
            <a:endParaRPr lang="en-US" dirty="0"/>
          </a:p>
        </p:txBody>
      </p:sp>
      <p:sp>
        <p:nvSpPr>
          <p:cNvPr id="8" name="Title 1"/>
          <p:cNvSpPr txBox="1">
            <a:spLocks/>
          </p:cNvSpPr>
          <p:nvPr userDrawn="1"/>
        </p:nvSpPr>
        <p:spPr>
          <a:xfrm>
            <a:off x="935088" y="1422751"/>
            <a:ext cx="16459200" cy="991507"/>
          </a:xfrm>
          <a:prstGeom prst="rect">
            <a:avLst/>
          </a:prstGeom>
        </p:spPr>
        <p:txBody>
          <a:bodyPr vert="horz" lIns="91241" tIns="45640" rIns="91241" bIns="45640" rtlCol="0" anchor="ctr">
            <a:noAutofit/>
          </a:bodyPr>
          <a:lstStyle>
            <a:lvl1pPr algn="l" defTabSz="914444" rtl="0" eaLnBrk="1" latinLnBrk="0" hangingPunct="1">
              <a:spcBef>
                <a:spcPct val="0"/>
              </a:spcBef>
              <a:buNone/>
              <a:defRPr sz="6400" kern="1200">
                <a:solidFill>
                  <a:srgbClr val="02AFE9"/>
                </a:solidFill>
                <a:latin typeface="+mj-lt"/>
                <a:ea typeface="+mj-ea"/>
                <a:cs typeface="Arial" pitchFamily="34" charset="0"/>
              </a:defRPr>
            </a:lvl1pPr>
          </a:lstStyle>
          <a:p>
            <a:r>
              <a:rPr lang="fr-FR" sz="3600" dirty="0" smtClean="0"/>
              <a:t>Title</a:t>
            </a:r>
            <a:endParaRPr lang="en-US" sz="3600" dirty="0"/>
          </a:p>
        </p:txBody>
      </p:sp>
      <p:pic>
        <p:nvPicPr>
          <p:cNvPr id="9"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12"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20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612148919"/>
      </p:ext>
    </p:extLst>
  </p:cSld>
  <p:clrMapOvr>
    <a:masterClrMapping/>
  </p:clrMapOvr>
  <p:transition>
    <p:push/>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_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08171"/>
      </p:ext>
    </p:extLst>
  </p:cSld>
  <p:clrMapOvr>
    <a:masterClrMapping/>
  </p:clrMapOvr>
  <p:transition>
    <p:push/>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8" name="Title 1"/>
          <p:cNvSpPr>
            <a:spLocks noGrp="1"/>
          </p:cNvSpPr>
          <p:nvPr>
            <p:ph type="title"/>
          </p:nvPr>
        </p:nvSpPr>
        <p:spPr>
          <a:xfrm>
            <a:off x="914400" y="412339"/>
            <a:ext cx="16459200" cy="1716088"/>
          </a:xfrm>
        </p:spPr>
        <p:txBody>
          <a:bodyPr/>
          <a:lstStyle>
            <a:lvl1pPr>
              <a:defRPr>
                <a:latin typeface="+mj-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pic>
        <p:nvPicPr>
          <p:cNvPr id="6"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9"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20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3588565746"/>
      </p:ext>
    </p:extLst>
  </p:cSld>
  <p:clrMapOvr>
    <a:masterClrMapping/>
  </p:clrMapOvr>
  <p:transition>
    <p:push/>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de_picture">
    <p:spTree>
      <p:nvGrpSpPr>
        <p:cNvPr id="1" name=""/>
        <p:cNvGrpSpPr/>
        <p:nvPr/>
      </p:nvGrpSpPr>
      <p:grpSpPr>
        <a:xfrm>
          <a:off x="0" y="0"/>
          <a:ext cx="0" cy="0"/>
          <a:chOff x="0" y="0"/>
          <a:chExt cx="0" cy="0"/>
        </a:xfrm>
      </p:grpSpPr>
      <p:sp>
        <p:nvSpPr>
          <p:cNvPr id="2" name="Title 1"/>
          <p:cNvSpPr>
            <a:spLocks noGrp="1"/>
          </p:cNvSpPr>
          <p:nvPr>
            <p:ph type="title"/>
          </p:nvPr>
        </p:nvSpPr>
        <p:spPr>
          <a:xfrm>
            <a:off x="914400" y="412339"/>
            <a:ext cx="7365504" cy="1716088"/>
          </a:xfrm>
        </p:spPr>
        <p:txBody>
          <a:bodyPr>
            <a:noAutofit/>
          </a:bodyPr>
          <a:lstStyle>
            <a:lvl1pPr>
              <a:defRPr sz="5400">
                <a:latin typeface="+mj-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6" name="Content Placeholder 5"/>
          <p:cNvSpPr>
            <a:spLocks noGrp="1"/>
          </p:cNvSpPr>
          <p:nvPr>
            <p:ph sz="quarter" idx="10"/>
          </p:nvPr>
        </p:nvSpPr>
        <p:spPr>
          <a:xfrm>
            <a:off x="914400" y="2449628"/>
            <a:ext cx="7365504" cy="6371042"/>
          </a:xfrm>
        </p:spPr>
        <p:txBody>
          <a:bodyPr>
            <a:normAutofit/>
          </a:bodyPr>
          <a:lstStyle>
            <a:lvl1pPr>
              <a:defRPr sz="3600">
                <a:latin typeface="Segoe UI" charset="0"/>
                <a:ea typeface="Segoe UI" charset="0"/>
                <a:cs typeface="Segoe UI" charset="0"/>
              </a:defRPr>
            </a:lvl1pPr>
            <a:lvl2pPr>
              <a:defRPr sz="3600">
                <a:latin typeface="Segoe UI" charset="0"/>
                <a:ea typeface="Segoe UI" charset="0"/>
                <a:cs typeface="Segoe UI" charset="0"/>
              </a:defRPr>
            </a:lvl2pPr>
            <a:lvl3pPr>
              <a:defRPr sz="3600">
                <a:latin typeface="Segoe UI" charset="0"/>
                <a:ea typeface="Segoe UI" charset="0"/>
                <a:cs typeface="Segoe UI" charset="0"/>
              </a:defRPr>
            </a:lvl3pPr>
            <a:lvl4pPr>
              <a:defRPr sz="3600">
                <a:latin typeface="Segoe UI" charset="0"/>
                <a:ea typeface="Segoe UI" charset="0"/>
                <a:cs typeface="Segoe UI" charset="0"/>
              </a:defRPr>
            </a:lvl4pPr>
            <a:lvl5pPr>
              <a:defRPr sz="3600">
                <a:latin typeface="Segoe UI" charset="0"/>
                <a:ea typeface="Segoe UI" charset="0"/>
                <a:cs typeface="Segoe UI" charset="0"/>
              </a:defRPr>
            </a:lvl5pPr>
          </a:lstStyle>
          <a:p>
            <a:pPr lvl="0"/>
            <a:r>
              <a:rPr lang="fr-FR" dirty="0" smtClean="0"/>
              <a:t>Click to </a:t>
            </a:r>
            <a:r>
              <a:rPr lang="fr-FR" dirty="0" err="1" smtClean="0"/>
              <a:t>edit</a:t>
            </a:r>
            <a:r>
              <a:rPr lang="fr-FR" dirty="0" smtClean="0"/>
              <a:t> Master </a:t>
            </a:r>
            <a:r>
              <a:rPr lang="fr-FR" dirty="0" err="1" smtClean="0"/>
              <a:t>text</a:t>
            </a:r>
            <a:r>
              <a:rPr lang="fr-FR" dirty="0" smtClean="0"/>
              <a:t> styles</a:t>
            </a:r>
          </a:p>
          <a:p>
            <a:pPr lvl="1"/>
            <a:r>
              <a:rPr lang="fr-FR" dirty="0" smtClean="0"/>
              <a:t>Second </a:t>
            </a:r>
            <a:r>
              <a:rPr lang="fr-FR" dirty="0" err="1" smtClean="0"/>
              <a:t>level</a:t>
            </a:r>
            <a:endParaRPr lang="fr-FR" dirty="0" smtClean="0"/>
          </a:p>
          <a:p>
            <a:pPr lvl="2"/>
            <a:r>
              <a:rPr lang="fr-FR" dirty="0" err="1" smtClean="0"/>
              <a:t>Third</a:t>
            </a:r>
            <a:r>
              <a:rPr lang="fr-FR" dirty="0" smtClean="0"/>
              <a:t> </a:t>
            </a:r>
            <a:r>
              <a:rPr lang="fr-FR" dirty="0" err="1" smtClean="0"/>
              <a:t>level</a:t>
            </a:r>
            <a:endParaRPr lang="fr-FR" dirty="0" smtClean="0"/>
          </a:p>
          <a:p>
            <a:pPr lvl="3"/>
            <a:r>
              <a:rPr lang="fr-FR" dirty="0" err="1" smtClean="0"/>
              <a:t>Fourth</a:t>
            </a:r>
            <a:r>
              <a:rPr lang="fr-FR" dirty="0" smtClean="0"/>
              <a:t> </a:t>
            </a:r>
            <a:r>
              <a:rPr lang="fr-FR" dirty="0" err="1" smtClean="0"/>
              <a:t>level</a:t>
            </a:r>
            <a:endParaRPr lang="fr-FR" dirty="0" smtClean="0"/>
          </a:p>
          <a:p>
            <a:pPr lvl="4"/>
            <a:r>
              <a:rPr lang="fr-FR" dirty="0" err="1" smtClean="0"/>
              <a:t>Fifth</a:t>
            </a:r>
            <a:r>
              <a:rPr lang="fr-FR" dirty="0" smtClean="0"/>
              <a:t> </a:t>
            </a:r>
            <a:r>
              <a:rPr lang="fr-FR" dirty="0" err="1" smtClean="0"/>
              <a:t>level</a:t>
            </a:r>
            <a:endParaRPr lang="en-US" dirty="0"/>
          </a:p>
        </p:txBody>
      </p:sp>
      <p:sp>
        <p:nvSpPr>
          <p:cNvPr id="5" name="Picture Placeholder 4"/>
          <p:cNvSpPr>
            <a:spLocks noGrp="1"/>
          </p:cNvSpPr>
          <p:nvPr>
            <p:ph type="pic" sz="quarter" idx="11"/>
          </p:nvPr>
        </p:nvSpPr>
        <p:spPr>
          <a:xfrm>
            <a:off x="9215477" y="0"/>
            <a:ext cx="9072562" cy="10296525"/>
          </a:xfrm>
          <a:solidFill>
            <a:schemeClr val="tx1">
              <a:lumMod val="60000"/>
              <a:lumOff val="40000"/>
            </a:schemeClr>
          </a:solidFill>
        </p:spPr>
        <p:txBody>
          <a:bodyPr/>
          <a:lstStyle/>
          <a:p>
            <a:endParaRPr lang="en-US" dirty="0"/>
          </a:p>
        </p:txBody>
      </p:sp>
      <p:pic>
        <p:nvPicPr>
          <p:cNvPr id="8" name="Picture 7"/>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914400" y="9495612"/>
            <a:ext cx="1748880" cy="406176"/>
          </a:xfrm>
          <a:prstGeom prst="rect">
            <a:avLst/>
          </a:prstGeom>
        </p:spPr>
      </p:pic>
      <p:sp>
        <p:nvSpPr>
          <p:cNvPr id="11"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14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148272795"/>
      </p:ext>
    </p:extLst>
  </p:cSld>
  <p:clrMapOvr>
    <a:masterClrMapping/>
  </p:clrMapOvr>
  <p:transition>
    <p:push/>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_picture">
    <p:spTree>
      <p:nvGrpSpPr>
        <p:cNvPr id="1" name=""/>
        <p:cNvGrpSpPr/>
        <p:nvPr/>
      </p:nvGrpSpPr>
      <p:grpSpPr>
        <a:xfrm>
          <a:off x="0" y="0"/>
          <a:ext cx="0" cy="0"/>
          <a:chOff x="0" y="0"/>
          <a:chExt cx="0" cy="0"/>
        </a:xfrm>
      </p:grpSpPr>
      <p:sp>
        <p:nvSpPr>
          <p:cNvPr id="2" name="Title 1"/>
          <p:cNvSpPr>
            <a:spLocks noGrp="1"/>
          </p:cNvSpPr>
          <p:nvPr>
            <p:ph type="title"/>
          </p:nvPr>
        </p:nvSpPr>
        <p:spPr>
          <a:xfrm>
            <a:off x="914400" y="412339"/>
            <a:ext cx="16459200" cy="1716088"/>
          </a:xfrm>
        </p:spPr>
        <p:txBody>
          <a:bodyPr>
            <a:noAutofit/>
          </a:bodyPr>
          <a:lstStyle>
            <a:lvl1pPr>
              <a:defRPr sz="5400">
                <a:latin typeface="+mj-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6" name="Content Placeholder 5"/>
          <p:cNvSpPr>
            <a:spLocks noGrp="1"/>
          </p:cNvSpPr>
          <p:nvPr>
            <p:ph sz="quarter" idx="10"/>
          </p:nvPr>
        </p:nvSpPr>
        <p:spPr>
          <a:xfrm>
            <a:off x="6551712" y="2699990"/>
            <a:ext cx="10821888" cy="5760641"/>
          </a:xfrm>
        </p:spPr>
        <p:txBody>
          <a:bodyPr>
            <a:normAutofit/>
          </a:bodyPr>
          <a:lstStyle>
            <a:lvl1pPr>
              <a:defRPr sz="3600">
                <a:latin typeface="Segoe UI" charset="0"/>
                <a:ea typeface="Segoe UI" charset="0"/>
                <a:cs typeface="Segoe UI" charset="0"/>
              </a:defRPr>
            </a:lvl1pPr>
            <a:lvl2pPr>
              <a:defRPr sz="3600">
                <a:latin typeface="Segoe UI" charset="0"/>
                <a:ea typeface="Segoe UI" charset="0"/>
                <a:cs typeface="Segoe UI" charset="0"/>
              </a:defRPr>
            </a:lvl2pPr>
            <a:lvl3pPr>
              <a:defRPr sz="3600">
                <a:latin typeface="Segoe UI" charset="0"/>
                <a:ea typeface="Segoe UI" charset="0"/>
                <a:cs typeface="Segoe UI" charset="0"/>
              </a:defRPr>
            </a:lvl3pPr>
            <a:lvl4pPr>
              <a:defRPr sz="3600">
                <a:latin typeface="Segoe UI" charset="0"/>
                <a:ea typeface="Segoe UI" charset="0"/>
                <a:cs typeface="Segoe UI" charset="0"/>
              </a:defRPr>
            </a:lvl4pPr>
            <a:lvl5pPr>
              <a:defRPr sz="3600">
                <a:latin typeface="Segoe UI" charset="0"/>
                <a:ea typeface="Segoe UI" charset="0"/>
                <a:cs typeface="Segoe UI" charset="0"/>
              </a:defRPr>
            </a:lvl5pPr>
          </a:lstStyle>
          <a:p>
            <a:pPr lvl="0"/>
            <a:r>
              <a:rPr lang="fr-FR" dirty="0" smtClean="0"/>
              <a:t>Click to </a:t>
            </a:r>
            <a:r>
              <a:rPr lang="fr-FR" dirty="0" err="1" smtClean="0"/>
              <a:t>edit</a:t>
            </a:r>
            <a:r>
              <a:rPr lang="fr-FR" dirty="0" smtClean="0"/>
              <a:t> Master </a:t>
            </a:r>
            <a:r>
              <a:rPr lang="fr-FR" dirty="0" err="1" smtClean="0"/>
              <a:t>text</a:t>
            </a:r>
            <a:r>
              <a:rPr lang="fr-FR" dirty="0" smtClean="0"/>
              <a:t> styles</a:t>
            </a:r>
          </a:p>
          <a:p>
            <a:pPr lvl="1"/>
            <a:r>
              <a:rPr lang="fr-FR" dirty="0" smtClean="0"/>
              <a:t>Second </a:t>
            </a:r>
            <a:r>
              <a:rPr lang="fr-FR" dirty="0" err="1" smtClean="0"/>
              <a:t>level</a:t>
            </a:r>
            <a:endParaRPr lang="fr-FR" dirty="0" smtClean="0"/>
          </a:p>
          <a:p>
            <a:pPr lvl="2"/>
            <a:r>
              <a:rPr lang="fr-FR" dirty="0" err="1" smtClean="0"/>
              <a:t>Third</a:t>
            </a:r>
            <a:r>
              <a:rPr lang="fr-FR" dirty="0" smtClean="0"/>
              <a:t> </a:t>
            </a:r>
            <a:r>
              <a:rPr lang="fr-FR" dirty="0" err="1" smtClean="0"/>
              <a:t>level</a:t>
            </a:r>
            <a:endParaRPr lang="fr-FR" dirty="0" smtClean="0"/>
          </a:p>
          <a:p>
            <a:pPr lvl="3"/>
            <a:r>
              <a:rPr lang="fr-FR" dirty="0" err="1" smtClean="0"/>
              <a:t>Fourth</a:t>
            </a:r>
            <a:r>
              <a:rPr lang="fr-FR" dirty="0" smtClean="0"/>
              <a:t> </a:t>
            </a:r>
            <a:r>
              <a:rPr lang="fr-FR" dirty="0" err="1" smtClean="0"/>
              <a:t>level</a:t>
            </a:r>
            <a:endParaRPr lang="fr-FR" dirty="0" smtClean="0"/>
          </a:p>
          <a:p>
            <a:pPr lvl="4"/>
            <a:r>
              <a:rPr lang="fr-FR" dirty="0" err="1" smtClean="0"/>
              <a:t>Fifth</a:t>
            </a:r>
            <a:r>
              <a:rPr lang="fr-FR" dirty="0" smtClean="0"/>
              <a:t> </a:t>
            </a:r>
            <a:r>
              <a:rPr lang="fr-FR" dirty="0" err="1" smtClean="0"/>
              <a:t>level</a:t>
            </a:r>
            <a:endParaRPr lang="en-US" dirty="0"/>
          </a:p>
        </p:txBody>
      </p:sp>
      <p:sp>
        <p:nvSpPr>
          <p:cNvPr id="5" name="Picture Placeholder 4"/>
          <p:cNvSpPr>
            <a:spLocks noGrp="1"/>
          </p:cNvSpPr>
          <p:nvPr>
            <p:ph type="pic" sz="quarter" idx="11"/>
          </p:nvPr>
        </p:nvSpPr>
        <p:spPr>
          <a:xfrm>
            <a:off x="1270471" y="2981425"/>
            <a:ext cx="4561174" cy="4543141"/>
          </a:xfrm>
          <a:prstGeom prst="ellipse">
            <a:avLst/>
          </a:prstGeom>
          <a:solidFill>
            <a:schemeClr val="tx1">
              <a:lumMod val="60000"/>
              <a:lumOff val="40000"/>
            </a:schemeClr>
          </a:solidFill>
        </p:spPr>
        <p:txBody>
          <a:bodyPr/>
          <a:lstStyle/>
          <a:p>
            <a:endParaRPr lang="en-US" dirty="0"/>
          </a:p>
        </p:txBody>
      </p:sp>
      <p:pic>
        <p:nvPicPr>
          <p:cNvPr id="7"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11"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20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1341654070"/>
      </p:ext>
    </p:extLst>
  </p:cSld>
  <p:clrMapOvr>
    <a:masterClrMapping/>
  </p:clrMapOvr>
  <p:transition>
    <p:push/>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lain">
    <p:spTree>
      <p:nvGrpSpPr>
        <p:cNvPr id="1" name=""/>
        <p:cNvGrpSpPr/>
        <p:nvPr/>
      </p:nvGrpSpPr>
      <p:grpSpPr>
        <a:xfrm>
          <a:off x="0" y="0"/>
          <a:ext cx="0" cy="0"/>
          <a:chOff x="0" y="0"/>
          <a:chExt cx="0" cy="0"/>
        </a:xfrm>
      </p:grpSpPr>
      <p:sp>
        <p:nvSpPr>
          <p:cNvPr id="3"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14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1553350411"/>
      </p:ext>
    </p:extLst>
  </p:cSld>
  <p:clrMapOvr>
    <a:masterClrMapping/>
  </p:clrMapOvr>
  <p:transition>
    <p:push/>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black">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914400" y="9495612"/>
            <a:ext cx="1748880" cy="406176"/>
          </a:xfrm>
          <a:prstGeom prst="rect">
            <a:avLst/>
          </a:prstGeom>
        </p:spPr>
      </p:pic>
      <p:sp>
        <p:nvSpPr>
          <p:cNvPr id="6"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1400" smtClean="0">
                <a:solidFill>
                  <a:prstClr val="black">
                    <a:tint val="75000"/>
                  </a:prstClr>
                </a:solidFill>
              </a:rPr>
              <a:pPr>
                <a:defRPr/>
              </a:pPr>
              <a:t>‹N°›</a:t>
            </a:fld>
            <a:endParaRPr lang="en-US" sz="1400" dirty="0">
              <a:solidFill>
                <a:prstClr val="black">
                  <a:tint val="75000"/>
                </a:prstClr>
              </a:solidFill>
            </a:endParaRPr>
          </a:p>
        </p:txBody>
      </p:sp>
      <p:pic>
        <p:nvPicPr>
          <p:cNvPr id="4" name="Picture 2" descr="D:\Users\jehiggin\Documents\My Received Files\capblanc.png"/>
          <p:cNvPicPr>
            <a:picLocks noChangeAspect="1" noChangeArrowheads="1"/>
          </p:cNvPicPr>
          <p:nvPr userDrawn="1"/>
        </p:nvPicPr>
        <p:blipFill>
          <a:blip r:embed="rId4" cstate="screen"/>
          <a:srcRect/>
          <a:stretch>
            <a:fillRect/>
          </a:stretch>
        </p:blipFill>
        <p:spPr bwMode="auto">
          <a:xfrm>
            <a:off x="14040549" y="2409430"/>
            <a:ext cx="3449742" cy="800470"/>
          </a:xfrm>
          <a:prstGeom prst="rect">
            <a:avLst/>
          </a:prstGeom>
          <a:noFill/>
          <a:ln w="9525">
            <a:noFill/>
            <a:miter lim="800000"/>
            <a:headEnd/>
            <a:tailEnd/>
          </a:ln>
        </p:spPr>
      </p:pic>
      <p:pic>
        <p:nvPicPr>
          <p:cNvPr id="8" name="Picture 3" descr="D:\Users\mdrion\Documents\Perso\logo_polytech.png"/>
          <p:cNvPicPr>
            <a:picLocks noChangeAspect="1" noChangeArrowheads="1"/>
          </p:cNvPicPr>
          <p:nvPr userDrawn="1"/>
        </p:nvPicPr>
        <p:blipFill>
          <a:blip r:embed="rId5"/>
          <a:stretch>
            <a:fillRect/>
          </a:stretch>
        </p:blipFill>
        <p:spPr bwMode="auto">
          <a:xfrm>
            <a:off x="9145960" y="2106184"/>
            <a:ext cx="3960440" cy="1457902"/>
          </a:xfrm>
          <a:prstGeom prst="rect">
            <a:avLst/>
          </a:prstGeom>
          <a:noFill/>
          <a:ln>
            <a:noFill/>
          </a:ln>
        </p:spPr>
      </p:pic>
    </p:spTree>
    <p:extLst>
      <p:ext uri="{BB962C8B-B14F-4D97-AF65-F5344CB8AC3E}">
        <p14:creationId xmlns:p14="http://schemas.microsoft.com/office/powerpoint/2010/main" val="3588565746"/>
      </p:ext>
    </p:extLst>
  </p:cSld>
  <p:clrMapOvr>
    <a:masterClrMapping/>
  </p:clrMapOvr>
  <p:transition>
    <p:push/>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2">
    <p:bg>
      <p:bgPr>
        <a:solidFill>
          <a:srgbClr val="F24D1F"/>
        </a:solidFill>
        <a:effectLst/>
      </p:bgPr>
    </p:bg>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14231867" y="649666"/>
            <a:ext cx="3449742" cy="800470"/>
          </a:xfrm>
          <a:prstGeom prst="rect">
            <a:avLst/>
          </a:prstGeom>
          <a:noFill/>
          <a:ln w="9525">
            <a:noFill/>
            <a:miter lim="800000"/>
            <a:headEnd/>
            <a:tailEnd/>
          </a:ln>
        </p:spPr>
      </p:pic>
      <p:sp>
        <p:nvSpPr>
          <p:cNvPr id="3" name="Title 1"/>
          <p:cNvSpPr>
            <a:spLocks noGrp="1"/>
          </p:cNvSpPr>
          <p:nvPr>
            <p:ph type="ctrTitle" hasCustomPrompt="1"/>
          </p:nvPr>
        </p:nvSpPr>
        <p:spPr>
          <a:xfrm>
            <a:off x="5427034" y="3794601"/>
            <a:ext cx="12839700" cy="2207080"/>
          </a:xfrm>
          <a:noFill/>
        </p:spPr>
        <p:txBody>
          <a:bodyPr lIns="0" tIns="538920" rIns="395201" bIns="538920">
            <a:noAutofit/>
          </a:bodyPr>
          <a:lstStyle>
            <a:lvl1pPr algn="r">
              <a:defRPr sz="8000" baseline="0">
                <a:solidFill>
                  <a:schemeClr val="bg1"/>
                </a:solidFill>
                <a:latin typeface="Segoe UI Light" pitchFamily="34" charset="0"/>
              </a:defRPr>
            </a:lvl1pPr>
          </a:lstStyle>
          <a:p>
            <a:r>
              <a:rPr lang="fr-FR" dirty="0" smtClean="0"/>
              <a:t>Click to </a:t>
            </a:r>
            <a:r>
              <a:rPr lang="fr-FR" dirty="0" err="1" smtClean="0"/>
              <a:t>edit</a:t>
            </a:r>
            <a:endParaRPr lang="en-US" dirty="0"/>
          </a:p>
        </p:txBody>
      </p:sp>
    </p:spTree>
  </p:cSld>
  <p:clrMapOvr>
    <a:masterClrMapping/>
  </p:clrMapOvr>
  <p:transition>
    <p:push/>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5427034" y="3794601"/>
            <a:ext cx="12839700" cy="2207080"/>
          </a:xfrm>
          <a:noFill/>
        </p:spPr>
        <p:txBody>
          <a:bodyPr lIns="0" tIns="538920" rIns="395201" bIns="538920">
            <a:noAutofit/>
          </a:bodyPr>
          <a:lstStyle>
            <a:lvl1pPr algn="r">
              <a:defRPr sz="6400">
                <a:solidFill>
                  <a:schemeClr val="bg1"/>
                </a:solidFill>
                <a:latin typeface="Segoe UI Light" pitchFamily="34" charset="0"/>
              </a:defRPr>
            </a:lvl1pPr>
          </a:lstStyle>
          <a:p>
            <a:endParaRPr lang="en-US" dirty="0"/>
          </a:p>
        </p:txBody>
      </p:sp>
    </p:spTree>
  </p:cSld>
  <p:clrMapOvr>
    <a:overrideClrMapping bg1="lt1" tx1="dk1" bg2="lt2" tx2="dk2" accent1="accent1" accent2="accent2" accent3="accent3" accent4="accent4" accent5="accent5" accent6="accent6" hlink="hlink" folHlink="folHlink"/>
  </p:clrMapOvr>
  <p:transition>
    <p:push/>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chnique">
    <p:bg>
      <p:bgPr>
        <a:solidFill>
          <a:srgbClr val="39CFB6"/>
        </a:solidFill>
        <a:effectLst/>
      </p:bgPr>
    </p:bg>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5427034" y="3794601"/>
            <a:ext cx="12839700" cy="2207080"/>
          </a:xfrm>
          <a:noFill/>
        </p:spPr>
        <p:txBody>
          <a:bodyPr lIns="0" tIns="538920" rIns="395201" bIns="538920">
            <a:noAutofit/>
          </a:bodyPr>
          <a:lstStyle>
            <a:lvl1pPr algn="r">
              <a:defRPr sz="6400">
                <a:solidFill>
                  <a:schemeClr val="bg1"/>
                </a:solidFill>
                <a:latin typeface="Segoe UI Light" pitchFamily="34" charset="0"/>
              </a:defRPr>
            </a:lvl1pPr>
          </a:lstStyle>
          <a:p>
            <a:r>
              <a:rPr lang="fr-FR" dirty="0" smtClean="0"/>
              <a:t>Click to </a:t>
            </a:r>
            <a:r>
              <a:rPr lang="fr-FR" dirty="0" err="1" smtClean="0"/>
              <a:t>edit</a:t>
            </a:r>
            <a:endParaRPr lang="en-US" dirty="0"/>
          </a:p>
        </p:txBody>
      </p:sp>
      <p:pic>
        <p:nvPicPr>
          <p:cNvPr id="6"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14040549" y="2409430"/>
            <a:ext cx="3449742" cy="800470"/>
          </a:xfrm>
          <a:prstGeom prst="rect">
            <a:avLst/>
          </a:prstGeom>
          <a:noFill/>
          <a:ln w="9525">
            <a:noFill/>
            <a:miter lim="800000"/>
            <a:headEnd/>
            <a:tailEnd/>
          </a:ln>
        </p:spPr>
      </p:pic>
    </p:spTree>
  </p:cSld>
  <p:clrMapOvr>
    <a:masterClrMapping/>
  </p:clrMapOvr>
  <p:transition>
    <p:push/>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412339"/>
            <a:ext cx="16459200" cy="1716088"/>
          </a:xfrm>
        </p:spPr>
        <p:txBody>
          <a:bodyPr/>
          <a:lstStyle/>
          <a:p>
            <a:r>
              <a:rPr lang="fr-FR" smtClean="0"/>
              <a:t>Click to edit Master title style</a:t>
            </a:r>
            <a:endParaRPr lang="en-US"/>
          </a:p>
        </p:txBody>
      </p:sp>
      <p:pic>
        <p:nvPicPr>
          <p:cNvPr id="13"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6"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20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243268139"/>
      </p:ext>
    </p:extLst>
  </p:cSld>
  <p:clrMapOvr>
    <a:masterClrMapping/>
  </p:clrMapOvr>
  <p:transition>
    <p:push/>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245979" y="4315144"/>
            <a:ext cx="7769866" cy="2301829"/>
          </a:xfrm>
          <a:solidFill>
            <a:srgbClr val="02AFE9"/>
          </a:solidFill>
        </p:spPr>
        <p:txBody>
          <a:bodyPr lIns="0" tIns="1080108" rIns="792082" bIns="1080108">
            <a:noAutofit/>
          </a:bodyPr>
          <a:lstStyle>
            <a:lvl1pPr algn="ctr">
              <a:defRPr sz="4800" baseline="0">
                <a:solidFill>
                  <a:schemeClr val="bg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p:nvPr>
        </p:nvSpPr>
        <p:spPr>
          <a:xfrm>
            <a:off x="10245974" y="6938879"/>
            <a:ext cx="7769868" cy="2631334"/>
          </a:xfrm>
        </p:spPr>
        <p:txBody>
          <a:bodyPr lIns="0" rIns="792082">
            <a:normAutofit/>
          </a:bodyPr>
          <a:lstStyle>
            <a:lvl1pPr marL="0" indent="0" algn="ctr">
              <a:buNone/>
              <a:defRPr sz="3200">
                <a:solidFill>
                  <a:schemeClr val="tx1">
                    <a:tint val="75000"/>
                  </a:schemeClr>
                </a:solidFill>
                <a:latin typeface="Segoe UI Light" pitchFamily="34" charset="0"/>
              </a:defRPr>
            </a:lvl1pPr>
            <a:lvl2pPr marL="914490" indent="0" algn="ctr">
              <a:buNone/>
              <a:defRPr>
                <a:solidFill>
                  <a:schemeClr val="tx1">
                    <a:tint val="75000"/>
                  </a:schemeClr>
                </a:solidFill>
              </a:defRPr>
            </a:lvl2pPr>
            <a:lvl3pPr marL="1828985" indent="0" algn="ctr">
              <a:buNone/>
              <a:defRPr>
                <a:solidFill>
                  <a:schemeClr val="tx1">
                    <a:tint val="75000"/>
                  </a:schemeClr>
                </a:solidFill>
              </a:defRPr>
            </a:lvl3pPr>
            <a:lvl4pPr marL="2743475" indent="0" algn="ctr">
              <a:buNone/>
              <a:defRPr>
                <a:solidFill>
                  <a:schemeClr val="tx1">
                    <a:tint val="75000"/>
                  </a:schemeClr>
                </a:solidFill>
              </a:defRPr>
            </a:lvl4pPr>
            <a:lvl5pPr marL="3657965" indent="0" algn="ctr">
              <a:buNone/>
              <a:defRPr>
                <a:solidFill>
                  <a:schemeClr val="tx1">
                    <a:tint val="75000"/>
                  </a:schemeClr>
                </a:solidFill>
              </a:defRPr>
            </a:lvl5pPr>
            <a:lvl6pPr marL="4572455" indent="0" algn="ctr">
              <a:buNone/>
              <a:defRPr>
                <a:solidFill>
                  <a:schemeClr val="tx1">
                    <a:tint val="75000"/>
                  </a:schemeClr>
                </a:solidFill>
              </a:defRPr>
            </a:lvl6pPr>
            <a:lvl7pPr marL="5486948" indent="0" algn="ctr">
              <a:buNone/>
              <a:defRPr>
                <a:solidFill>
                  <a:schemeClr val="tx1">
                    <a:tint val="75000"/>
                  </a:schemeClr>
                </a:solidFill>
              </a:defRPr>
            </a:lvl7pPr>
            <a:lvl8pPr marL="6401438" indent="0" algn="ctr">
              <a:buNone/>
              <a:defRPr>
                <a:solidFill>
                  <a:schemeClr val="tx1">
                    <a:tint val="75000"/>
                  </a:schemeClr>
                </a:solidFill>
              </a:defRPr>
            </a:lvl8pPr>
            <a:lvl9pPr marL="7315930"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subtitle</a:t>
            </a:r>
            <a:r>
              <a:rPr lang="fr-FR" dirty="0" smtClean="0"/>
              <a:t> style</a:t>
            </a:r>
            <a:endParaRPr lang="en-US" dirty="0"/>
          </a:p>
        </p:txBody>
      </p:sp>
      <p:pic>
        <p:nvPicPr>
          <p:cNvPr id="9"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848029" y="500132"/>
            <a:ext cx="3449742" cy="800470"/>
          </a:xfrm>
          <a:prstGeom prst="rect">
            <a:avLst/>
          </a:prstGeom>
          <a:noFill/>
          <a:ln w="9525">
            <a:noFill/>
            <a:miter lim="800000"/>
            <a:headEnd/>
            <a:tailEnd/>
          </a:ln>
        </p:spPr>
      </p:pic>
      <p:pic>
        <p:nvPicPr>
          <p:cNvPr id="5" name="Image 13" descr="Montage-ESRI2014-pourppt.jpg"/>
          <p:cNvPicPr>
            <a:picLocks noChangeAspect="1"/>
          </p:cNvPicPr>
          <p:nvPr userDrawn="1"/>
        </p:nvPicPr>
        <p:blipFill>
          <a:blip r:embed="rId3" cstate="print"/>
          <a:srcRect l="9610" t="32144"/>
          <a:stretch>
            <a:fillRect/>
          </a:stretch>
        </p:blipFill>
        <p:spPr bwMode="auto">
          <a:xfrm>
            <a:off x="0" y="0"/>
            <a:ext cx="18288000" cy="10296525"/>
          </a:xfrm>
          <a:prstGeom prst="rect">
            <a:avLst/>
          </a:prstGeom>
          <a:noFill/>
          <a:ln w="9525">
            <a:noFill/>
            <a:miter lim="800000"/>
            <a:headEnd/>
            <a:tailEnd/>
          </a:ln>
        </p:spPr>
      </p:pic>
    </p:spTree>
    <p:extLst>
      <p:ext uri="{BB962C8B-B14F-4D97-AF65-F5344CB8AC3E}">
        <p14:creationId xmlns:p14="http://schemas.microsoft.com/office/powerpoint/2010/main" val="3331262855"/>
      </p:ext>
    </p:extLst>
  </p:cSld>
  <p:clrMapOvr>
    <a:masterClrMapping/>
  </p:clrMapOvr>
  <p:transition>
    <p:push/>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7"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1272469786"/>
      </p:ext>
    </p:extLst>
  </p:cSld>
  <p:clrMapOvr>
    <a:masterClrMapping/>
  </p:clrMapOvr>
  <p:transition>
    <p:push/>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lank black">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6"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968338082"/>
      </p:ext>
    </p:extLst>
  </p:cSld>
  <p:clrMapOvr>
    <a:masterClrMapping/>
  </p:clrMapOvr>
  <p:transition>
    <p:push/>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2">
    <p:bg>
      <p:bgPr>
        <a:solidFill>
          <a:srgbClr val="F24D1F"/>
        </a:solidFill>
        <a:effectLst/>
      </p:bgPr>
    </p:bg>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14231867" y="649662"/>
            <a:ext cx="3449742" cy="800470"/>
          </a:xfrm>
          <a:prstGeom prst="rect">
            <a:avLst/>
          </a:prstGeom>
          <a:noFill/>
          <a:ln w="9525">
            <a:noFill/>
            <a:miter lim="800000"/>
            <a:headEnd/>
            <a:tailEnd/>
          </a:ln>
        </p:spPr>
      </p:pic>
      <p:sp>
        <p:nvSpPr>
          <p:cNvPr id="3" name="Title 1"/>
          <p:cNvSpPr>
            <a:spLocks noGrp="1"/>
          </p:cNvSpPr>
          <p:nvPr>
            <p:ph type="ctrTitle" hasCustomPrompt="1"/>
          </p:nvPr>
        </p:nvSpPr>
        <p:spPr>
          <a:xfrm>
            <a:off x="5427034" y="3794597"/>
            <a:ext cx="12839700" cy="2207080"/>
          </a:xfrm>
          <a:noFill/>
        </p:spPr>
        <p:txBody>
          <a:bodyPr lIns="0" tIns="538920" rIns="395201" bIns="538920">
            <a:noAutofit/>
          </a:bodyPr>
          <a:lstStyle>
            <a:lvl1pPr algn="r">
              <a:defRPr sz="8000" baseline="0">
                <a:solidFill>
                  <a:schemeClr val="bg1"/>
                </a:solidFill>
                <a:latin typeface="Segoe UI Light" pitchFamily="34" charset="0"/>
              </a:defRPr>
            </a:lvl1pPr>
          </a:lstStyle>
          <a:p>
            <a:r>
              <a:rPr lang="fr-FR" dirty="0" smtClean="0"/>
              <a:t>Click to </a:t>
            </a:r>
            <a:r>
              <a:rPr lang="fr-FR" dirty="0" err="1" smtClean="0"/>
              <a:t>edit</a:t>
            </a:r>
            <a:endParaRPr lang="en-US" dirty="0"/>
          </a:p>
        </p:txBody>
      </p:sp>
    </p:spTree>
    <p:extLst>
      <p:ext uri="{BB962C8B-B14F-4D97-AF65-F5344CB8AC3E}">
        <p14:creationId xmlns:p14="http://schemas.microsoft.com/office/powerpoint/2010/main" val="1820388464"/>
      </p:ext>
    </p:extLst>
  </p:cSld>
  <p:clrMapOvr>
    <a:masterClrMapping/>
  </p:clrMapOvr>
  <p:transition>
    <p:push/>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3">
    <p:bg>
      <p:bgPr>
        <a:solidFill>
          <a:srgbClr val="02AFE9"/>
        </a:solidFill>
        <a:effectLst/>
      </p:bgPr>
    </p:bg>
    <p:spTree>
      <p:nvGrpSpPr>
        <p:cNvPr id="1" name=""/>
        <p:cNvGrpSpPr/>
        <p:nvPr/>
      </p:nvGrpSpPr>
      <p:grpSpPr>
        <a:xfrm>
          <a:off x="0" y="0"/>
          <a:ext cx="0" cy="0"/>
          <a:chOff x="0" y="0"/>
          <a:chExt cx="0" cy="0"/>
        </a:xfrm>
      </p:grpSpPr>
      <p:pic>
        <p:nvPicPr>
          <p:cNvPr id="5"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14040549" y="2409426"/>
            <a:ext cx="3449742" cy="800470"/>
          </a:xfrm>
          <a:prstGeom prst="rect">
            <a:avLst/>
          </a:prstGeom>
          <a:noFill/>
          <a:ln w="9525">
            <a:noFill/>
            <a:miter lim="800000"/>
            <a:headEnd/>
            <a:tailEnd/>
          </a:ln>
        </p:spPr>
      </p:pic>
      <p:sp>
        <p:nvSpPr>
          <p:cNvPr id="4" name="Title 1"/>
          <p:cNvSpPr>
            <a:spLocks noGrp="1"/>
          </p:cNvSpPr>
          <p:nvPr>
            <p:ph type="ctrTitle"/>
          </p:nvPr>
        </p:nvSpPr>
        <p:spPr>
          <a:xfrm>
            <a:off x="5427034" y="3794597"/>
            <a:ext cx="12839700" cy="2207080"/>
          </a:xfrm>
          <a:noFill/>
        </p:spPr>
        <p:txBody>
          <a:bodyPr lIns="0" tIns="538920" rIns="395201" bIns="538920">
            <a:noAutofit/>
          </a:bodyPr>
          <a:lstStyle>
            <a:lvl1pPr algn="r">
              <a:defRPr sz="6400">
                <a:solidFill>
                  <a:schemeClr val="bg1"/>
                </a:solidFill>
                <a:latin typeface="Segoe UI Light" pitchFamily="34" charset="0"/>
              </a:defRPr>
            </a:lvl1pPr>
          </a:lstStyle>
          <a:p>
            <a:endParaRPr lang="en-US" dirty="0"/>
          </a:p>
        </p:txBody>
      </p:sp>
    </p:spTree>
    <p:extLst>
      <p:ext uri="{BB962C8B-B14F-4D97-AF65-F5344CB8AC3E}">
        <p14:creationId xmlns:p14="http://schemas.microsoft.com/office/powerpoint/2010/main" val="6939507"/>
      </p:ext>
    </p:extLst>
  </p:cSld>
  <p:clrMapOvr>
    <a:masterClrMapping/>
  </p:clrMapOvr>
  <p:transition>
    <p:push/>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echnique">
    <p:bg>
      <p:bgPr>
        <a:solidFill>
          <a:srgbClr val="92D050"/>
        </a:solidFill>
        <a:effectLst/>
      </p:bgPr>
    </p:bg>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5427034" y="3794597"/>
            <a:ext cx="12839700" cy="2207080"/>
          </a:xfrm>
          <a:noFill/>
        </p:spPr>
        <p:txBody>
          <a:bodyPr lIns="0" tIns="538920" rIns="395201" bIns="538920">
            <a:noAutofit/>
          </a:bodyPr>
          <a:lstStyle>
            <a:lvl1pPr algn="r">
              <a:defRPr sz="6400">
                <a:solidFill>
                  <a:schemeClr val="bg1"/>
                </a:solidFill>
                <a:latin typeface="Segoe UI Light" pitchFamily="34" charset="0"/>
              </a:defRPr>
            </a:lvl1pPr>
          </a:lstStyle>
          <a:p>
            <a:r>
              <a:rPr lang="fr-FR" dirty="0" smtClean="0"/>
              <a:t>Click to </a:t>
            </a:r>
            <a:r>
              <a:rPr lang="fr-FR" dirty="0" err="1" smtClean="0"/>
              <a:t>edit</a:t>
            </a:r>
            <a:endParaRPr lang="en-US" dirty="0"/>
          </a:p>
        </p:txBody>
      </p:sp>
      <p:pic>
        <p:nvPicPr>
          <p:cNvPr id="6" name="Picture 2" descr="D:\Users\jehiggin\Documents\My Received Files\capblanc.png"/>
          <p:cNvPicPr>
            <a:picLocks noChangeAspect="1" noChangeArrowheads="1"/>
          </p:cNvPicPr>
          <p:nvPr userDrawn="1"/>
        </p:nvPicPr>
        <p:blipFill>
          <a:blip r:embed="rId2" cstate="screen"/>
          <a:srcRect/>
          <a:stretch>
            <a:fillRect/>
          </a:stretch>
        </p:blipFill>
        <p:spPr bwMode="auto">
          <a:xfrm>
            <a:off x="14040549" y="2409426"/>
            <a:ext cx="3449742" cy="800470"/>
          </a:xfrm>
          <a:prstGeom prst="rect">
            <a:avLst/>
          </a:prstGeom>
          <a:noFill/>
          <a:ln w="9525">
            <a:noFill/>
            <a:miter lim="800000"/>
            <a:headEnd/>
            <a:tailEnd/>
          </a:ln>
        </p:spPr>
      </p:pic>
    </p:spTree>
    <p:extLst>
      <p:ext uri="{BB962C8B-B14F-4D97-AF65-F5344CB8AC3E}">
        <p14:creationId xmlns:p14="http://schemas.microsoft.com/office/powerpoint/2010/main" val="1285228804"/>
      </p:ext>
    </p:extLst>
  </p:cSld>
  <p:clrMapOvr>
    <a:masterClrMapping/>
  </p:clrMapOvr>
  <p:transition>
    <p:push/>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Fnac master">
    <p:spTree>
      <p:nvGrpSpPr>
        <p:cNvPr id="1" name=""/>
        <p:cNvGrpSpPr/>
        <p:nvPr/>
      </p:nvGrpSpPr>
      <p:grpSpPr>
        <a:xfrm>
          <a:off x="0" y="0"/>
          <a:ext cx="0" cy="0"/>
          <a:chOff x="0" y="0"/>
          <a:chExt cx="0" cy="0"/>
        </a:xfrm>
      </p:grpSpPr>
      <p:pic>
        <p:nvPicPr>
          <p:cNvPr id="5"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1037127828"/>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pic>
        <p:nvPicPr>
          <p:cNvPr id="9"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654887343"/>
      </p:ext>
    </p:extLst>
  </p:cSld>
  <p:clrMapOvr>
    <a:masterClrMapping/>
  </p:clrMapOvr>
  <p:transition>
    <p:push/>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21_Disposition personnalisée">
    <p:spTree>
      <p:nvGrpSpPr>
        <p:cNvPr id="1" name=""/>
        <p:cNvGrpSpPr/>
        <p:nvPr/>
      </p:nvGrpSpPr>
      <p:grpSpPr>
        <a:xfrm>
          <a:off x="0" y="0"/>
          <a:ext cx="0" cy="0"/>
          <a:chOff x="0" y="0"/>
          <a:chExt cx="0" cy="0"/>
        </a:xfrm>
      </p:grpSpPr>
      <p:pic>
        <p:nvPicPr>
          <p:cNvPr id="5" name="image5.png" descr="D:\Users\jehiggin\Documents\My Received Files\capblanc.png"/>
          <p:cNvPicPr/>
          <p:nvPr userDrawn="1"/>
        </p:nvPicPr>
        <p:blipFill>
          <a:blip r:embed="rId2"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8"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87755422"/>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1"/>
          <a:ext cx="293076" cy="238346"/>
        </p:xfrm>
        <a:graphic>
          <a:graphicData uri="http://schemas.openxmlformats.org/presentationml/2006/ole">
            <mc:AlternateContent xmlns:mc="http://schemas.openxmlformats.org/markup-compatibility/2006">
              <mc:Choice xmlns:v="urn:schemas-microsoft-com:vml" Requires="v">
                <p:oleObj spid="_x0000_s20642" name="think-cell Slide" r:id="rId5" imgW="360" imgH="360" progId="">
                  <p:embed/>
                </p:oleObj>
              </mc:Choice>
              <mc:Fallback>
                <p:oleObj name="think-cell Slide" r:id="rId5" imgW="360" imgH="360" progId="">
                  <p:embed/>
                  <p:pic>
                    <p:nvPicPr>
                      <p:cNvPr id="0" name="Picture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
                        <a:ext cx="293076" cy="2383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val="1494613810"/>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_only">
    <p:spTree>
      <p:nvGrpSpPr>
        <p:cNvPr id="1" name=""/>
        <p:cNvGrpSpPr/>
        <p:nvPr/>
      </p:nvGrpSpPr>
      <p:grpSpPr>
        <a:xfrm>
          <a:off x="0" y="0"/>
          <a:ext cx="0" cy="0"/>
          <a:chOff x="0" y="0"/>
          <a:chExt cx="0" cy="0"/>
        </a:xfrm>
      </p:grpSpPr>
      <p:sp>
        <p:nvSpPr>
          <p:cNvPr id="8" name="Title 1"/>
          <p:cNvSpPr>
            <a:spLocks noGrp="1"/>
          </p:cNvSpPr>
          <p:nvPr>
            <p:ph type="title"/>
          </p:nvPr>
        </p:nvSpPr>
        <p:spPr>
          <a:xfrm>
            <a:off x="914400" y="412339"/>
            <a:ext cx="16459200" cy="1716088"/>
          </a:xfrm>
        </p:spPr>
        <p:txBody>
          <a:bodyPr/>
          <a:lstStyle>
            <a:lvl1pPr>
              <a:defRPr>
                <a:latin typeface="+mj-lt"/>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9"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endParaRPr lang="en-US" sz="1400" dirty="0">
              <a:solidFill>
                <a:prstClr val="black">
                  <a:tint val="75000"/>
                </a:prstClr>
              </a:solidFill>
            </a:endParaRPr>
          </a:p>
        </p:txBody>
      </p:sp>
    </p:spTree>
    <p:extLst>
      <p:ext uri="{BB962C8B-B14F-4D97-AF65-F5344CB8AC3E}">
        <p14:creationId xmlns:p14="http://schemas.microsoft.com/office/powerpoint/2010/main" val="787689126"/>
      </p:ext>
    </p:extLst>
  </p:cSld>
  <p:clrMapOvr>
    <a:masterClrMapping/>
  </p:clrMapOvr>
  <p:transition>
    <p:push/>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Closing 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293076" cy="238345"/>
        </p:xfrm>
        <a:graphic>
          <a:graphicData uri="http://schemas.openxmlformats.org/presentationml/2006/ole">
            <mc:AlternateContent xmlns:mc="http://schemas.openxmlformats.org/markup-compatibility/2006">
              <mc:Choice xmlns:v="urn:schemas-microsoft-com:vml" Requires="v">
                <p:oleObj spid="_x0000_s50398" name="think-cell Slide" r:id="rId19" imgW="360" imgH="360" progId="">
                  <p:embed/>
                </p:oleObj>
              </mc:Choice>
              <mc:Fallback>
                <p:oleObj name="think-cell Slide" r:id="rId19" imgW="360" imgH="360" progId="">
                  <p:embed/>
                  <p:pic>
                    <p:nvPicPr>
                      <p:cNvPr id="0" name="Object 1" hidden="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293076" cy="2383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7"/>
          <p:cNvSpPr/>
          <p:nvPr>
            <p:custDataLst>
              <p:tags r:id="rId3"/>
            </p:custDataLst>
          </p:nvPr>
        </p:nvSpPr>
        <p:spPr bwMode="auto">
          <a:xfrm flipV="1">
            <a:off x="-2932" y="2519313"/>
            <a:ext cx="18290932" cy="777721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gradFill flip="none" rotWithShape="1">
            <a:gsLst>
              <a:gs pos="0">
                <a:srgbClr val="005B7C"/>
              </a:gs>
              <a:gs pos="50000">
                <a:srgbClr val="0085B3"/>
              </a:gs>
              <a:gs pos="100000">
                <a:srgbClr val="00A0D6"/>
              </a:gs>
            </a:gsLst>
            <a:lin ang="18900000" scaled="1"/>
            <a:tileRect/>
          </a:gradFill>
          <a:ln w="12700" cmpd="sng" algn="ctr">
            <a:noFill/>
            <a:miter lim="800000"/>
            <a:headEnd/>
            <a:tailEnd/>
          </a:ln>
          <a:effectLst>
            <a:outerShdw blurRad="41275" dist="38100" dir="5400000" algn="t" rotWithShape="0">
              <a:schemeClr val="bg1">
                <a:lumMod val="65000"/>
                <a:alpha val="25000"/>
              </a:schemeClr>
            </a:outerShdw>
          </a:effectLst>
        </p:spPr>
        <p:txBody>
          <a:bodyPr lIns="59053" tIns="76768" rIns="59053" bIns="76768" anchor="ctr"/>
          <a:lstStyle/>
          <a:p>
            <a:pPr algn="ctr" defTabSz="1710840" fontAlgn="auto">
              <a:spcBef>
                <a:spcPts val="0"/>
              </a:spcBef>
              <a:spcAft>
                <a:spcPts val="0"/>
              </a:spcAft>
              <a:defRPr/>
            </a:pPr>
            <a:endParaRPr lang="en-US" sz="1800" dirty="0">
              <a:solidFill>
                <a:schemeClr val="bg1"/>
              </a:solidFill>
              <a:latin typeface="Arial"/>
              <a:cs typeface="Arial"/>
            </a:endParaRPr>
          </a:p>
        </p:txBody>
      </p:sp>
      <p:pic>
        <p:nvPicPr>
          <p:cNvPr id="4" name="Image 10" descr="Capgemini_logo_lr.tif"/>
          <p:cNvPicPr>
            <a:picLocks noChangeAspect="1"/>
          </p:cNvPicPr>
          <p:nvPr>
            <p:custDataLst>
              <p:tags r:id="rId4"/>
            </p:custDataLst>
          </p:nvPr>
        </p:nvPicPr>
        <p:blipFill>
          <a:blip r:embed="rId21" cstate="print"/>
          <a:srcRect/>
          <a:stretch>
            <a:fillRect/>
          </a:stretch>
        </p:blipFill>
        <p:spPr bwMode="auto">
          <a:xfrm>
            <a:off x="1274887" y="1396705"/>
            <a:ext cx="5823438" cy="1165510"/>
          </a:xfrm>
          <a:prstGeom prst="rect">
            <a:avLst/>
          </a:prstGeom>
          <a:noFill/>
          <a:ln w="9525">
            <a:noFill/>
            <a:miter lim="800000"/>
            <a:headEnd/>
            <a:tailEnd/>
          </a:ln>
        </p:spPr>
      </p:pic>
      <p:pic>
        <p:nvPicPr>
          <p:cNvPr id="5" name="Picture 104" descr="C:\Users\UserSim\Desktop\Capgemini\moto.emf"/>
          <p:cNvPicPr>
            <a:picLocks noChangeAspect="1" noChangeArrowheads="1"/>
          </p:cNvPicPr>
          <p:nvPr>
            <p:custDataLst>
              <p:tags r:id="rId5"/>
            </p:custDataLst>
          </p:nvPr>
        </p:nvPicPr>
        <p:blipFill>
          <a:blip r:embed="rId22" cstate="print"/>
          <a:srcRect/>
          <a:stretch>
            <a:fillRect/>
          </a:stretch>
        </p:blipFill>
        <p:spPr bwMode="auto">
          <a:xfrm>
            <a:off x="10137532" y="1761374"/>
            <a:ext cx="6731976" cy="436171"/>
          </a:xfrm>
          <a:prstGeom prst="rect">
            <a:avLst/>
          </a:prstGeom>
          <a:noFill/>
          <a:ln w="9525">
            <a:noFill/>
            <a:miter lim="800000"/>
            <a:headEnd/>
            <a:tailEnd/>
          </a:ln>
        </p:spPr>
      </p:pic>
      <p:sp>
        <p:nvSpPr>
          <p:cNvPr id="6" name="Rectangle 5"/>
          <p:cNvSpPr/>
          <p:nvPr>
            <p:custDataLst>
              <p:tags r:id="rId6"/>
            </p:custDataLst>
          </p:nvPr>
        </p:nvSpPr>
        <p:spPr>
          <a:xfrm>
            <a:off x="10199076" y="9481610"/>
            <a:ext cx="8088924" cy="519369"/>
          </a:xfrm>
          <a:prstGeom prst="rect">
            <a:avLst/>
          </a:prstGeom>
        </p:spPr>
        <p:txBody>
          <a:bodyPr lIns="59053" tIns="59053" rIns="590529" bIns="59053" anchor="b">
            <a:spAutoFit/>
          </a:bodyPr>
          <a:lstStyle/>
          <a:p>
            <a:pPr algn="r" defTabSz="1710840" fontAlgn="auto">
              <a:spcBef>
                <a:spcPts val="0"/>
              </a:spcBef>
              <a:spcAft>
                <a:spcPts val="0"/>
              </a:spcAft>
              <a:defRPr/>
            </a:pPr>
            <a:r>
              <a:rPr lang="en-US" sz="1300" dirty="0">
                <a:solidFill>
                  <a:schemeClr val="bg1"/>
                </a:solidFill>
                <a:latin typeface="Arial"/>
                <a:cs typeface="Arial"/>
              </a:rPr>
              <a:t>The information contained in this presentation is proprietary.</a:t>
            </a:r>
          </a:p>
          <a:p>
            <a:pPr algn="r" defTabSz="1710840" fontAlgn="auto">
              <a:spcBef>
                <a:spcPts val="0"/>
              </a:spcBef>
              <a:spcAft>
                <a:spcPts val="0"/>
              </a:spcAft>
              <a:defRPr/>
            </a:pPr>
            <a:r>
              <a:rPr lang="en-US" sz="1300" dirty="0">
                <a:solidFill>
                  <a:schemeClr val="bg1"/>
                </a:solidFill>
                <a:latin typeface="Arial"/>
                <a:cs typeface="Arial"/>
              </a:rPr>
              <a:t>© 2012 Capgemini. All rights reserved.</a:t>
            </a:r>
          </a:p>
        </p:txBody>
      </p:sp>
      <p:sp>
        <p:nvSpPr>
          <p:cNvPr id="7" name="Rectangle 6"/>
          <p:cNvSpPr/>
          <p:nvPr>
            <p:custDataLst>
              <p:tags r:id="rId7"/>
            </p:custDataLst>
          </p:nvPr>
        </p:nvSpPr>
        <p:spPr>
          <a:xfrm>
            <a:off x="13052482" y="8082479"/>
            <a:ext cx="5235521" cy="683868"/>
          </a:xfrm>
          <a:prstGeom prst="rect">
            <a:avLst/>
          </a:prstGeom>
        </p:spPr>
        <p:txBody>
          <a:bodyPr wrap="none" lIns="64307" tIns="64307" rIns="643068" bIns="64307" anchor="b">
            <a:spAutoFit/>
          </a:bodyPr>
          <a:lstStyle/>
          <a:p>
            <a:pPr algn="r" defTabSz="1710840" fontAlgn="auto">
              <a:spcBef>
                <a:spcPts val="0"/>
              </a:spcBef>
              <a:spcAft>
                <a:spcPts val="0"/>
              </a:spcAft>
              <a:defRPr/>
            </a:pPr>
            <a:r>
              <a:rPr lang="en-US" sz="3600" b="1" dirty="0">
                <a:solidFill>
                  <a:schemeClr val="bg1"/>
                </a:solidFill>
              </a:rPr>
              <a:t>www.capgemini.com</a:t>
            </a:r>
          </a:p>
        </p:txBody>
      </p:sp>
      <p:pic>
        <p:nvPicPr>
          <p:cNvPr id="8" name="Picture 3" descr="C:\Users\UserSim\Desktop\DS_icons\128x128 shadows\facebook.png">
            <a:hlinkClick r:id="rId23"/>
          </p:cNvPr>
          <p:cNvPicPr>
            <a:picLocks noChangeAspect="1" noChangeArrowheads="1"/>
          </p:cNvPicPr>
          <p:nvPr>
            <p:custDataLst>
              <p:tags r:id="rId8"/>
            </p:custDataLst>
          </p:nvPr>
        </p:nvPicPr>
        <p:blipFill>
          <a:blip r:embed="rId24" cstate="print"/>
          <a:srcRect/>
          <a:stretch>
            <a:fillRect/>
          </a:stretch>
        </p:blipFill>
        <p:spPr bwMode="auto">
          <a:xfrm>
            <a:off x="14656778" y="8906974"/>
            <a:ext cx="512884" cy="395654"/>
          </a:xfrm>
          <a:prstGeom prst="rect">
            <a:avLst/>
          </a:prstGeom>
          <a:noFill/>
          <a:ln w="9525">
            <a:noFill/>
            <a:miter lim="800000"/>
            <a:headEnd/>
            <a:tailEnd/>
          </a:ln>
        </p:spPr>
      </p:pic>
      <p:pic>
        <p:nvPicPr>
          <p:cNvPr id="9" name="Picture 4" descr="C:\Users\UserSim\Desktop\DS_icons\128x128 shadows\linkedin.png">
            <a:hlinkClick r:id="rId25"/>
          </p:cNvPr>
          <p:cNvPicPr>
            <a:picLocks noChangeAspect="1" noChangeArrowheads="1"/>
          </p:cNvPicPr>
          <p:nvPr>
            <p:custDataLst>
              <p:tags r:id="rId9"/>
            </p:custDataLst>
          </p:nvPr>
        </p:nvPicPr>
        <p:blipFill>
          <a:blip r:embed="rId26" cstate="print"/>
          <a:srcRect/>
          <a:stretch>
            <a:fillRect/>
          </a:stretch>
        </p:blipFill>
        <p:spPr bwMode="auto">
          <a:xfrm>
            <a:off x="15275170" y="8906972"/>
            <a:ext cx="521676" cy="400420"/>
          </a:xfrm>
          <a:prstGeom prst="rect">
            <a:avLst/>
          </a:prstGeom>
          <a:noFill/>
          <a:ln w="9525">
            <a:noFill/>
            <a:miter lim="800000"/>
            <a:headEnd/>
            <a:tailEnd/>
          </a:ln>
        </p:spPr>
      </p:pic>
      <p:pic>
        <p:nvPicPr>
          <p:cNvPr id="10" name="Picture 5" descr="C:\Users\UserSim\Desktop\DS_icons\128x128 shadows\twitter.png">
            <a:hlinkClick r:id="rId27"/>
          </p:cNvPr>
          <p:cNvPicPr>
            <a:picLocks noChangeAspect="1" noChangeArrowheads="1"/>
          </p:cNvPicPr>
          <p:nvPr>
            <p:custDataLst>
              <p:tags r:id="rId10"/>
            </p:custDataLst>
          </p:nvPr>
        </p:nvPicPr>
        <p:blipFill>
          <a:blip r:embed="rId28" cstate="print"/>
          <a:srcRect/>
          <a:stretch>
            <a:fillRect/>
          </a:stretch>
        </p:blipFill>
        <p:spPr bwMode="auto">
          <a:xfrm>
            <a:off x="16438687" y="8906972"/>
            <a:ext cx="518746" cy="400420"/>
          </a:xfrm>
          <a:prstGeom prst="rect">
            <a:avLst/>
          </a:prstGeom>
          <a:noFill/>
          <a:ln w="9525">
            <a:noFill/>
            <a:miter lim="800000"/>
            <a:headEnd/>
            <a:tailEnd/>
          </a:ln>
        </p:spPr>
      </p:pic>
      <p:pic>
        <p:nvPicPr>
          <p:cNvPr id="11" name="Picture 6" descr="C:\Users\UserSim\Desktop\DS_icons\128x128 shadows\youtube.png">
            <a:hlinkClick r:id="rId29"/>
          </p:cNvPr>
          <p:cNvPicPr>
            <a:picLocks noChangeAspect="1" noChangeArrowheads="1"/>
          </p:cNvPicPr>
          <p:nvPr>
            <p:custDataLst>
              <p:tags r:id="rId11"/>
            </p:custDataLst>
          </p:nvPr>
        </p:nvPicPr>
        <p:blipFill>
          <a:blip r:embed="rId30" cstate="print"/>
          <a:srcRect/>
          <a:stretch>
            <a:fillRect/>
          </a:stretch>
        </p:blipFill>
        <p:spPr bwMode="auto">
          <a:xfrm>
            <a:off x="17062938" y="8906972"/>
            <a:ext cx="518748" cy="400420"/>
          </a:xfrm>
          <a:prstGeom prst="rect">
            <a:avLst/>
          </a:prstGeom>
          <a:noFill/>
          <a:ln w="9525">
            <a:noFill/>
            <a:miter lim="800000"/>
            <a:headEnd/>
            <a:tailEnd/>
          </a:ln>
        </p:spPr>
      </p:pic>
      <p:pic>
        <p:nvPicPr>
          <p:cNvPr id="12" name="Image 22" descr="Picto_Slideshare.gif">
            <a:hlinkClick r:id="rId31"/>
          </p:cNvPr>
          <p:cNvPicPr preferRelativeResize="0">
            <a:picLocks/>
          </p:cNvPicPr>
          <p:nvPr>
            <p:custDataLst>
              <p:tags r:id="rId12"/>
            </p:custDataLst>
          </p:nvPr>
        </p:nvPicPr>
        <p:blipFill>
          <a:blip r:embed="rId32" cstate="email"/>
          <a:srcRect l="4793" t="6316" r="5718" b="7969"/>
          <a:stretch>
            <a:fillRect/>
          </a:stretch>
        </p:blipFill>
        <p:spPr>
          <a:xfrm>
            <a:off x="15901235" y="8907063"/>
            <a:ext cx="430822" cy="357518"/>
          </a:xfrm>
          <a:prstGeom prst="roundRect">
            <a:avLst/>
          </a:prstGeom>
          <a:effectLst>
            <a:outerShdw blurRad="38100" dist="25400" dir="5400000" sx="98000" sy="98000" algn="t" rotWithShape="0">
              <a:schemeClr val="tx2">
                <a:alpha val="51000"/>
              </a:schemeClr>
            </a:outerShdw>
          </a:effectLst>
        </p:spPr>
      </p:pic>
      <p:graphicFrame>
        <p:nvGraphicFramePr>
          <p:cNvPr id="13" name="Object 3" hidden="1"/>
          <p:cNvGraphicFramePr>
            <a:graphicFrameLocks noChangeAspect="1"/>
          </p:cNvGraphicFramePr>
          <p:nvPr>
            <p:custDataLst>
              <p:tags r:id="rId13"/>
            </p:custDataLst>
          </p:nvPr>
        </p:nvGraphicFramePr>
        <p:xfrm>
          <a:off x="1" y="2"/>
          <a:ext cx="272562" cy="216895"/>
        </p:xfrm>
        <a:graphic>
          <a:graphicData uri="http://schemas.openxmlformats.org/presentationml/2006/ole">
            <mc:AlternateContent xmlns:mc="http://schemas.openxmlformats.org/markup-compatibility/2006">
              <mc:Choice xmlns:v="urn:schemas-microsoft-com:vml" Requires="v">
                <p:oleObj spid="_x0000_s50399" name="think-cell Slide" r:id="rId33" imgW="360" imgH="360" progId="">
                  <p:embed/>
                </p:oleObj>
              </mc:Choice>
              <mc:Fallback>
                <p:oleObj name="think-cell Slide" r:id="rId33" imgW="360" imgH="360" progId="">
                  <p:embed/>
                  <p:pic>
                    <p:nvPicPr>
                      <p:cNvPr id="0" name="Object 3" hidden="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 y="2"/>
                        <a:ext cx="272562" cy="2168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 name="Group 351"/>
          <p:cNvGrpSpPr>
            <a:grpSpLocks/>
          </p:cNvGrpSpPr>
          <p:nvPr userDrawn="1">
            <p:custDataLst>
              <p:tags r:id="rId14"/>
            </p:custDataLst>
          </p:nvPr>
        </p:nvGrpSpPr>
        <p:grpSpPr bwMode="auto">
          <a:xfrm>
            <a:off x="10673863" y="4893236"/>
            <a:ext cx="6834554" cy="3179529"/>
            <a:chOff x="5511798" y="3584333"/>
            <a:chExt cx="4818106" cy="2816468"/>
          </a:xfrm>
        </p:grpSpPr>
        <p:grpSp>
          <p:nvGrpSpPr>
            <p:cNvPr id="15" name="Group 54"/>
            <p:cNvGrpSpPr>
              <a:grpSpLocks/>
            </p:cNvGrpSpPr>
            <p:nvPr userDrawn="1">
              <p:custDataLst>
                <p:tags r:id="rId16"/>
              </p:custDataLst>
            </p:nvPr>
          </p:nvGrpSpPr>
          <p:grpSpPr bwMode="auto">
            <a:xfrm>
              <a:off x="5511798" y="3584333"/>
              <a:ext cx="4818106" cy="2816468"/>
              <a:chOff x="-6346822" y="2366960"/>
              <a:chExt cx="5613397" cy="3281360"/>
            </a:xfrm>
          </p:grpSpPr>
          <p:grpSp>
            <p:nvGrpSpPr>
              <p:cNvPr id="16" name="Group 205"/>
              <p:cNvGrpSpPr>
                <a:grpSpLocks/>
              </p:cNvGrpSpPr>
              <p:nvPr/>
            </p:nvGrpSpPr>
            <p:grpSpPr bwMode="auto">
              <a:xfrm>
                <a:off x="-6170610" y="2416173"/>
                <a:ext cx="5135561" cy="3197223"/>
                <a:chOff x="-3887" y="1522"/>
                <a:chExt cx="3235" cy="2014"/>
              </a:xfrm>
            </p:grpSpPr>
            <p:sp>
              <p:nvSpPr>
                <p:cNvPr id="144" name="Freeform 5"/>
                <p:cNvSpPr>
                  <a:spLocks noEditPoints="1"/>
                </p:cNvSpPr>
                <p:nvPr/>
              </p:nvSpPr>
              <p:spPr bwMode="auto">
                <a:xfrm>
                  <a:off x="-2016" y="3070"/>
                  <a:ext cx="136" cy="2"/>
                </a:xfrm>
                <a:custGeom>
                  <a:avLst/>
                  <a:gdLst/>
                  <a:ahLst/>
                  <a:cxnLst>
                    <a:cxn ang="0">
                      <a:pos x="58" y="1"/>
                    </a:cxn>
                    <a:cxn ang="0">
                      <a:pos x="58" y="0"/>
                    </a:cxn>
                    <a:cxn ang="0">
                      <a:pos x="0" y="0"/>
                    </a:cxn>
                    <a:cxn ang="0">
                      <a:pos x="0" y="1"/>
                    </a:cxn>
                    <a:cxn ang="0">
                      <a:pos x="58" y="0"/>
                    </a:cxn>
                    <a:cxn ang="0">
                      <a:pos x="58" y="0"/>
                    </a:cxn>
                  </a:cxnLst>
                  <a:rect l="0" t="0" r="r" b="b"/>
                  <a:pathLst>
                    <a:path w="58" h="1">
                      <a:moveTo>
                        <a:pt x="58" y="1"/>
                      </a:moveTo>
                      <a:cubicBezTo>
                        <a:pt x="58" y="0"/>
                        <a:pt x="58" y="0"/>
                        <a:pt x="58" y="0"/>
                      </a:cubicBezTo>
                      <a:moveTo>
                        <a:pt x="0" y="0"/>
                      </a:moveTo>
                      <a:cubicBezTo>
                        <a:pt x="0" y="1"/>
                        <a:pt x="0" y="1"/>
                        <a:pt x="0" y="1"/>
                      </a:cubicBezTo>
                      <a:moveTo>
                        <a:pt x="58" y="0"/>
                      </a:moveTo>
                      <a:cubicBezTo>
                        <a:pt x="58" y="0"/>
                        <a:pt x="58" y="0"/>
                        <a:pt x="5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5" name="Freeform 6"/>
                <p:cNvSpPr>
                  <a:spLocks/>
                </p:cNvSpPr>
                <p:nvPr/>
              </p:nvSpPr>
              <p:spPr bwMode="auto">
                <a:xfrm>
                  <a:off x="-2718" y="2861"/>
                  <a:ext cx="12" cy="3"/>
                </a:xfrm>
                <a:custGeom>
                  <a:avLst/>
                  <a:gdLst/>
                  <a:ahLst/>
                  <a:cxnLst>
                    <a:cxn ang="0">
                      <a:pos x="5" y="0"/>
                    </a:cxn>
                    <a:cxn ang="0">
                      <a:pos x="0" y="0"/>
                    </a:cxn>
                    <a:cxn ang="0">
                      <a:pos x="0" y="1"/>
                    </a:cxn>
                    <a:cxn ang="0">
                      <a:pos x="5" y="1"/>
                    </a:cxn>
                    <a:cxn ang="0">
                      <a:pos x="5" y="0"/>
                    </a:cxn>
                  </a:cxnLst>
                  <a:rect l="0" t="0" r="r" b="b"/>
                  <a:pathLst>
                    <a:path w="5" h="1">
                      <a:moveTo>
                        <a:pt x="5" y="0"/>
                      </a:moveTo>
                      <a:cubicBezTo>
                        <a:pt x="0" y="0"/>
                        <a:pt x="0" y="0"/>
                        <a:pt x="0" y="0"/>
                      </a:cubicBezTo>
                      <a:cubicBezTo>
                        <a:pt x="0" y="1"/>
                        <a:pt x="0" y="1"/>
                        <a:pt x="0" y="1"/>
                      </a:cubicBezTo>
                      <a:cubicBezTo>
                        <a:pt x="5" y="1"/>
                        <a:pt x="5" y="1"/>
                        <a:pt x="5" y="1"/>
                      </a:cubicBezTo>
                      <a:cubicBezTo>
                        <a:pt x="5" y="0"/>
                        <a:pt x="5" y="0"/>
                        <a:pt x="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6" name="Freeform 7"/>
                <p:cNvSpPr>
                  <a:spLocks/>
                </p:cNvSpPr>
                <p:nvPr/>
              </p:nvSpPr>
              <p:spPr bwMode="auto">
                <a:xfrm>
                  <a:off x="-1028" y="2861"/>
                  <a:ext cx="2" cy="3"/>
                </a:xfrm>
                <a:custGeom>
                  <a:avLst/>
                  <a:gdLst/>
                  <a:ahLst/>
                  <a:cxnLst>
                    <a:cxn ang="0">
                      <a:pos x="0" y="0"/>
                    </a:cxn>
                    <a:cxn ang="0">
                      <a:pos x="0" y="1"/>
                    </a:cxn>
                    <a:cxn ang="0">
                      <a:pos x="0" y="1"/>
                    </a:cxn>
                    <a:cxn ang="0">
                      <a:pos x="0" y="0"/>
                    </a:cxn>
                  </a:cxnLst>
                  <a:rect l="0" t="0" r="r" b="b"/>
                  <a:pathLst>
                    <a:path h="1">
                      <a:moveTo>
                        <a:pt x="0" y="0"/>
                      </a:move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7" name="Freeform 8"/>
                <p:cNvSpPr>
                  <a:spLocks noEditPoints="1"/>
                </p:cNvSpPr>
                <p:nvPr/>
              </p:nvSpPr>
              <p:spPr bwMode="auto">
                <a:xfrm>
                  <a:off x="-2197" y="2222"/>
                  <a:ext cx="1257" cy="3"/>
                </a:xfrm>
                <a:custGeom>
                  <a:avLst/>
                  <a:gdLst/>
                  <a:ahLst/>
                  <a:cxnLst>
                    <a:cxn ang="0">
                      <a:pos x="0" y="0"/>
                    </a:cxn>
                    <a:cxn ang="0">
                      <a:pos x="0" y="0"/>
                    </a:cxn>
                    <a:cxn ang="0">
                      <a:pos x="0" y="1"/>
                    </a:cxn>
                    <a:cxn ang="0">
                      <a:pos x="0" y="0"/>
                    </a:cxn>
                    <a:cxn ang="0">
                      <a:pos x="230" y="0"/>
                    </a:cxn>
                    <a:cxn ang="0">
                      <a:pos x="228" y="0"/>
                    </a:cxn>
                    <a:cxn ang="0">
                      <a:pos x="228" y="1"/>
                    </a:cxn>
                    <a:cxn ang="0">
                      <a:pos x="230" y="1"/>
                    </a:cxn>
                    <a:cxn ang="0">
                      <a:pos x="230" y="0"/>
                    </a:cxn>
                    <a:cxn ang="0">
                      <a:pos x="431" y="0"/>
                    </a:cxn>
                    <a:cxn ang="0">
                      <a:pos x="426" y="0"/>
                    </a:cxn>
                    <a:cxn ang="0">
                      <a:pos x="426" y="1"/>
                    </a:cxn>
                    <a:cxn ang="0">
                      <a:pos x="431" y="1"/>
                    </a:cxn>
                    <a:cxn ang="0">
                      <a:pos x="431" y="0"/>
                    </a:cxn>
                    <a:cxn ang="0">
                      <a:pos x="442" y="0"/>
                    </a:cxn>
                    <a:cxn ang="0">
                      <a:pos x="436" y="0"/>
                    </a:cxn>
                    <a:cxn ang="0">
                      <a:pos x="436" y="1"/>
                    </a:cxn>
                    <a:cxn ang="0">
                      <a:pos x="442" y="1"/>
                    </a:cxn>
                    <a:cxn ang="0">
                      <a:pos x="442" y="0"/>
                    </a:cxn>
                    <a:cxn ang="0">
                      <a:pos x="462" y="0"/>
                    </a:cxn>
                    <a:cxn ang="0">
                      <a:pos x="458" y="0"/>
                    </a:cxn>
                    <a:cxn ang="0">
                      <a:pos x="459" y="1"/>
                    </a:cxn>
                    <a:cxn ang="0">
                      <a:pos x="462" y="1"/>
                    </a:cxn>
                    <a:cxn ang="0">
                      <a:pos x="462" y="0"/>
                    </a:cxn>
                    <a:cxn ang="0">
                      <a:pos x="530" y="0"/>
                    </a:cxn>
                    <a:cxn ang="0">
                      <a:pos x="530" y="0"/>
                    </a:cxn>
                    <a:cxn ang="0">
                      <a:pos x="530" y="1"/>
                    </a:cxn>
                    <a:cxn ang="0">
                      <a:pos x="531" y="1"/>
                    </a:cxn>
                    <a:cxn ang="0">
                      <a:pos x="530" y="0"/>
                    </a:cxn>
                  </a:cxnLst>
                  <a:rect l="0" t="0" r="r" b="b"/>
                  <a:pathLst>
                    <a:path w="531" h="1">
                      <a:moveTo>
                        <a:pt x="0" y="0"/>
                      </a:moveTo>
                      <a:cubicBezTo>
                        <a:pt x="0" y="0"/>
                        <a:pt x="0" y="0"/>
                        <a:pt x="0" y="0"/>
                      </a:cubicBezTo>
                      <a:cubicBezTo>
                        <a:pt x="0" y="1"/>
                        <a:pt x="0" y="1"/>
                        <a:pt x="0" y="1"/>
                      </a:cubicBezTo>
                      <a:cubicBezTo>
                        <a:pt x="0" y="0"/>
                        <a:pt x="0" y="0"/>
                        <a:pt x="0" y="0"/>
                      </a:cubicBezTo>
                      <a:moveTo>
                        <a:pt x="230" y="0"/>
                      </a:moveTo>
                      <a:cubicBezTo>
                        <a:pt x="228" y="0"/>
                        <a:pt x="228" y="0"/>
                        <a:pt x="228" y="0"/>
                      </a:cubicBezTo>
                      <a:cubicBezTo>
                        <a:pt x="228" y="1"/>
                        <a:pt x="228" y="1"/>
                        <a:pt x="228" y="1"/>
                      </a:cubicBezTo>
                      <a:cubicBezTo>
                        <a:pt x="230" y="1"/>
                        <a:pt x="230" y="1"/>
                        <a:pt x="230" y="1"/>
                      </a:cubicBezTo>
                      <a:cubicBezTo>
                        <a:pt x="230" y="0"/>
                        <a:pt x="230" y="0"/>
                        <a:pt x="230"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6" y="0"/>
                        <a:pt x="436" y="0"/>
                        <a:pt x="436" y="0"/>
                      </a:cubicBezTo>
                      <a:cubicBezTo>
                        <a:pt x="436" y="1"/>
                        <a:pt x="436" y="1"/>
                        <a:pt x="436" y="1"/>
                      </a:cubicBezTo>
                      <a:cubicBezTo>
                        <a:pt x="442" y="1"/>
                        <a:pt x="442" y="1"/>
                        <a:pt x="442" y="1"/>
                      </a:cubicBezTo>
                      <a:cubicBezTo>
                        <a:pt x="442" y="0"/>
                        <a:pt x="442" y="0"/>
                        <a:pt x="442" y="0"/>
                      </a:cubicBezTo>
                      <a:moveTo>
                        <a:pt x="462" y="0"/>
                      </a:moveTo>
                      <a:cubicBezTo>
                        <a:pt x="458" y="0"/>
                        <a:pt x="458" y="0"/>
                        <a:pt x="458" y="0"/>
                      </a:cubicBezTo>
                      <a:cubicBezTo>
                        <a:pt x="458" y="0"/>
                        <a:pt x="458" y="0"/>
                        <a:pt x="459" y="1"/>
                      </a:cubicBezTo>
                      <a:cubicBezTo>
                        <a:pt x="462" y="1"/>
                        <a:pt x="462" y="1"/>
                        <a:pt x="462" y="1"/>
                      </a:cubicBezTo>
                      <a:cubicBezTo>
                        <a:pt x="462" y="0"/>
                        <a:pt x="462" y="0"/>
                        <a:pt x="462" y="0"/>
                      </a:cubicBezTo>
                      <a:moveTo>
                        <a:pt x="530" y="0"/>
                      </a:moveTo>
                      <a:cubicBezTo>
                        <a:pt x="530" y="0"/>
                        <a:pt x="530" y="0"/>
                        <a:pt x="530" y="0"/>
                      </a:cubicBezTo>
                      <a:cubicBezTo>
                        <a:pt x="530" y="1"/>
                        <a:pt x="530" y="1"/>
                        <a:pt x="530" y="1"/>
                      </a:cubicBezTo>
                      <a:cubicBezTo>
                        <a:pt x="531" y="1"/>
                        <a:pt x="531" y="1"/>
                        <a:pt x="531" y="1"/>
                      </a:cubicBezTo>
                      <a:cubicBezTo>
                        <a:pt x="530" y="0"/>
                        <a:pt x="530" y="0"/>
                        <a:pt x="53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8" name="Freeform 9"/>
                <p:cNvSpPr>
                  <a:spLocks noEditPoints="1"/>
                </p:cNvSpPr>
                <p:nvPr/>
              </p:nvSpPr>
              <p:spPr bwMode="auto">
                <a:xfrm>
                  <a:off x="-3755" y="2222"/>
                  <a:ext cx="74" cy="3"/>
                </a:xfrm>
                <a:custGeom>
                  <a:avLst/>
                  <a:gdLst/>
                  <a:ahLst/>
                  <a:cxnLst>
                    <a:cxn ang="0">
                      <a:pos x="0" y="0"/>
                    </a:cxn>
                    <a:cxn ang="0">
                      <a:pos x="0" y="0"/>
                    </a:cxn>
                    <a:cxn ang="0">
                      <a:pos x="0" y="1"/>
                    </a:cxn>
                    <a:cxn ang="0">
                      <a:pos x="0" y="1"/>
                    </a:cxn>
                    <a:cxn ang="0">
                      <a:pos x="0" y="0"/>
                    </a:cxn>
                    <a:cxn ang="0">
                      <a:pos x="31" y="0"/>
                    </a:cxn>
                    <a:cxn ang="0">
                      <a:pos x="31" y="0"/>
                    </a:cxn>
                  </a:cxnLst>
                  <a:rect l="0" t="0" r="r" b="b"/>
                  <a:pathLst>
                    <a:path w="31" h="1">
                      <a:moveTo>
                        <a:pt x="0" y="0"/>
                      </a:moveTo>
                      <a:cubicBezTo>
                        <a:pt x="0" y="0"/>
                        <a:pt x="0" y="0"/>
                        <a:pt x="0" y="0"/>
                      </a:cubicBezTo>
                      <a:cubicBezTo>
                        <a:pt x="0" y="0"/>
                        <a:pt x="0" y="0"/>
                        <a:pt x="0" y="1"/>
                      </a:cubicBezTo>
                      <a:cubicBezTo>
                        <a:pt x="0" y="1"/>
                        <a:pt x="0" y="1"/>
                        <a:pt x="0" y="1"/>
                      </a:cubicBezTo>
                      <a:cubicBezTo>
                        <a:pt x="0" y="0"/>
                        <a:pt x="0" y="0"/>
                        <a:pt x="0" y="0"/>
                      </a:cubicBezTo>
                      <a:moveTo>
                        <a:pt x="31" y="0"/>
                      </a:moveTo>
                      <a:cubicBezTo>
                        <a:pt x="31" y="0"/>
                        <a:pt x="31" y="0"/>
                        <a:pt x="3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9" name="Freeform 10"/>
                <p:cNvSpPr>
                  <a:spLocks noEditPoints="1"/>
                </p:cNvSpPr>
                <p:nvPr/>
              </p:nvSpPr>
              <p:spPr bwMode="auto">
                <a:xfrm>
                  <a:off x="-2263" y="1682"/>
                  <a:ext cx="1069" cy="3"/>
                </a:xfrm>
                <a:custGeom>
                  <a:avLst/>
                  <a:gdLst/>
                  <a:ahLst/>
                  <a:cxnLst>
                    <a:cxn ang="0">
                      <a:pos x="5" y="0"/>
                    </a:cxn>
                    <a:cxn ang="0">
                      <a:pos x="0" y="0"/>
                    </a:cxn>
                    <a:cxn ang="0">
                      <a:pos x="0" y="1"/>
                    </a:cxn>
                    <a:cxn ang="0">
                      <a:pos x="5" y="1"/>
                    </a:cxn>
                    <a:cxn ang="0">
                      <a:pos x="5" y="0"/>
                    </a:cxn>
                    <a:cxn ang="0">
                      <a:pos x="119" y="0"/>
                    </a:cxn>
                    <a:cxn ang="0">
                      <a:pos x="114" y="0"/>
                    </a:cxn>
                    <a:cxn ang="0">
                      <a:pos x="114" y="1"/>
                    </a:cxn>
                    <a:cxn ang="0">
                      <a:pos x="119" y="1"/>
                    </a:cxn>
                    <a:cxn ang="0">
                      <a:pos x="119" y="0"/>
                    </a:cxn>
                    <a:cxn ang="0">
                      <a:pos x="167" y="0"/>
                    </a:cxn>
                    <a:cxn ang="0">
                      <a:pos x="166" y="0"/>
                    </a:cxn>
                    <a:cxn ang="0">
                      <a:pos x="166" y="1"/>
                    </a:cxn>
                    <a:cxn ang="0">
                      <a:pos x="167" y="1"/>
                    </a:cxn>
                    <a:cxn ang="0">
                      <a:pos x="167" y="0"/>
                    </a:cxn>
                    <a:cxn ang="0">
                      <a:pos x="223" y="0"/>
                    </a:cxn>
                    <a:cxn ang="0">
                      <a:pos x="218" y="0"/>
                    </a:cxn>
                    <a:cxn ang="0">
                      <a:pos x="218" y="1"/>
                    </a:cxn>
                    <a:cxn ang="0">
                      <a:pos x="223" y="1"/>
                    </a:cxn>
                    <a:cxn ang="0">
                      <a:pos x="223" y="0"/>
                    </a:cxn>
                    <a:cxn ang="0">
                      <a:pos x="327" y="0"/>
                    </a:cxn>
                    <a:cxn ang="0">
                      <a:pos x="326" y="0"/>
                    </a:cxn>
                    <a:cxn ang="0">
                      <a:pos x="327" y="1"/>
                    </a:cxn>
                    <a:cxn ang="0">
                      <a:pos x="327" y="1"/>
                    </a:cxn>
                    <a:cxn ang="0">
                      <a:pos x="327" y="0"/>
                    </a:cxn>
                    <a:cxn ang="0">
                      <a:pos x="431" y="0"/>
                    </a:cxn>
                    <a:cxn ang="0">
                      <a:pos x="426" y="0"/>
                    </a:cxn>
                    <a:cxn ang="0">
                      <a:pos x="426" y="1"/>
                    </a:cxn>
                    <a:cxn ang="0">
                      <a:pos x="431" y="1"/>
                    </a:cxn>
                    <a:cxn ang="0">
                      <a:pos x="431" y="0"/>
                    </a:cxn>
                    <a:cxn ang="0">
                      <a:pos x="442" y="0"/>
                    </a:cxn>
                    <a:cxn ang="0">
                      <a:pos x="437" y="0"/>
                    </a:cxn>
                    <a:cxn ang="0">
                      <a:pos x="437" y="1"/>
                    </a:cxn>
                    <a:cxn ang="0">
                      <a:pos x="442" y="1"/>
                    </a:cxn>
                    <a:cxn ang="0">
                      <a:pos x="442" y="0"/>
                    </a:cxn>
                    <a:cxn ang="0">
                      <a:pos x="447" y="0"/>
                    </a:cxn>
                    <a:cxn ang="0">
                      <a:pos x="447" y="0"/>
                    </a:cxn>
                    <a:cxn ang="0">
                      <a:pos x="447" y="1"/>
                    </a:cxn>
                    <a:cxn ang="0">
                      <a:pos x="449" y="1"/>
                    </a:cxn>
                    <a:cxn ang="0">
                      <a:pos x="447" y="0"/>
                    </a:cxn>
                    <a:cxn ang="0">
                      <a:pos x="452" y="0"/>
                    </a:cxn>
                    <a:cxn ang="0">
                      <a:pos x="450" y="0"/>
                    </a:cxn>
                    <a:cxn ang="0">
                      <a:pos x="451" y="1"/>
                    </a:cxn>
                    <a:cxn ang="0">
                      <a:pos x="452" y="1"/>
                    </a:cxn>
                    <a:cxn ang="0">
                      <a:pos x="452" y="0"/>
                    </a:cxn>
                  </a:cxnLst>
                  <a:rect l="0" t="0" r="r" b="b"/>
                  <a:pathLst>
                    <a:path w="452" h="1">
                      <a:moveTo>
                        <a:pt x="5" y="0"/>
                      </a:moveTo>
                      <a:cubicBezTo>
                        <a:pt x="0" y="0"/>
                        <a:pt x="0" y="0"/>
                        <a:pt x="0" y="0"/>
                      </a:cubicBezTo>
                      <a:cubicBezTo>
                        <a:pt x="0" y="1"/>
                        <a:pt x="0" y="1"/>
                        <a:pt x="0" y="1"/>
                      </a:cubicBezTo>
                      <a:cubicBezTo>
                        <a:pt x="5" y="1"/>
                        <a:pt x="5" y="1"/>
                        <a:pt x="5" y="1"/>
                      </a:cubicBezTo>
                      <a:cubicBezTo>
                        <a:pt x="5" y="0"/>
                        <a:pt x="5" y="0"/>
                        <a:pt x="5" y="0"/>
                      </a:cubicBezTo>
                      <a:moveTo>
                        <a:pt x="119" y="0"/>
                      </a:moveTo>
                      <a:cubicBezTo>
                        <a:pt x="114" y="0"/>
                        <a:pt x="114" y="0"/>
                        <a:pt x="114" y="0"/>
                      </a:cubicBezTo>
                      <a:cubicBezTo>
                        <a:pt x="114" y="1"/>
                        <a:pt x="114" y="1"/>
                        <a:pt x="114" y="1"/>
                      </a:cubicBezTo>
                      <a:cubicBezTo>
                        <a:pt x="119" y="1"/>
                        <a:pt x="119" y="1"/>
                        <a:pt x="119" y="1"/>
                      </a:cubicBezTo>
                      <a:cubicBezTo>
                        <a:pt x="119" y="0"/>
                        <a:pt x="119" y="0"/>
                        <a:pt x="119" y="0"/>
                      </a:cubicBezTo>
                      <a:moveTo>
                        <a:pt x="167" y="0"/>
                      </a:moveTo>
                      <a:cubicBezTo>
                        <a:pt x="166" y="0"/>
                        <a:pt x="166" y="0"/>
                        <a:pt x="166" y="0"/>
                      </a:cubicBezTo>
                      <a:cubicBezTo>
                        <a:pt x="166" y="1"/>
                        <a:pt x="166" y="1"/>
                        <a:pt x="166" y="1"/>
                      </a:cubicBezTo>
                      <a:cubicBezTo>
                        <a:pt x="167" y="1"/>
                        <a:pt x="167" y="1"/>
                        <a:pt x="167" y="1"/>
                      </a:cubicBezTo>
                      <a:cubicBezTo>
                        <a:pt x="167" y="1"/>
                        <a:pt x="167" y="1"/>
                        <a:pt x="167" y="0"/>
                      </a:cubicBezTo>
                      <a:moveTo>
                        <a:pt x="223" y="0"/>
                      </a:moveTo>
                      <a:cubicBezTo>
                        <a:pt x="218" y="0"/>
                        <a:pt x="218" y="0"/>
                        <a:pt x="218" y="0"/>
                      </a:cubicBezTo>
                      <a:cubicBezTo>
                        <a:pt x="218" y="1"/>
                        <a:pt x="218" y="1"/>
                        <a:pt x="218" y="1"/>
                      </a:cubicBezTo>
                      <a:cubicBezTo>
                        <a:pt x="223" y="1"/>
                        <a:pt x="223" y="1"/>
                        <a:pt x="223" y="1"/>
                      </a:cubicBezTo>
                      <a:cubicBezTo>
                        <a:pt x="223" y="0"/>
                        <a:pt x="223" y="0"/>
                        <a:pt x="223" y="0"/>
                      </a:cubicBezTo>
                      <a:moveTo>
                        <a:pt x="327" y="0"/>
                      </a:moveTo>
                      <a:cubicBezTo>
                        <a:pt x="326" y="0"/>
                        <a:pt x="326" y="0"/>
                        <a:pt x="326" y="0"/>
                      </a:cubicBezTo>
                      <a:cubicBezTo>
                        <a:pt x="327" y="1"/>
                        <a:pt x="327" y="1"/>
                        <a:pt x="327" y="1"/>
                      </a:cubicBezTo>
                      <a:cubicBezTo>
                        <a:pt x="327" y="1"/>
                        <a:pt x="327" y="1"/>
                        <a:pt x="327" y="1"/>
                      </a:cubicBezTo>
                      <a:cubicBezTo>
                        <a:pt x="327" y="0"/>
                        <a:pt x="327" y="0"/>
                        <a:pt x="327"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7" y="0"/>
                        <a:pt x="437" y="0"/>
                        <a:pt x="437" y="0"/>
                      </a:cubicBezTo>
                      <a:cubicBezTo>
                        <a:pt x="437" y="1"/>
                        <a:pt x="437" y="1"/>
                        <a:pt x="437" y="1"/>
                      </a:cubicBezTo>
                      <a:cubicBezTo>
                        <a:pt x="442" y="1"/>
                        <a:pt x="442" y="1"/>
                        <a:pt x="442" y="1"/>
                      </a:cubicBezTo>
                      <a:cubicBezTo>
                        <a:pt x="442" y="0"/>
                        <a:pt x="442" y="0"/>
                        <a:pt x="442" y="0"/>
                      </a:cubicBezTo>
                      <a:moveTo>
                        <a:pt x="447" y="0"/>
                      </a:moveTo>
                      <a:cubicBezTo>
                        <a:pt x="447" y="0"/>
                        <a:pt x="447" y="0"/>
                        <a:pt x="447" y="0"/>
                      </a:cubicBezTo>
                      <a:cubicBezTo>
                        <a:pt x="447" y="1"/>
                        <a:pt x="447" y="1"/>
                        <a:pt x="447" y="1"/>
                      </a:cubicBezTo>
                      <a:cubicBezTo>
                        <a:pt x="449" y="1"/>
                        <a:pt x="449" y="1"/>
                        <a:pt x="449" y="1"/>
                      </a:cubicBezTo>
                      <a:cubicBezTo>
                        <a:pt x="449" y="1"/>
                        <a:pt x="448" y="1"/>
                        <a:pt x="447" y="0"/>
                      </a:cubicBezTo>
                      <a:moveTo>
                        <a:pt x="452" y="0"/>
                      </a:moveTo>
                      <a:cubicBezTo>
                        <a:pt x="450" y="0"/>
                        <a:pt x="450" y="0"/>
                        <a:pt x="450" y="0"/>
                      </a:cubicBezTo>
                      <a:cubicBezTo>
                        <a:pt x="450" y="1"/>
                        <a:pt x="451" y="1"/>
                        <a:pt x="451" y="1"/>
                      </a:cubicBezTo>
                      <a:cubicBezTo>
                        <a:pt x="452" y="1"/>
                        <a:pt x="452" y="1"/>
                        <a:pt x="452" y="1"/>
                      </a:cubicBezTo>
                      <a:cubicBezTo>
                        <a:pt x="452" y="0"/>
                        <a:pt x="452" y="0"/>
                        <a:pt x="45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0" name="Freeform 11"/>
                <p:cNvSpPr>
                  <a:spLocks noEditPoints="1"/>
                </p:cNvSpPr>
                <p:nvPr/>
              </p:nvSpPr>
              <p:spPr bwMode="auto">
                <a:xfrm>
                  <a:off x="-3519" y="1682"/>
                  <a:ext cx="531" cy="3"/>
                </a:xfrm>
                <a:custGeom>
                  <a:avLst/>
                  <a:gdLst/>
                  <a:ahLst/>
                  <a:cxnLst>
                    <a:cxn ang="0">
                      <a:pos x="5" y="1"/>
                    </a:cxn>
                    <a:cxn ang="0">
                      <a:pos x="5" y="1"/>
                    </a:cxn>
                    <a:cxn ang="0">
                      <a:pos x="5" y="1"/>
                    </a:cxn>
                    <a:cxn ang="0">
                      <a:pos x="5" y="1"/>
                    </a:cxn>
                    <a:cxn ang="0">
                      <a:pos x="3" y="0"/>
                    </a:cxn>
                    <a:cxn ang="0">
                      <a:pos x="0" y="0"/>
                    </a:cxn>
                    <a:cxn ang="0">
                      <a:pos x="0" y="1"/>
                    </a:cxn>
                    <a:cxn ang="0">
                      <a:pos x="2" y="1"/>
                    </a:cxn>
                    <a:cxn ang="0">
                      <a:pos x="3" y="0"/>
                    </a:cxn>
                    <a:cxn ang="0">
                      <a:pos x="88" y="0"/>
                    </a:cxn>
                    <a:cxn ang="0">
                      <a:pos x="88" y="0"/>
                    </a:cxn>
                    <a:cxn ang="0">
                      <a:pos x="88" y="1"/>
                    </a:cxn>
                    <a:cxn ang="0">
                      <a:pos x="88" y="1"/>
                    </a:cxn>
                    <a:cxn ang="0">
                      <a:pos x="88" y="0"/>
                    </a:cxn>
                    <a:cxn ang="0">
                      <a:pos x="224" y="0"/>
                    </a:cxn>
                    <a:cxn ang="0">
                      <a:pos x="223" y="0"/>
                    </a:cxn>
                    <a:cxn ang="0">
                      <a:pos x="224" y="1"/>
                    </a:cxn>
                    <a:cxn ang="0">
                      <a:pos x="224" y="0"/>
                    </a:cxn>
                  </a:cxnLst>
                  <a:rect l="0" t="0" r="r" b="b"/>
                  <a:pathLst>
                    <a:path w="224" h="1">
                      <a:moveTo>
                        <a:pt x="5" y="1"/>
                      </a:moveTo>
                      <a:cubicBezTo>
                        <a:pt x="5" y="1"/>
                        <a:pt x="5" y="1"/>
                        <a:pt x="5" y="1"/>
                      </a:cubicBezTo>
                      <a:cubicBezTo>
                        <a:pt x="5" y="1"/>
                        <a:pt x="5" y="1"/>
                        <a:pt x="5" y="1"/>
                      </a:cubicBezTo>
                      <a:cubicBezTo>
                        <a:pt x="5" y="1"/>
                        <a:pt x="5" y="1"/>
                        <a:pt x="5" y="1"/>
                      </a:cubicBezTo>
                      <a:moveTo>
                        <a:pt x="3" y="0"/>
                      </a:moveTo>
                      <a:cubicBezTo>
                        <a:pt x="0" y="0"/>
                        <a:pt x="0" y="0"/>
                        <a:pt x="0" y="0"/>
                      </a:cubicBezTo>
                      <a:cubicBezTo>
                        <a:pt x="0" y="1"/>
                        <a:pt x="0" y="1"/>
                        <a:pt x="0" y="1"/>
                      </a:cubicBezTo>
                      <a:cubicBezTo>
                        <a:pt x="2" y="1"/>
                        <a:pt x="2" y="1"/>
                        <a:pt x="2" y="1"/>
                      </a:cubicBezTo>
                      <a:cubicBezTo>
                        <a:pt x="3" y="1"/>
                        <a:pt x="3" y="1"/>
                        <a:pt x="3" y="0"/>
                      </a:cubicBezTo>
                      <a:moveTo>
                        <a:pt x="88" y="0"/>
                      </a:moveTo>
                      <a:cubicBezTo>
                        <a:pt x="88" y="0"/>
                        <a:pt x="88" y="0"/>
                        <a:pt x="88" y="0"/>
                      </a:cubicBezTo>
                      <a:cubicBezTo>
                        <a:pt x="88" y="1"/>
                        <a:pt x="88" y="1"/>
                        <a:pt x="88" y="1"/>
                      </a:cubicBezTo>
                      <a:cubicBezTo>
                        <a:pt x="88" y="1"/>
                        <a:pt x="88" y="1"/>
                        <a:pt x="88" y="1"/>
                      </a:cubicBezTo>
                      <a:cubicBezTo>
                        <a:pt x="88" y="0"/>
                        <a:pt x="88" y="0"/>
                        <a:pt x="88" y="0"/>
                      </a:cubicBezTo>
                      <a:moveTo>
                        <a:pt x="224" y="0"/>
                      </a:moveTo>
                      <a:cubicBezTo>
                        <a:pt x="223" y="0"/>
                        <a:pt x="223" y="0"/>
                        <a:pt x="223" y="0"/>
                      </a:cubicBezTo>
                      <a:cubicBezTo>
                        <a:pt x="223" y="1"/>
                        <a:pt x="224" y="1"/>
                        <a:pt x="224" y="1"/>
                      </a:cubicBezTo>
                      <a:cubicBezTo>
                        <a:pt x="224" y="0"/>
                        <a:pt x="224" y="0"/>
                        <a:pt x="224"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1" name="Freeform 12"/>
                <p:cNvSpPr>
                  <a:spLocks/>
                </p:cNvSpPr>
                <p:nvPr/>
              </p:nvSpPr>
              <p:spPr bwMode="auto">
                <a:xfrm>
                  <a:off x="-1232" y="1987"/>
                  <a:ext cx="133" cy="270"/>
                </a:xfrm>
                <a:custGeom>
                  <a:avLst/>
                  <a:gdLst/>
                  <a:ahLst/>
                  <a:cxnLst>
                    <a:cxn ang="0">
                      <a:pos x="2" y="0"/>
                    </a:cxn>
                    <a:cxn ang="0">
                      <a:pos x="0" y="0"/>
                    </a:cxn>
                    <a:cxn ang="0">
                      <a:pos x="48" y="100"/>
                    </a:cxn>
                    <a:cxn ang="0">
                      <a:pos x="48" y="100"/>
                    </a:cxn>
                    <a:cxn ang="0">
                      <a:pos x="48" y="100"/>
                    </a:cxn>
                    <a:cxn ang="0">
                      <a:pos x="49" y="103"/>
                    </a:cxn>
                    <a:cxn ang="0">
                      <a:pos x="54" y="114"/>
                    </a:cxn>
                    <a:cxn ang="0">
                      <a:pos x="56" y="114"/>
                    </a:cxn>
                    <a:cxn ang="0">
                      <a:pos x="51" y="101"/>
                    </a:cxn>
                    <a:cxn ang="0">
                      <a:pos x="49" y="101"/>
                    </a:cxn>
                    <a:cxn ang="0">
                      <a:pos x="49" y="100"/>
                    </a:cxn>
                    <a:cxn ang="0">
                      <a:pos x="50" y="100"/>
                    </a:cxn>
                    <a:cxn ang="0">
                      <a:pos x="50" y="99"/>
                    </a:cxn>
                    <a:cxn ang="0">
                      <a:pos x="50" y="99"/>
                    </a:cxn>
                    <a:cxn ang="0">
                      <a:pos x="2" y="0"/>
                    </a:cxn>
                  </a:cxnLst>
                  <a:rect l="0" t="0" r="r" b="b"/>
                  <a:pathLst>
                    <a:path w="56" h="114">
                      <a:moveTo>
                        <a:pt x="2" y="0"/>
                      </a:moveTo>
                      <a:cubicBezTo>
                        <a:pt x="0" y="0"/>
                        <a:pt x="0" y="0"/>
                        <a:pt x="0" y="0"/>
                      </a:cubicBezTo>
                      <a:cubicBezTo>
                        <a:pt x="18" y="29"/>
                        <a:pt x="35" y="62"/>
                        <a:pt x="48" y="100"/>
                      </a:cubicBezTo>
                      <a:cubicBezTo>
                        <a:pt x="48" y="100"/>
                        <a:pt x="48" y="100"/>
                        <a:pt x="48" y="100"/>
                      </a:cubicBezTo>
                      <a:cubicBezTo>
                        <a:pt x="48" y="100"/>
                        <a:pt x="48" y="100"/>
                        <a:pt x="48" y="100"/>
                      </a:cubicBezTo>
                      <a:cubicBezTo>
                        <a:pt x="48" y="100"/>
                        <a:pt x="48" y="101"/>
                        <a:pt x="49" y="103"/>
                      </a:cubicBezTo>
                      <a:cubicBezTo>
                        <a:pt x="50" y="105"/>
                        <a:pt x="52" y="109"/>
                        <a:pt x="54" y="114"/>
                      </a:cubicBezTo>
                      <a:cubicBezTo>
                        <a:pt x="56" y="114"/>
                        <a:pt x="56" y="114"/>
                        <a:pt x="56" y="114"/>
                      </a:cubicBezTo>
                      <a:cubicBezTo>
                        <a:pt x="54" y="107"/>
                        <a:pt x="52" y="103"/>
                        <a:pt x="51" y="101"/>
                      </a:cubicBezTo>
                      <a:cubicBezTo>
                        <a:pt x="49" y="101"/>
                        <a:pt x="49" y="101"/>
                        <a:pt x="49" y="101"/>
                      </a:cubicBezTo>
                      <a:cubicBezTo>
                        <a:pt x="49" y="100"/>
                        <a:pt x="49" y="100"/>
                        <a:pt x="49" y="100"/>
                      </a:cubicBezTo>
                      <a:cubicBezTo>
                        <a:pt x="50" y="100"/>
                        <a:pt x="50" y="100"/>
                        <a:pt x="50" y="100"/>
                      </a:cubicBezTo>
                      <a:cubicBezTo>
                        <a:pt x="50" y="99"/>
                        <a:pt x="50" y="99"/>
                        <a:pt x="50" y="99"/>
                      </a:cubicBezTo>
                      <a:cubicBezTo>
                        <a:pt x="50" y="99"/>
                        <a:pt x="50" y="99"/>
                        <a:pt x="50" y="99"/>
                      </a:cubicBezTo>
                      <a:cubicBezTo>
                        <a:pt x="37" y="62"/>
                        <a:pt x="20" y="29"/>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2" name="Freeform 13"/>
                <p:cNvSpPr>
                  <a:spLocks/>
                </p:cNvSpPr>
                <p:nvPr/>
              </p:nvSpPr>
              <p:spPr bwMode="auto">
                <a:xfrm>
                  <a:off x="-1116" y="2222"/>
                  <a:ext cx="5" cy="3"/>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3" name="Freeform 14"/>
                <p:cNvSpPr>
                  <a:spLocks noEditPoints="1"/>
                </p:cNvSpPr>
                <p:nvPr/>
              </p:nvSpPr>
              <p:spPr bwMode="auto">
                <a:xfrm>
                  <a:off x="-1103" y="2260"/>
                  <a:ext cx="171" cy="1016"/>
                </a:xfrm>
                <a:custGeom>
                  <a:avLst/>
                  <a:gdLst/>
                  <a:ahLst/>
                  <a:cxnLst>
                    <a:cxn ang="0">
                      <a:pos x="55" y="343"/>
                    </a:cxn>
                    <a:cxn ang="0">
                      <a:pos x="53" y="343"/>
                    </a:cxn>
                    <a:cxn ang="0">
                      <a:pos x="53" y="343"/>
                    </a:cxn>
                    <a:cxn ang="0">
                      <a:pos x="62" y="394"/>
                    </a:cxn>
                    <a:cxn ang="0">
                      <a:pos x="70" y="429"/>
                    </a:cxn>
                    <a:cxn ang="0">
                      <a:pos x="72" y="429"/>
                    </a:cxn>
                    <a:cxn ang="0">
                      <a:pos x="60" y="374"/>
                    </a:cxn>
                    <a:cxn ang="0">
                      <a:pos x="57" y="352"/>
                    </a:cxn>
                    <a:cxn ang="0">
                      <a:pos x="55" y="343"/>
                    </a:cxn>
                    <a:cxn ang="0">
                      <a:pos x="34" y="255"/>
                    </a:cxn>
                    <a:cxn ang="0">
                      <a:pos x="32" y="255"/>
                    </a:cxn>
                    <a:cxn ang="0">
                      <a:pos x="39" y="292"/>
                    </a:cxn>
                    <a:cxn ang="0">
                      <a:pos x="46" y="324"/>
                    </a:cxn>
                    <a:cxn ang="0">
                      <a:pos x="50" y="336"/>
                    </a:cxn>
                    <a:cxn ang="0">
                      <a:pos x="52" y="342"/>
                    </a:cxn>
                    <a:cxn ang="0">
                      <a:pos x="55" y="342"/>
                    </a:cxn>
                    <a:cxn ang="0">
                      <a:pos x="52" y="336"/>
                    </a:cxn>
                    <a:cxn ang="0">
                      <a:pos x="40" y="284"/>
                    </a:cxn>
                    <a:cxn ang="0">
                      <a:pos x="35" y="259"/>
                    </a:cxn>
                    <a:cxn ang="0">
                      <a:pos x="34" y="255"/>
                    </a:cxn>
                    <a:cxn ang="0">
                      <a:pos x="32" y="233"/>
                    </a:cxn>
                    <a:cxn ang="0">
                      <a:pos x="30" y="233"/>
                    </a:cxn>
                    <a:cxn ang="0">
                      <a:pos x="31" y="249"/>
                    </a:cxn>
                    <a:cxn ang="0">
                      <a:pos x="31" y="249"/>
                    </a:cxn>
                    <a:cxn ang="0">
                      <a:pos x="32" y="254"/>
                    </a:cxn>
                    <a:cxn ang="0">
                      <a:pos x="32" y="254"/>
                    </a:cxn>
                    <a:cxn ang="0">
                      <a:pos x="34" y="254"/>
                    </a:cxn>
                    <a:cxn ang="0">
                      <a:pos x="33" y="249"/>
                    </a:cxn>
                    <a:cxn ang="0">
                      <a:pos x="33" y="249"/>
                    </a:cxn>
                    <a:cxn ang="0">
                      <a:pos x="32" y="233"/>
                    </a:cxn>
                    <a:cxn ang="0">
                      <a:pos x="25" y="102"/>
                    </a:cxn>
                    <a:cxn ang="0">
                      <a:pos x="23" y="102"/>
                    </a:cxn>
                    <a:cxn ang="0">
                      <a:pos x="22" y="112"/>
                    </a:cxn>
                    <a:cxn ang="0">
                      <a:pos x="22" y="112"/>
                    </a:cxn>
                    <a:cxn ang="0">
                      <a:pos x="30" y="232"/>
                    </a:cxn>
                    <a:cxn ang="0">
                      <a:pos x="32" y="232"/>
                    </a:cxn>
                    <a:cxn ang="0">
                      <a:pos x="24" y="113"/>
                    </a:cxn>
                    <a:cxn ang="0">
                      <a:pos x="25" y="102"/>
                    </a:cxn>
                    <a:cxn ang="0">
                      <a:pos x="3" y="0"/>
                    </a:cxn>
                    <a:cxn ang="0">
                      <a:pos x="0" y="0"/>
                    </a:cxn>
                    <a:cxn ang="0">
                      <a:pos x="23" y="95"/>
                    </a:cxn>
                    <a:cxn ang="0">
                      <a:pos x="23" y="101"/>
                    </a:cxn>
                    <a:cxn ang="0">
                      <a:pos x="25" y="101"/>
                    </a:cxn>
                    <a:cxn ang="0">
                      <a:pos x="25" y="95"/>
                    </a:cxn>
                    <a:cxn ang="0">
                      <a:pos x="3" y="0"/>
                    </a:cxn>
                  </a:cxnLst>
                  <a:rect l="0" t="0" r="r" b="b"/>
                  <a:pathLst>
                    <a:path w="72" h="429">
                      <a:moveTo>
                        <a:pt x="55" y="343"/>
                      </a:moveTo>
                      <a:cubicBezTo>
                        <a:pt x="53" y="343"/>
                        <a:pt x="53" y="343"/>
                        <a:pt x="53" y="343"/>
                      </a:cubicBezTo>
                      <a:cubicBezTo>
                        <a:pt x="53" y="343"/>
                        <a:pt x="53" y="343"/>
                        <a:pt x="53" y="343"/>
                      </a:cubicBezTo>
                      <a:cubicBezTo>
                        <a:pt x="54" y="346"/>
                        <a:pt x="57" y="369"/>
                        <a:pt x="62" y="394"/>
                      </a:cubicBezTo>
                      <a:cubicBezTo>
                        <a:pt x="64" y="406"/>
                        <a:pt x="67" y="418"/>
                        <a:pt x="70" y="429"/>
                      </a:cubicBezTo>
                      <a:cubicBezTo>
                        <a:pt x="72" y="429"/>
                        <a:pt x="72" y="429"/>
                        <a:pt x="72" y="429"/>
                      </a:cubicBezTo>
                      <a:cubicBezTo>
                        <a:pt x="67" y="411"/>
                        <a:pt x="63" y="391"/>
                        <a:pt x="60" y="374"/>
                      </a:cubicBezTo>
                      <a:cubicBezTo>
                        <a:pt x="59" y="365"/>
                        <a:pt x="57" y="357"/>
                        <a:pt x="57" y="352"/>
                      </a:cubicBezTo>
                      <a:cubicBezTo>
                        <a:pt x="56" y="347"/>
                        <a:pt x="55" y="344"/>
                        <a:pt x="55" y="343"/>
                      </a:cubicBezTo>
                      <a:moveTo>
                        <a:pt x="34" y="255"/>
                      </a:moveTo>
                      <a:cubicBezTo>
                        <a:pt x="32" y="255"/>
                        <a:pt x="32" y="255"/>
                        <a:pt x="32" y="255"/>
                      </a:cubicBezTo>
                      <a:cubicBezTo>
                        <a:pt x="34" y="263"/>
                        <a:pt x="36" y="277"/>
                        <a:pt x="39" y="292"/>
                      </a:cubicBezTo>
                      <a:cubicBezTo>
                        <a:pt x="42" y="303"/>
                        <a:pt x="44" y="315"/>
                        <a:pt x="46" y="324"/>
                      </a:cubicBezTo>
                      <a:cubicBezTo>
                        <a:pt x="48" y="329"/>
                        <a:pt x="49" y="333"/>
                        <a:pt x="50" y="336"/>
                      </a:cubicBezTo>
                      <a:cubicBezTo>
                        <a:pt x="51" y="339"/>
                        <a:pt x="52" y="340"/>
                        <a:pt x="52" y="342"/>
                      </a:cubicBezTo>
                      <a:cubicBezTo>
                        <a:pt x="55" y="342"/>
                        <a:pt x="55" y="342"/>
                        <a:pt x="55" y="342"/>
                      </a:cubicBezTo>
                      <a:cubicBezTo>
                        <a:pt x="54" y="341"/>
                        <a:pt x="53" y="338"/>
                        <a:pt x="52" y="336"/>
                      </a:cubicBezTo>
                      <a:cubicBezTo>
                        <a:pt x="48" y="324"/>
                        <a:pt x="43" y="303"/>
                        <a:pt x="40" y="284"/>
                      </a:cubicBezTo>
                      <a:cubicBezTo>
                        <a:pt x="38" y="274"/>
                        <a:pt x="36" y="266"/>
                        <a:pt x="35" y="259"/>
                      </a:cubicBezTo>
                      <a:cubicBezTo>
                        <a:pt x="35" y="258"/>
                        <a:pt x="35" y="256"/>
                        <a:pt x="34" y="255"/>
                      </a:cubicBezTo>
                      <a:moveTo>
                        <a:pt x="32" y="233"/>
                      </a:moveTo>
                      <a:cubicBezTo>
                        <a:pt x="30" y="233"/>
                        <a:pt x="30" y="233"/>
                        <a:pt x="30" y="233"/>
                      </a:cubicBezTo>
                      <a:cubicBezTo>
                        <a:pt x="31" y="249"/>
                        <a:pt x="31" y="249"/>
                        <a:pt x="31" y="249"/>
                      </a:cubicBezTo>
                      <a:cubicBezTo>
                        <a:pt x="31" y="249"/>
                        <a:pt x="31" y="249"/>
                        <a:pt x="31" y="249"/>
                      </a:cubicBezTo>
                      <a:cubicBezTo>
                        <a:pt x="31" y="249"/>
                        <a:pt x="32" y="251"/>
                        <a:pt x="32" y="254"/>
                      </a:cubicBezTo>
                      <a:cubicBezTo>
                        <a:pt x="32" y="254"/>
                        <a:pt x="32" y="254"/>
                        <a:pt x="32" y="254"/>
                      </a:cubicBezTo>
                      <a:cubicBezTo>
                        <a:pt x="34" y="254"/>
                        <a:pt x="34" y="254"/>
                        <a:pt x="34" y="254"/>
                      </a:cubicBezTo>
                      <a:cubicBezTo>
                        <a:pt x="34" y="251"/>
                        <a:pt x="33" y="249"/>
                        <a:pt x="33" y="249"/>
                      </a:cubicBezTo>
                      <a:cubicBezTo>
                        <a:pt x="33" y="249"/>
                        <a:pt x="33" y="249"/>
                        <a:pt x="33" y="249"/>
                      </a:cubicBezTo>
                      <a:cubicBezTo>
                        <a:pt x="32" y="233"/>
                        <a:pt x="32" y="233"/>
                        <a:pt x="32" y="233"/>
                      </a:cubicBezTo>
                      <a:moveTo>
                        <a:pt x="25" y="102"/>
                      </a:moveTo>
                      <a:cubicBezTo>
                        <a:pt x="23" y="102"/>
                        <a:pt x="23" y="102"/>
                        <a:pt x="23" y="102"/>
                      </a:cubicBezTo>
                      <a:cubicBezTo>
                        <a:pt x="23" y="105"/>
                        <a:pt x="22" y="109"/>
                        <a:pt x="22" y="112"/>
                      </a:cubicBezTo>
                      <a:cubicBezTo>
                        <a:pt x="22" y="112"/>
                        <a:pt x="22" y="112"/>
                        <a:pt x="22" y="112"/>
                      </a:cubicBezTo>
                      <a:cubicBezTo>
                        <a:pt x="30" y="232"/>
                        <a:pt x="30" y="232"/>
                        <a:pt x="30" y="232"/>
                      </a:cubicBezTo>
                      <a:cubicBezTo>
                        <a:pt x="32" y="232"/>
                        <a:pt x="32" y="232"/>
                        <a:pt x="32" y="232"/>
                      </a:cubicBezTo>
                      <a:cubicBezTo>
                        <a:pt x="24" y="113"/>
                        <a:pt x="24" y="113"/>
                        <a:pt x="24" y="113"/>
                      </a:cubicBezTo>
                      <a:cubicBezTo>
                        <a:pt x="24" y="109"/>
                        <a:pt x="25" y="106"/>
                        <a:pt x="25" y="102"/>
                      </a:cubicBezTo>
                      <a:moveTo>
                        <a:pt x="3" y="0"/>
                      </a:moveTo>
                      <a:cubicBezTo>
                        <a:pt x="0" y="0"/>
                        <a:pt x="0" y="0"/>
                        <a:pt x="0" y="0"/>
                      </a:cubicBezTo>
                      <a:cubicBezTo>
                        <a:pt x="9" y="20"/>
                        <a:pt x="23" y="60"/>
                        <a:pt x="23" y="95"/>
                      </a:cubicBezTo>
                      <a:cubicBezTo>
                        <a:pt x="23" y="97"/>
                        <a:pt x="23" y="99"/>
                        <a:pt x="23" y="101"/>
                      </a:cubicBezTo>
                      <a:cubicBezTo>
                        <a:pt x="25" y="101"/>
                        <a:pt x="25" y="101"/>
                        <a:pt x="25" y="101"/>
                      </a:cubicBezTo>
                      <a:cubicBezTo>
                        <a:pt x="25" y="99"/>
                        <a:pt x="25" y="97"/>
                        <a:pt x="25" y="95"/>
                      </a:cubicBezTo>
                      <a:cubicBezTo>
                        <a:pt x="25" y="60"/>
                        <a:pt x="11" y="2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4" name="Freeform 15"/>
                <p:cNvSpPr>
                  <a:spLocks/>
                </p:cNvSpPr>
                <p:nvPr/>
              </p:nvSpPr>
              <p:spPr bwMode="auto">
                <a:xfrm>
                  <a:off x="-981" y="3070"/>
                  <a:ext cx="8" cy="2"/>
                </a:xfrm>
                <a:custGeom>
                  <a:avLst/>
                  <a:gdLst/>
                  <a:ahLst/>
                  <a:cxnLst>
                    <a:cxn ang="0">
                      <a:pos x="3" y="0"/>
                    </a:cxn>
                    <a:cxn ang="0">
                      <a:pos x="0" y="0"/>
                    </a:cxn>
                    <a:cxn ang="0">
                      <a:pos x="1" y="1"/>
                    </a:cxn>
                    <a:cxn ang="0">
                      <a:pos x="3" y="1"/>
                    </a:cxn>
                    <a:cxn ang="0">
                      <a:pos x="3" y="1"/>
                    </a:cxn>
                    <a:cxn ang="0">
                      <a:pos x="3" y="1"/>
                    </a:cxn>
                    <a:cxn ang="0">
                      <a:pos x="3" y="0"/>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5" name="Freeform 16"/>
                <p:cNvSpPr>
                  <a:spLocks/>
                </p:cNvSpPr>
                <p:nvPr/>
              </p:nvSpPr>
              <p:spPr bwMode="auto">
                <a:xfrm>
                  <a:off x="-1028" y="2861"/>
                  <a:ext cx="5" cy="3"/>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6" name="Freeform 17"/>
                <p:cNvSpPr>
                  <a:spLocks noEditPoints="1"/>
                </p:cNvSpPr>
                <p:nvPr/>
              </p:nvSpPr>
              <p:spPr bwMode="auto">
                <a:xfrm>
                  <a:off x="-1749" y="1524"/>
                  <a:ext cx="843" cy="1831"/>
                </a:xfrm>
                <a:custGeom>
                  <a:avLst/>
                  <a:gdLst/>
                  <a:ahLst/>
                  <a:cxnLst>
                    <a:cxn ang="0">
                      <a:pos x="345" y="740"/>
                    </a:cxn>
                    <a:cxn ang="0">
                      <a:pos x="343" y="740"/>
                    </a:cxn>
                    <a:cxn ang="0">
                      <a:pos x="344" y="744"/>
                    </a:cxn>
                    <a:cxn ang="0">
                      <a:pos x="354" y="772"/>
                    </a:cxn>
                    <a:cxn ang="0">
                      <a:pos x="355" y="772"/>
                    </a:cxn>
                    <a:cxn ang="0">
                      <a:pos x="356" y="772"/>
                    </a:cxn>
                    <a:cxn ang="0">
                      <a:pos x="356" y="771"/>
                    </a:cxn>
                    <a:cxn ang="0">
                      <a:pos x="346" y="744"/>
                    </a:cxn>
                    <a:cxn ang="0">
                      <a:pos x="345" y="740"/>
                    </a:cxn>
                    <a:cxn ang="0">
                      <a:pos x="145" y="98"/>
                    </a:cxn>
                    <a:cxn ang="0">
                      <a:pos x="142" y="98"/>
                    </a:cxn>
                    <a:cxn ang="0">
                      <a:pos x="219" y="194"/>
                    </a:cxn>
                    <a:cxn ang="0">
                      <a:pos x="221" y="194"/>
                    </a:cxn>
                    <a:cxn ang="0">
                      <a:pos x="145" y="98"/>
                    </a:cxn>
                    <a:cxn ang="0">
                      <a:pos x="110" y="67"/>
                    </a:cxn>
                    <a:cxn ang="0">
                      <a:pos x="107" y="67"/>
                    </a:cxn>
                    <a:cxn ang="0">
                      <a:pos x="141" y="97"/>
                    </a:cxn>
                    <a:cxn ang="0">
                      <a:pos x="144" y="97"/>
                    </a:cxn>
                    <a:cxn ang="0">
                      <a:pos x="110" y="67"/>
                    </a:cxn>
                    <a:cxn ang="0">
                      <a:pos x="2" y="0"/>
                    </a:cxn>
                    <a:cxn ang="0">
                      <a:pos x="0" y="0"/>
                    </a:cxn>
                    <a:cxn ang="0">
                      <a:pos x="0" y="1"/>
                    </a:cxn>
                    <a:cxn ang="0">
                      <a:pos x="0" y="1"/>
                    </a:cxn>
                    <a:cxn ang="0">
                      <a:pos x="2" y="2"/>
                    </a:cxn>
                    <a:cxn ang="0">
                      <a:pos x="106" y="66"/>
                    </a:cxn>
                    <a:cxn ang="0">
                      <a:pos x="109" y="66"/>
                    </a:cxn>
                    <a:cxn ang="0">
                      <a:pos x="2" y="0"/>
                    </a:cxn>
                  </a:cxnLst>
                  <a:rect l="0" t="0" r="r" b="b"/>
                  <a:pathLst>
                    <a:path w="356" h="772">
                      <a:moveTo>
                        <a:pt x="345" y="740"/>
                      </a:moveTo>
                      <a:cubicBezTo>
                        <a:pt x="343" y="740"/>
                        <a:pt x="343" y="740"/>
                        <a:pt x="343" y="740"/>
                      </a:cubicBezTo>
                      <a:cubicBezTo>
                        <a:pt x="343" y="741"/>
                        <a:pt x="344" y="743"/>
                        <a:pt x="344" y="744"/>
                      </a:cubicBezTo>
                      <a:cubicBezTo>
                        <a:pt x="347" y="756"/>
                        <a:pt x="351" y="766"/>
                        <a:pt x="354" y="772"/>
                      </a:cubicBezTo>
                      <a:cubicBezTo>
                        <a:pt x="355" y="772"/>
                        <a:pt x="355" y="772"/>
                        <a:pt x="355" y="772"/>
                      </a:cubicBezTo>
                      <a:cubicBezTo>
                        <a:pt x="356" y="772"/>
                        <a:pt x="356" y="772"/>
                        <a:pt x="356" y="772"/>
                      </a:cubicBezTo>
                      <a:cubicBezTo>
                        <a:pt x="356" y="771"/>
                        <a:pt x="356" y="771"/>
                        <a:pt x="356" y="771"/>
                      </a:cubicBezTo>
                      <a:cubicBezTo>
                        <a:pt x="352" y="765"/>
                        <a:pt x="349" y="755"/>
                        <a:pt x="346" y="744"/>
                      </a:cubicBezTo>
                      <a:cubicBezTo>
                        <a:pt x="346" y="742"/>
                        <a:pt x="345" y="741"/>
                        <a:pt x="345" y="740"/>
                      </a:cubicBezTo>
                      <a:moveTo>
                        <a:pt x="145" y="98"/>
                      </a:moveTo>
                      <a:cubicBezTo>
                        <a:pt x="142" y="98"/>
                        <a:pt x="142" y="98"/>
                        <a:pt x="142" y="98"/>
                      </a:cubicBezTo>
                      <a:cubicBezTo>
                        <a:pt x="168" y="124"/>
                        <a:pt x="195" y="155"/>
                        <a:pt x="219" y="194"/>
                      </a:cubicBezTo>
                      <a:cubicBezTo>
                        <a:pt x="221" y="194"/>
                        <a:pt x="221" y="194"/>
                        <a:pt x="221" y="194"/>
                      </a:cubicBezTo>
                      <a:cubicBezTo>
                        <a:pt x="197" y="155"/>
                        <a:pt x="171" y="124"/>
                        <a:pt x="145" y="98"/>
                      </a:cubicBezTo>
                      <a:moveTo>
                        <a:pt x="110" y="67"/>
                      </a:moveTo>
                      <a:cubicBezTo>
                        <a:pt x="107" y="67"/>
                        <a:pt x="107" y="67"/>
                        <a:pt x="107" y="67"/>
                      </a:cubicBezTo>
                      <a:cubicBezTo>
                        <a:pt x="118" y="76"/>
                        <a:pt x="129" y="86"/>
                        <a:pt x="141" y="97"/>
                      </a:cubicBezTo>
                      <a:cubicBezTo>
                        <a:pt x="144" y="97"/>
                        <a:pt x="144" y="97"/>
                        <a:pt x="144" y="97"/>
                      </a:cubicBezTo>
                      <a:cubicBezTo>
                        <a:pt x="132" y="86"/>
                        <a:pt x="121" y="76"/>
                        <a:pt x="110" y="67"/>
                      </a:cubicBezTo>
                      <a:moveTo>
                        <a:pt x="2" y="0"/>
                      </a:moveTo>
                      <a:cubicBezTo>
                        <a:pt x="0" y="0"/>
                        <a:pt x="0" y="0"/>
                        <a:pt x="0" y="0"/>
                      </a:cubicBezTo>
                      <a:cubicBezTo>
                        <a:pt x="0" y="1"/>
                        <a:pt x="0" y="1"/>
                        <a:pt x="0" y="1"/>
                      </a:cubicBezTo>
                      <a:cubicBezTo>
                        <a:pt x="0" y="1"/>
                        <a:pt x="0" y="1"/>
                        <a:pt x="0" y="1"/>
                      </a:cubicBezTo>
                      <a:cubicBezTo>
                        <a:pt x="0" y="2"/>
                        <a:pt x="1" y="2"/>
                        <a:pt x="2" y="2"/>
                      </a:cubicBezTo>
                      <a:cubicBezTo>
                        <a:pt x="12" y="6"/>
                        <a:pt x="55" y="25"/>
                        <a:pt x="106" y="66"/>
                      </a:cubicBezTo>
                      <a:cubicBezTo>
                        <a:pt x="109" y="66"/>
                        <a:pt x="109" y="66"/>
                        <a:pt x="109" y="66"/>
                      </a:cubicBezTo>
                      <a:cubicBezTo>
                        <a:pt x="56" y="23"/>
                        <a:pt x="10" y="3"/>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7" name="Freeform 18"/>
                <p:cNvSpPr>
                  <a:spLocks/>
                </p:cNvSpPr>
                <p:nvPr/>
              </p:nvSpPr>
              <p:spPr bwMode="auto">
                <a:xfrm>
                  <a:off x="-1416"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0"/>
                        <a:pt x="0" y="1"/>
                        <a:pt x="1" y="1"/>
                      </a:cubicBezTo>
                      <a:cubicBezTo>
                        <a:pt x="4" y="1"/>
                        <a:pt x="4" y="1"/>
                        <a:pt x="4" y="1"/>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8" name="Freeform 19"/>
                <p:cNvSpPr>
                  <a:spLocks/>
                </p:cNvSpPr>
                <p:nvPr/>
              </p:nvSpPr>
              <p:spPr bwMode="auto">
                <a:xfrm>
                  <a:off x="-1499" y="1682"/>
                  <a:ext cx="9" cy="3"/>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1"/>
                        <a:pt x="1" y="1"/>
                        <a:pt x="1" y="1"/>
                      </a:cubicBezTo>
                      <a:cubicBezTo>
                        <a:pt x="4" y="1"/>
                        <a:pt x="4" y="1"/>
                        <a:pt x="4" y="1"/>
                      </a:cubicBezTo>
                      <a:cubicBezTo>
                        <a:pt x="4" y="1"/>
                        <a:pt x="4" y="1"/>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59" name="Freeform 20"/>
                <p:cNvSpPr>
                  <a:spLocks noEditPoints="1"/>
                </p:cNvSpPr>
                <p:nvPr/>
              </p:nvSpPr>
              <p:spPr bwMode="auto">
                <a:xfrm>
                  <a:off x="-2620" y="2810"/>
                  <a:ext cx="179" cy="3"/>
                </a:xfrm>
                <a:custGeom>
                  <a:avLst/>
                  <a:gdLst/>
                  <a:ahLst/>
                  <a:cxnLst>
                    <a:cxn ang="0">
                      <a:pos x="178" y="2"/>
                    </a:cxn>
                    <a:cxn ang="0">
                      <a:pos x="178" y="0"/>
                    </a:cxn>
                    <a:cxn ang="0">
                      <a:pos x="178" y="2"/>
                    </a:cxn>
                    <a:cxn ang="0">
                      <a:pos x="0" y="0"/>
                    </a:cxn>
                    <a:cxn ang="0">
                      <a:pos x="0" y="2"/>
                    </a:cxn>
                    <a:cxn ang="0">
                      <a:pos x="0" y="2"/>
                    </a:cxn>
                    <a:cxn ang="0">
                      <a:pos x="0" y="2"/>
                    </a:cxn>
                    <a:cxn ang="0">
                      <a:pos x="0" y="0"/>
                    </a:cxn>
                    <a:cxn ang="0">
                      <a:pos x="178" y="0"/>
                    </a:cxn>
                    <a:cxn ang="0">
                      <a:pos x="178" y="0"/>
                    </a:cxn>
                  </a:cxnLst>
                  <a:rect l="0" t="0" r="r" b="b"/>
                  <a:pathLst>
                    <a:path w="178" h="2">
                      <a:moveTo>
                        <a:pt x="178" y="2"/>
                      </a:moveTo>
                      <a:lnTo>
                        <a:pt x="178" y="0"/>
                      </a:lnTo>
                      <a:lnTo>
                        <a:pt x="178" y="2"/>
                      </a:lnTo>
                      <a:close/>
                      <a:moveTo>
                        <a:pt x="0" y="0"/>
                      </a:moveTo>
                      <a:lnTo>
                        <a:pt x="0" y="2"/>
                      </a:lnTo>
                      <a:lnTo>
                        <a:pt x="0" y="2"/>
                      </a:lnTo>
                      <a:lnTo>
                        <a:pt x="0" y="2"/>
                      </a:lnTo>
                      <a:lnTo>
                        <a:pt x="0" y="0"/>
                      </a:lnTo>
                      <a:close/>
                      <a:moveTo>
                        <a:pt x="178" y="0"/>
                      </a:moveTo>
                      <a:lnTo>
                        <a:pt x="178"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0" name="Freeform 21"/>
                <p:cNvSpPr>
                  <a:spLocks noEditPoints="1"/>
                </p:cNvSpPr>
                <p:nvPr/>
              </p:nvSpPr>
              <p:spPr bwMode="auto">
                <a:xfrm>
                  <a:off x="-2620" y="2810"/>
                  <a:ext cx="179" cy="3"/>
                </a:xfrm>
                <a:custGeom>
                  <a:avLst/>
                  <a:gdLst/>
                  <a:ahLst/>
                  <a:cxnLst>
                    <a:cxn ang="0">
                      <a:pos x="178" y="2"/>
                    </a:cxn>
                    <a:cxn ang="0">
                      <a:pos x="178" y="0"/>
                    </a:cxn>
                    <a:cxn ang="0">
                      <a:pos x="0" y="0"/>
                    </a:cxn>
                    <a:cxn ang="0">
                      <a:pos x="0" y="2"/>
                    </a:cxn>
                    <a:cxn ang="0">
                      <a:pos x="0" y="2"/>
                    </a:cxn>
                    <a:cxn ang="0">
                      <a:pos x="0" y="2"/>
                    </a:cxn>
                    <a:cxn ang="0">
                      <a:pos x="178" y="0"/>
                    </a:cxn>
                    <a:cxn ang="0">
                      <a:pos x="178" y="0"/>
                    </a:cxn>
                  </a:cxnLst>
                  <a:rect l="0" t="0" r="r" b="b"/>
                  <a:pathLst>
                    <a:path w="178" h="2">
                      <a:moveTo>
                        <a:pt x="178" y="2"/>
                      </a:moveTo>
                      <a:lnTo>
                        <a:pt x="178" y="0"/>
                      </a:lnTo>
                      <a:moveTo>
                        <a:pt x="0" y="0"/>
                      </a:moveTo>
                      <a:lnTo>
                        <a:pt x="0" y="2"/>
                      </a:lnTo>
                      <a:lnTo>
                        <a:pt x="0" y="2"/>
                      </a:lnTo>
                      <a:lnTo>
                        <a:pt x="0" y="2"/>
                      </a:lnTo>
                      <a:moveTo>
                        <a:pt x="178" y="0"/>
                      </a:moveTo>
                      <a:lnTo>
                        <a:pt x="178" y="0"/>
                      </a:lnTo>
                    </a:path>
                  </a:pathLst>
                </a:custGeom>
                <a:no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1" name="Freeform 22"/>
                <p:cNvSpPr>
                  <a:spLocks/>
                </p:cNvSpPr>
                <p:nvPr/>
              </p:nvSpPr>
              <p:spPr bwMode="auto">
                <a:xfrm>
                  <a:off x="-1032" y="2810"/>
                  <a:ext cx="6" cy="3"/>
                </a:xfrm>
                <a:custGeom>
                  <a:avLst/>
                  <a:gdLst/>
                  <a:ahLst/>
                  <a:cxnLst>
                    <a:cxn ang="0">
                      <a:pos x="5" y="0"/>
                    </a:cxn>
                    <a:cxn ang="0">
                      <a:pos x="0" y="0"/>
                    </a:cxn>
                    <a:cxn ang="0">
                      <a:pos x="0" y="2"/>
                    </a:cxn>
                    <a:cxn ang="0">
                      <a:pos x="5" y="2"/>
                    </a:cxn>
                    <a:cxn ang="0">
                      <a:pos x="5" y="0"/>
                    </a:cxn>
                    <a:cxn ang="0">
                      <a:pos x="5" y="0"/>
                    </a:cxn>
                  </a:cxnLst>
                  <a:rect l="0" t="0" r="r" b="b"/>
                  <a:pathLst>
                    <a:path w="5" h="2">
                      <a:moveTo>
                        <a:pt x="5" y="0"/>
                      </a:moveTo>
                      <a:lnTo>
                        <a:pt x="0" y="0"/>
                      </a:lnTo>
                      <a:lnTo>
                        <a:pt x="0" y="2"/>
                      </a:lnTo>
                      <a:lnTo>
                        <a:pt x="5" y="2"/>
                      </a:lnTo>
                      <a:lnTo>
                        <a:pt x="5" y="0"/>
                      </a:lnTo>
                      <a:lnTo>
                        <a:pt x="5"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2" name="Freeform 23"/>
                <p:cNvSpPr>
                  <a:spLocks/>
                </p:cNvSpPr>
                <p:nvPr/>
              </p:nvSpPr>
              <p:spPr bwMode="auto">
                <a:xfrm>
                  <a:off x="-938" y="3276"/>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3" name="Freeform 24"/>
                <p:cNvSpPr>
                  <a:spLocks noEditPoints="1"/>
                </p:cNvSpPr>
                <p:nvPr/>
              </p:nvSpPr>
              <p:spPr bwMode="auto">
                <a:xfrm>
                  <a:off x="-3887" y="3352"/>
                  <a:ext cx="396" cy="0"/>
                </a:xfrm>
                <a:custGeom>
                  <a:avLst/>
                  <a:gdLst/>
                  <a:ahLst/>
                  <a:cxnLst>
                    <a:cxn ang="0">
                      <a:pos x="0" y="0"/>
                    </a:cxn>
                    <a:cxn ang="0">
                      <a:pos x="0" y="0"/>
                    </a:cxn>
                    <a:cxn ang="0">
                      <a:pos x="4" y="0"/>
                    </a:cxn>
                    <a:cxn ang="0">
                      <a:pos x="15" y="0"/>
                    </a:cxn>
                    <a:cxn ang="0">
                      <a:pos x="10" y="0"/>
                    </a:cxn>
                    <a:cxn ang="0">
                      <a:pos x="15" y="0"/>
                    </a:cxn>
                    <a:cxn ang="0">
                      <a:pos x="20" y="0"/>
                    </a:cxn>
                    <a:cxn ang="0">
                      <a:pos x="25" y="0"/>
                    </a:cxn>
                    <a:cxn ang="0">
                      <a:pos x="36" y="0"/>
                    </a:cxn>
                    <a:cxn ang="0">
                      <a:pos x="30" y="0"/>
                    </a:cxn>
                    <a:cxn ang="0">
                      <a:pos x="36" y="0"/>
                    </a:cxn>
                    <a:cxn ang="0">
                      <a:pos x="43" y="0"/>
                    </a:cxn>
                    <a:cxn ang="0">
                      <a:pos x="46" y="0"/>
                    </a:cxn>
                    <a:cxn ang="0">
                      <a:pos x="56" y="0"/>
                    </a:cxn>
                    <a:cxn ang="0">
                      <a:pos x="51" y="0"/>
                    </a:cxn>
                    <a:cxn ang="0">
                      <a:pos x="56" y="0"/>
                    </a:cxn>
                    <a:cxn ang="0">
                      <a:pos x="62" y="0"/>
                    </a:cxn>
                    <a:cxn ang="0">
                      <a:pos x="67" y="0"/>
                    </a:cxn>
                    <a:cxn ang="0">
                      <a:pos x="77" y="0"/>
                    </a:cxn>
                    <a:cxn ang="0">
                      <a:pos x="72" y="0"/>
                    </a:cxn>
                    <a:cxn ang="0">
                      <a:pos x="77" y="0"/>
                    </a:cxn>
                    <a:cxn ang="0">
                      <a:pos x="82" y="0"/>
                    </a:cxn>
                    <a:cxn ang="0">
                      <a:pos x="84" y="0"/>
                    </a:cxn>
                    <a:cxn ang="0">
                      <a:pos x="88" y="0"/>
                    </a:cxn>
                    <a:cxn ang="0">
                      <a:pos x="86" y="0"/>
                    </a:cxn>
                    <a:cxn ang="0">
                      <a:pos x="88" y="0"/>
                    </a:cxn>
                    <a:cxn ang="0">
                      <a:pos x="93" y="0"/>
                    </a:cxn>
                    <a:cxn ang="0">
                      <a:pos x="98" y="0"/>
                    </a:cxn>
                    <a:cxn ang="0">
                      <a:pos x="108" y="0"/>
                    </a:cxn>
                    <a:cxn ang="0">
                      <a:pos x="103" y="0"/>
                    </a:cxn>
                    <a:cxn ang="0">
                      <a:pos x="108" y="0"/>
                    </a:cxn>
                    <a:cxn ang="0">
                      <a:pos x="114" y="0"/>
                    </a:cxn>
                    <a:cxn ang="0">
                      <a:pos x="119" y="0"/>
                    </a:cxn>
                    <a:cxn ang="0">
                      <a:pos x="126" y="0"/>
                    </a:cxn>
                    <a:cxn ang="0">
                      <a:pos x="124" y="0"/>
                    </a:cxn>
                    <a:cxn ang="0">
                      <a:pos x="126" y="0"/>
                    </a:cxn>
                    <a:cxn ang="0">
                      <a:pos x="128" y="0"/>
                    </a:cxn>
                    <a:cxn ang="0">
                      <a:pos x="129" y="0"/>
                    </a:cxn>
                    <a:cxn ang="0">
                      <a:pos x="140" y="0"/>
                    </a:cxn>
                    <a:cxn ang="0">
                      <a:pos x="134" y="0"/>
                    </a:cxn>
                    <a:cxn ang="0">
                      <a:pos x="140" y="0"/>
                    </a:cxn>
                    <a:cxn ang="0">
                      <a:pos x="145" y="0"/>
                    </a:cxn>
                    <a:cxn ang="0">
                      <a:pos x="150" y="0"/>
                    </a:cxn>
                    <a:cxn ang="0">
                      <a:pos x="160" y="0"/>
                    </a:cxn>
                    <a:cxn ang="0">
                      <a:pos x="155" y="0"/>
                    </a:cxn>
                    <a:cxn ang="0">
                      <a:pos x="160" y="0"/>
                    </a:cxn>
                    <a:cxn ang="0">
                      <a:pos x="166" y="0"/>
                    </a:cxn>
                    <a:cxn ang="0">
                      <a:pos x="167" y="0"/>
                    </a:cxn>
                  </a:cxnLst>
                  <a:rect l="0" t="0" r="r" b="b"/>
                  <a:pathLst>
                    <a:path w="167">
                      <a:moveTo>
                        <a:pt x="4" y="0"/>
                      </a:moveTo>
                      <a:cubicBezTo>
                        <a:pt x="0" y="0"/>
                        <a:pt x="0" y="0"/>
                        <a:pt x="0" y="0"/>
                      </a:cubicBezTo>
                      <a:cubicBezTo>
                        <a:pt x="0" y="0"/>
                        <a:pt x="0" y="0"/>
                        <a:pt x="0" y="0"/>
                      </a:cubicBezTo>
                      <a:cubicBezTo>
                        <a:pt x="0" y="0"/>
                        <a:pt x="0" y="0"/>
                        <a:pt x="0" y="0"/>
                      </a:cubicBezTo>
                      <a:cubicBezTo>
                        <a:pt x="0" y="0"/>
                        <a:pt x="0" y="0"/>
                        <a:pt x="0" y="0"/>
                      </a:cubicBezTo>
                      <a:cubicBezTo>
                        <a:pt x="4" y="0"/>
                        <a:pt x="4" y="0"/>
                        <a:pt x="4" y="0"/>
                      </a:cubicBezTo>
                      <a:cubicBezTo>
                        <a:pt x="4" y="0"/>
                        <a:pt x="4" y="0"/>
                        <a:pt x="4" y="0"/>
                      </a:cubicBezTo>
                      <a:moveTo>
                        <a:pt x="15" y="0"/>
                      </a:moveTo>
                      <a:cubicBezTo>
                        <a:pt x="10" y="0"/>
                        <a:pt x="10" y="0"/>
                        <a:pt x="10" y="0"/>
                      </a:cubicBezTo>
                      <a:cubicBezTo>
                        <a:pt x="10" y="0"/>
                        <a:pt x="10" y="0"/>
                        <a:pt x="10" y="0"/>
                      </a:cubicBezTo>
                      <a:cubicBezTo>
                        <a:pt x="15" y="0"/>
                        <a:pt x="15" y="0"/>
                        <a:pt x="15" y="0"/>
                      </a:cubicBezTo>
                      <a:cubicBezTo>
                        <a:pt x="15" y="0"/>
                        <a:pt x="15" y="0"/>
                        <a:pt x="15" y="0"/>
                      </a:cubicBezTo>
                      <a:moveTo>
                        <a:pt x="25" y="0"/>
                      </a:moveTo>
                      <a:cubicBezTo>
                        <a:pt x="20" y="0"/>
                        <a:pt x="20" y="0"/>
                        <a:pt x="20" y="0"/>
                      </a:cubicBezTo>
                      <a:cubicBezTo>
                        <a:pt x="20" y="0"/>
                        <a:pt x="20" y="0"/>
                        <a:pt x="20" y="0"/>
                      </a:cubicBezTo>
                      <a:cubicBezTo>
                        <a:pt x="25" y="0"/>
                        <a:pt x="25" y="0"/>
                        <a:pt x="25" y="0"/>
                      </a:cubicBezTo>
                      <a:cubicBezTo>
                        <a:pt x="25" y="0"/>
                        <a:pt x="25" y="0"/>
                        <a:pt x="25" y="0"/>
                      </a:cubicBezTo>
                      <a:moveTo>
                        <a:pt x="36" y="0"/>
                      </a:moveTo>
                      <a:cubicBezTo>
                        <a:pt x="30" y="0"/>
                        <a:pt x="30" y="0"/>
                        <a:pt x="30" y="0"/>
                      </a:cubicBezTo>
                      <a:cubicBezTo>
                        <a:pt x="30" y="0"/>
                        <a:pt x="30" y="0"/>
                        <a:pt x="30" y="0"/>
                      </a:cubicBezTo>
                      <a:cubicBezTo>
                        <a:pt x="36" y="0"/>
                        <a:pt x="36" y="0"/>
                        <a:pt x="36" y="0"/>
                      </a:cubicBezTo>
                      <a:cubicBezTo>
                        <a:pt x="36" y="0"/>
                        <a:pt x="36" y="0"/>
                        <a:pt x="36" y="0"/>
                      </a:cubicBezTo>
                      <a:moveTo>
                        <a:pt x="46" y="0"/>
                      </a:moveTo>
                      <a:cubicBezTo>
                        <a:pt x="43" y="0"/>
                        <a:pt x="43" y="0"/>
                        <a:pt x="43" y="0"/>
                      </a:cubicBezTo>
                      <a:cubicBezTo>
                        <a:pt x="43" y="0"/>
                        <a:pt x="43" y="0"/>
                        <a:pt x="43" y="0"/>
                      </a:cubicBezTo>
                      <a:cubicBezTo>
                        <a:pt x="46" y="0"/>
                        <a:pt x="46" y="0"/>
                        <a:pt x="46" y="0"/>
                      </a:cubicBezTo>
                      <a:cubicBezTo>
                        <a:pt x="46" y="0"/>
                        <a:pt x="46" y="0"/>
                        <a:pt x="46" y="0"/>
                      </a:cubicBezTo>
                      <a:moveTo>
                        <a:pt x="56" y="0"/>
                      </a:moveTo>
                      <a:cubicBezTo>
                        <a:pt x="51" y="0"/>
                        <a:pt x="51" y="0"/>
                        <a:pt x="51" y="0"/>
                      </a:cubicBezTo>
                      <a:cubicBezTo>
                        <a:pt x="51" y="0"/>
                        <a:pt x="51" y="0"/>
                        <a:pt x="51" y="0"/>
                      </a:cubicBezTo>
                      <a:cubicBezTo>
                        <a:pt x="56" y="0"/>
                        <a:pt x="56" y="0"/>
                        <a:pt x="56" y="0"/>
                      </a:cubicBezTo>
                      <a:cubicBezTo>
                        <a:pt x="56" y="0"/>
                        <a:pt x="56" y="0"/>
                        <a:pt x="56" y="0"/>
                      </a:cubicBezTo>
                      <a:moveTo>
                        <a:pt x="67" y="0"/>
                      </a:moveTo>
                      <a:cubicBezTo>
                        <a:pt x="62" y="0"/>
                        <a:pt x="62" y="0"/>
                        <a:pt x="62" y="0"/>
                      </a:cubicBezTo>
                      <a:cubicBezTo>
                        <a:pt x="62" y="0"/>
                        <a:pt x="62" y="0"/>
                        <a:pt x="62" y="0"/>
                      </a:cubicBezTo>
                      <a:cubicBezTo>
                        <a:pt x="67" y="0"/>
                        <a:pt x="67" y="0"/>
                        <a:pt x="67" y="0"/>
                      </a:cubicBezTo>
                      <a:cubicBezTo>
                        <a:pt x="67" y="0"/>
                        <a:pt x="67" y="0"/>
                        <a:pt x="67" y="0"/>
                      </a:cubicBezTo>
                      <a:moveTo>
                        <a:pt x="77" y="0"/>
                      </a:moveTo>
                      <a:cubicBezTo>
                        <a:pt x="72" y="0"/>
                        <a:pt x="72" y="0"/>
                        <a:pt x="72" y="0"/>
                      </a:cubicBezTo>
                      <a:cubicBezTo>
                        <a:pt x="72" y="0"/>
                        <a:pt x="72" y="0"/>
                        <a:pt x="72" y="0"/>
                      </a:cubicBezTo>
                      <a:cubicBezTo>
                        <a:pt x="77" y="0"/>
                        <a:pt x="77" y="0"/>
                        <a:pt x="77" y="0"/>
                      </a:cubicBezTo>
                      <a:cubicBezTo>
                        <a:pt x="77" y="0"/>
                        <a:pt x="77" y="0"/>
                        <a:pt x="77" y="0"/>
                      </a:cubicBezTo>
                      <a:moveTo>
                        <a:pt x="84" y="0"/>
                      </a:moveTo>
                      <a:cubicBezTo>
                        <a:pt x="82" y="0"/>
                        <a:pt x="82" y="0"/>
                        <a:pt x="82" y="0"/>
                      </a:cubicBezTo>
                      <a:cubicBezTo>
                        <a:pt x="82" y="0"/>
                        <a:pt x="82" y="0"/>
                        <a:pt x="82" y="0"/>
                      </a:cubicBezTo>
                      <a:cubicBezTo>
                        <a:pt x="84" y="0"/>
                        <a:pt x="84" y="0"/>
                        <a:pt x="84" y="0"/>
                      </a:cubicBezTo>
                      <a:cubicBezTo>
                        <a:pt x="84" y="0"/>
                        <a:pt x="84" y="0"/>
                        <a:pt x="84" y="0"/>
                      </a:cubicBezTo>
                      <a:moveTo>
                        <a:pt x="88" y="0"/>
                      </a:moveTo>
                      <a:cubicBezTo>
                        <a:pt x="86" y="0"/>
                        <a:pt x="86" y="0"/>
                        <a:pt x="86" y="0"/>
                      </a:cubicBezTo>
                      <a:cubicBezTo>
                        <a:pt x="86" y="0"/>
                        <a:pt x="86" y="0"/>
                        <a:pt x="86" y="0"/>
                      </a:cubicBezTo>
                      <a:cubicBezTo>
                        <a:pt x="88" y="0"/>
                        <a:pt x="88" y="0"/>
                        <a:pt x="88" y="0"/>
                      </a:cubicBezTo>
                      <a:cubicBezTo>
                        <a:pt x="88" y="0"/>
                        <a:pt x="88" y="0"/>
                        <a:pt x="88" y="0"/>
                      </a:cubicBezTo>
                      <a:moveTo>
                        <a:pt x="98" y="0"/>
                      </a:moveTo>
                      <a:cubicBezTo>
                        <a:pt x="93" y="0"/>
                        <a:pt x="93" y="0"/>
                        <a:pt x="93" y="0"/>
                      </a:cubicBezTo>
                      <a:cubicBezTo>
                        <a:pt x="93" y="0"/>
                        <a:pt x="93" y="0"/>
                        <a:pt x="93" y="0"/>
                      </a:cubicBezTo>
                      <a:cubicBezTo>
                        <a:pt x="98" y="0"/>
                        <a:pt x="98" y="0"/>
                        <a:pt x="98" y="0"/>
                      </a:cubicBezTo>
                      <a:cubicBezTo>
                        <a:pt x="98" y="0"/>
                        <a:pt x="98" y="0"/>
                        <a:pt x="98" y="0"/>
                      </a:cubicBezTo>
                      <a:moveTo>
                        <a:pt x="108" y="0"/>
                      </a:moveTo>
                      <a:cubicBezTo>
                        <a:pt x="103" y="0"/>
                        <a:pt x="103" y="0"/>
                        <a:pt x="103" y="0"/>
                      </a:cubicBezTo>
                      <a:cubicBezTo>
                        <a:pt x="103" y="0"/>
                        <a:pt x="103" y="0"/>
                        <a:pt x="103" y="0"/>
                      </a:cubicBezTo>
                      <a:cubicBezTo>
                        <a:pt x="108" y="0"/>
                        <a:pt x="108" y="0"/>
                        <a:pt x="108" y="0"/>
                      </a:cubicBezTo>
                      <a:cubicBezTo>
                        <a:pt x="108" y="0"/>
                        <a:pt x="108" y="0"/>
                        <a:pt x="108" y="0"/>
                      </a:cubicBezTo>
                      <a:moveTo>
                        <a:pt x="119" y="0"/>
                      </a:moveTo>
                      <a:cubicBezTo>
                        <a:pt x="114" y="0"/>
                        <a:pt x="114" y="0"/>
                        <a:pt x="114" y="0"/>
                      </a:cubicBezTo>
                      <a:cubicBezTo>
                        <a:pt x="114" y="0"/>
                        <a:pt x="114" y="0"/>
                        <a:pt x="114" y="0"/>
                      </a:cubicBezTo>
                      <a:cubicBezTo>
                        <a:pt x="119" y="0"/>
                        <a:pt x="119" y="0"/>
                        <a:pt x="119" y="0"/>
                      </a:cubicBezTo>
                      <a:cubicBezTo>
                        <a:pt x="119" y="0"/>
                        <a:pt x="119" y="0"/>
                        <a:pt x="119" y="0"/>
                      </a:cubicBezTo>
                      <a:moveTo>
                        <a:pt x="126" y="0"/>
                      </a:moveTo>
                      <a:cubicBezTo>
                        <a:pt x="124" y="0"/>
                        <a:pt x="124" y="0"/>
                        <a:pt x="124" y="0"/>
                      </a:cubicBezTo>
                      <a:cubicBezTo>
                        <a:pt x="124" y="0"/>
                        <a:pt x="124" y="0"/>
                        <a:pt x="124" y="0"/>
                      </a:cubicBezTo>
                      <a:cubicBezTo>
                        <a:pt x="126" y="0"/>
                        <a:pt x="126" y="0"/>
                        <a:pt x="126" y="0"/>
                      </a:cubicBezTo>
                      <a:cubicBezTo>
                        <a:pt x="126" y="0"/>
                        <a:pt x="126" y="0"/>
                        <a:pt x="126" y="0"/>
                      </a:cubicBezTo>
                      <a:moveTo>
                        <a:pt x="129" y="0"/>
                      </a:moveTo>
                      <a:cubicBezTo>
                        <a:pt x="128" y="0"/>
                        <a:pt x="128" y="0"/>
                        <a:pt x="128" y="0"/>
                      </a:cubicBezTo>
                      <a:cubicBezTo>
                        <a:pt x="128" y="0"/>
                        <a:pt x="128" y="0"/>
                        <a:pt x="128" y="0"/>
                      </a:cubicBezTo>
                      <a:cubicBezTo>
                        <a:pt x="129" y="0"/>
                        <a:pt x="129" y="0"/>
                        <a:pt x="129" y="0"/>
                      </a:cubicBezTo>
                      <a:cubicBezTo>
                        <a:pt x="129" y="0"/>
                        <a:pt x="129" y="0"/>
                        <a:pt x="129" y="0"/>
                      </a:cubicBezTo>
                      <a:moveTo>
                        <a:pt x="140" y="0"/>
                      </a:moveTo>
                      <a:cubicBezTo>
                        <a:pt x="134" y="0"/>
                        <a:pt x="134" y="0"/>
                        <a:pt x="134" y="0"/>
                      </a:cubicBezTo>
                      <a:cubicBezTo>
                        <a:pt x="134" y="0"/>
                        <a:pt x="134" y="0"/>
                        <a:pt x="134" y="0"/>
                      </a:cubicBezTo>
                      <a:cubicBezTo>
                        <a:pt x="140" y="0"/>
                        <a:pt x="140" y="0"/>
                        <a:pt x="140" y="0"/>
                      </a:cubicBezTo>
                      <a:cubicBezTo>
                        <a:pt x="140" y="0"/>
                        <a:pt x="140" y="0"/>
                        <a:pt x="140" y="0"/>
                      </a:cubicBezTo>
                      <a:moveTo>
                        <a:pt x="150" y="0"/>
                      </a:moveTo>
                      <a:cubicBezTo>
                        <a:pt x="145" y="0"/>
                        <a:pt x="145" y="0"/>
                        <a:pt x="145" y="0"/>
                      </a:cubicBezTo>
                      <a:cubicBezTo>
                        <a:pt x="145" y="0"/>
                        <a:pt x="145" y="0"/>
                        <a:pt x="145" y="0"/>
                      </a:cubicBezTo>
                      <a:cubicBezTo>
                        <a:pt x="150" y="0"/>
                        <a:pt x="150" y="0"/>
                        <a:pt x="150" y="0"/>
                      </a:cubicBezTo>
                      <a:cubicBezTo>
                        <a:pt x="150" y="0"/>
                        <a:pt x="150" y="0"/>
                        <a:pt x="150" y="0"/>
                      </a:cubicBezTo>
                      <a:moveTo>
                        <a:pt x="160" y="0"/>
                      </a:moveTo>
                      <a:cubicBezTo>
                        <a:pt x="155" y="0"/>
                        <a:pt x="155" y="0"/>
                        <a:pt x="155" y="0"/>
                      </a:cubicBezTo>
                      <a:cubicBezTo>
                        <a:pt x="155" y="0"/>
                        <a:pt x="155" y="0"/>
                        <a:pt x="155" y="0"/>
                      </a:cubicBezTo>
                      <a:cubicBezTo>
                        <a:pt x="160" y="0"/>
                        <a:pt x="160" y="0"/>
                        <a:pt x="160" y="0"/>
                      </a:cubicBezTo>
                      <a:cubicBezTo>
                        <a:pt x="160" y="0"/>
                        <a:pt x="160" y="0"/>
                        <a:pt x="160" y="0"/>
                      </a:cubicBezTo>
                      <a:moveTo>
                        <a:pt x="167" y="0"/>
                      </a:moveTo>
                      <a:cubicBezTo>
                        <a:pt x="166" y="0"/>
                        <a:pt x="166" y="0"/>
                        <a:pt x="166" y="0"/>
                      </a:cubicBezTo>
                      <a:cubicBezTo>
                        <a:pt x="166" y="0"/>
                        <a:pt x="166" y="0"/>
                        <a:pt x="166" y="0"/>
                      </a:cubicBezTo>
                      <a:cubicBezTo>
                        <a:pt x="167" y="0"/>
                        <a:pt x="167" y="0"/>
                        <a:pt x="167" y="0"/>
                      </a:cubicBezTo>
                      <a:cubicBezTo>
                        <a:pt x="167" y="0"/>
                        <a:pt x="167" y="0"/>
                        <a:pt x="16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4" name="Freeform 25"/>
                <p:cNvSpPr>
                  <a:spLocks noEditPoints="1"/>
                </p:cNvSpPr>
                <p:nvPr/>
              </p:nvSpPr>
              <p:spPr bwMode="auto">
                <a:xfrm>
                  <a:off x="-2903" y="3355"/>
                  <a:ext cx="287" cy="2"/>
                </a:xfrm>
                <a:custGeom>
                  <a:avLst/>
                  <a:gdLst/>
                  <a:ahLst/>
                  <a:cxnLst>
                    <a:cxn ang="0">
                      <a:pos x="0" y="0"/>
                    </a:cxn>
                    <a:cxn ang="0">
                      <a:pos x="0" y="0"/>
                    </a:cxn>
                    <a:cxn ang="0">
                      <a:pos x="0" y="1"/>
                    </a:cxn>
                    <a:cxn ang="0">
                      <a:pos x="0" y="1"/>
                    </a:cxn>
                    <a:cxn ang="0">
                      <a:pos x="0" y="0"/>
                    </a:cxn>
                    <a:cxn ang="0">
                      <a:pos x="121" y="0"/>
                    </a:cxn>
                    <a:cxn ang="0">
                      <a:pos x="120" y="0"/>
                    </a:cxn>
                    <a:cxn ang="0">
                      <a:pos x="120" y="1"/>
                    </a:cxn>
                    <a:cxn ang="0">
                      <a:pos x="120" y="1"/>
                    </a:cxn>
                    <a:cxn ang="0">
                      <a:pos x="121" y="0"/>
                    </a:cxn>
                  </a:cxnLst>
                  <a:rect l="0" t="0" r="r" b="b"/>
                  <a:pathLst>
                    <a:path w="121" h="1">
                      <a:moveTo>
                        <a:pt x="0" y="0"/>
                      </a:moveTo>
                      <a:cubicBezTo>
                        <a:pt x="0" y="0"/>
                        <a:pt x="0" y="0"/>
                        <a:pt x="0" y="0"/>
                      </a:cubicBezTo>
                      <a:cubicBezTo>
                        <a:pt x="0" y="1"/>
                        <a:pt x="0" y="1"/>
                        <a:pt x="0" y="1"/>
                      </a:cubicBezTo>
                      <a:cubicBezTo>
                        <a:pt x="0" y="1"/>
                        <a:pt x="0" y="1"/>
                        <a:pt x="0" y="1"/>
                      </a:cubicBezTo>
                      <a:cubicBezTo>
                        <a:pt x="0" y="0"/>
                        <a:pt x="0" y="0"/>
                        <a:pt x="0" y="0"/>
                      </a:cubicBezTo>
                      <a:moveTo>
                        <a:pt x="121" y="0"/>
                      </a:moveTo>
                      <a:cubicBezTo>
                        <a:pt x="120" y="0"/>
                        <a:pt x="120" y="0"/>
                        <a:pt x="120" y="0"/>
                      </a:cubicBezTo>
                      <a:cubicBezTo>
                        <a:pt x="120" y="1"/>
                        <a:pt x="120" y="1"/>
                        <a:pt x="120" y="1"/>
                      </a:cubicBezTo>
                      <a:cubicBezTo>
                        <a:pt x="120" y="1"/>
                        <a:pt x="120" y="1"/>
                        <a:pt x="120" y="1"/>
                      </a:cubicBezTo>
                      <a:cubicBezTo>
                        <a:pt x="120" y="1"/>
                        <a:pt x="120" y="1"/>
                        <a:pt x="12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5" name="Freeform 26"/>
                <p:cNvSpPr>
                  <a:spLocks noEditPoints="1"/>
                </p:cNvSpPr>
                <p:nvPr/>
              </p:nvSpPr>
              <p:spPr bwMode="auto">
                <a:xfrm>
                  <a:off x="-2019" y="3355"/>
                  <a:ext cx="85" cy="2"/>
                </a:xfrm>
                <a:custGeom>
                  <a:avLst/>
                  <a:gdLst/>
                  <a:ahLst/>
                  <a:cxnLst>
                    <a:cxn ang="0">
                      <a:pos x="0" y="0"/>
                    </a:cxn>
                    <a:cxn ang="0">
                      <a:pos x="0" y="0"/>
                    </a:cxn>
                    <a:cxn ang="0">
                      <a:pos x="0" y="1"/>
                    </a:cxn>
                    <a:cxn ang="0">
                      <a:pos x="0" y="1"/>
                    </a:cxn>
                    <a:cxn ang="0">
                      <a:pos x="0" y="0"/>
                    </a:cxn>
                    <a:cxn ang="0">
                      <a:pos x="36" y="0"/>
                    </a:cxn>
                    <a:cxn ang="0">
                      <a:pos x="36" y="0"/>
                    </a:cxn>
                    <a:cxn ang="0">
                      <a:pos x="36" y="0"/>
                    </a:cxn>
                    <a:cxn ang="0">
                      <a:pos x="36" y="0"/>
                    </a:cxn>
                  </a:cxnLst>
                  <a:rect l="0" t="0" r="r" b="b"/>
                  <a:pathLst>
                    <a:path w="36" h="1">
                      <a:moveTo>
                        <a:pt x="0" y="0"/>
                      </a:moveTo>
                      <a:cubicBezTo>
                        <a:pt x="0" y="0"/>
                        <a:pt x="0" y="0"/>
                        <a:pt x="0" y="0"/>
                      </a:cubicBezTo>
                      <a:cubicBezTo>
                        <a:pt x="0" y="1"/>
                        <a:pt x="0" y="1"/>
                        <a:pt x="0" y="1"/>
                      </a:cubicBezTo>
                      <a:cubicBezTo>
                        <a:pt x="0" y="1"/>
                        <a:pt x="0" y="1"/>
                        <a:pt x="0" y="1"/>
                      </a:cubicBezTo>
                      <a:cubicBezTo>
                        <a:pt x="0" y="0"/>
                        <a:pt x="0" y="0"/>
                        <a:pt x="0" y="0"/>
                      </a:cubicBezTo>
                      <a:moveTo>
                        <a:pt x="36" y="0"/>
                      </a:moveTo>
                      <a:cubicBezTo>
                        <a:pt x="36" y="0"/>
                        <a:pt x="36" y="0"/>
                        <a:pt x="36" y="0"/>
                      </a:cubicBezTo>
                      <a:cubicBezTo>
                        <a:pt x="36" y="0"/>
                        <a:pt x="36" y="0"/>
                        <a:pt x="36" y="0"/>
                      </a:cubicBezTo>
                      <a:cubicBezTo>
                        <a:pt x="36" y="0"/>
                        <a:pt x="36" y="0"/>
                        <a:pt x="36"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6" name="Freeform 27"/>
                <p:cNvSpPr>
                  <a:spLocks/>
                </p:cNvSpPr>
                <p:nvPr/>
              </p:nvSpPr>
              <p:spPr bwMode="auto">
                <a:xfrm>
                  <a:off x="-912" y="3355"/>
                  <a:ext cx="3"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7" name="Freeform 28"/>
                <p:cNvSpPr>
                  <a:spLocks/>
                </p:cNvSpPr>
                <p:nvPr/>
              </p:nvSpPr>
              <p:spPr bwMode="auto">
                <a:xfrm>
                  <a:off x="-808" y="3357"/>
                  <a:ext cx="2" cy="0"/>
                </a:xfrm>
                <a:custGeom>
                  <a:avLst/>
                  <a:gdLst/>
                  <a:ahLst/>
                  <a:cxnLst>
                    <a:cxn ang="0">
                      <a:pos x="1" y="0"/>
                    </a:cxn>
                    <a:cxn ang="0">
                      <a:pos x="0"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8" name="Freeform 29"/>
                <p:cNvSpPr>
                  <a:spLocks/>
                </p:cNvSpPr>
                <p:nvPr/>
              </p:nvSpPr>
              <p:spPr bwMode="auto">
                <a:xfrm>
                  <a:off x="-1049"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69" name="Freeform 30"/>
                <p:cNvSpPr>
                  <a:spLocks/>
                </p:cNvSpPr>
                <p:nvPr/>
              </p:nvSpPr>
              <p:spPr bwMode="auto">
                <a:xfrm>
                  <a:off x="-1103" y="2256"/>
                  <a:ext cx="6"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0" name="Freeform 31"/>
                <p:cNvSpPr>
                  <a:spLocks/>
                </p:cNvSpPr>
                <p:nvPr/>
              </p:nvSpPr>
              <p:spPr bwMode="auto">
                <a:xfrm>
                  <a:off x="-2382" y="1987"/>
                  <a:ext cx="91" cy="270"/>
                </a:xfrm>
                <a:custGeom>
                  <a:avLst/>
                  <a:gdLst/>
                  <a:ahLst/>
                  <a:cxnLst>
                    <a:cxn ang="0">
                      <a:pos x="39" y="0"/>
                    </a:cxn>
                    <a:cxn ang="0">
                      <a:pos x="37" y="0"/>
                    </a:cxn>
                    <a:cxn ang="0">
                      <a:pos x="35" y="5"/>
                    </a:cxn>
                    <a:cxn ang="0">
                      <a:pos x="0" y="114"/>
                    </a:cxn>
                    <a:cxn ang="0">
                      <a:pos x="2" y="114"/>
                    </a:cxn>
                    <a:cxn ang="0">
                      <a:pos x="5" y="101"/>
                    </a:cxn>
                    <a:cxn ang="0">
                      <a:pos x="5" y="101"/>
                    </a:cxn>
                    <a:cxn ang="0">
                      <a:pos x="5" y="100"/>
                    </a:cxn>
                    <a:cxn ang="0">
                      <a:pos x="6" y="100"/>
                    </a:cxn>
                    <a:cxn ang="0">
                      <a:pos x="12" y="77"/>
                    </a:cxn>
                    <a:cxn ang="0">
                      <a:pos x="29" y="26"/>
                    </a:cxn>
                    <a:cxn ang="0">
                      <a:pos x="35" y="11"/>
                    </a:cxn>
                    <a:cxn ang="0">
                      <a:pos x="37" y="6"/>
                    </a:cxn>
                    <a:cxn ang="0">
                      <a:pos x="37" y="6"/>
                    </a:cxn>
                    <a:cxn ang="0">
                      <a:pos x="37" y="6"/>
                    </a:cxn>
                    <a:cxn ang="0">
                      <a:pos x="39" y="0"/>
                    </a:cxn>
                  </a:cxnLst>
                  <a:rect l="0" t="0" r="r" b="b"/>
                  <a:pathLst>
                    <a:path w="39" h="114">
                      <a:moveTo>
                        <a:pt x="39" y="0"/>
                      </a:moveTo>
                      <a:cubicBezTo>
                        <a:pt x="37" y="0"/>
                        <a:pt x="37" y="0"/>
                        <a:pt x="37" y="0"/>
                      </a:cubicBezTo>
                      <a:cubicBezTo>
                        <a:pt x="36" y="1"/>
                        <a:pt x="36" y="3"/>
                        <a:pt x="35" y="5"/>
                      </a:cubicBezTo>
                      <a:cubicBezTo>
                        <a:pt x="34" y="6"/>
                        <a:pt x="15" y="54"/>
                        <a:pt x="0" y="114"/>
                      </a:cubicBezTo>
                      <a:cubicBezTo>
                        <a:pt x="2" y="114"/>
                        <a:pt x="2" y="114"/>
                        <a:pt x="2" y="114"/>
                      </a:cubicBezTo>
                      <a:cubicBezTo>
                        <a:pt x="3" y="109"/>
                        <a:pt x="4" y="105"/>
                        <a:pt x="5" y="101"/>
                      </a:cubicBezTo>
                      <a:cubicBezTo>
                        <a:pt x="5" y="101"/>
                        <a:pt x="5" y="101"/>
                        <a:pt x="5" y="101"/>
                      </a:cubicBezTo>
                      <a:cubicBezTo>
                        <a:pt x="5" y="100"/>
                        <a:pt x="5" y="100"/>
                        <a:pt x="5" y="100"/>
                      </a:cubicBezTo>
                      <a:cubicBezTo>
                        <a:pt x="6" y="100"/>
                        <a:pt x="6" y="100"/>
                        <a:pt x="6" y="100"/>
                      </a:cubicBezTo>
                      <a:cubicBezTo>
                        <a:pt x="8" y="92"/>
                        <a:pt x="10" y="85"/>
                        <a:pt x="12" y="77"/>
                      </a:cubicBezTo>
                      <a:cubicBezTo>
                        <a:pt x="18" y="56"/>
                        <a:pt x="24" y="38"/>
                        <a:pt x="29" y="26"/>
                      </a:cubicBezTo>
                      <a:cubicBezTo>
                        <a:pt x="31" y="19"/>
                        <a:pt x="33" y="14"/>
                        <a:pt x="35" y="11"/>
                      </a:cubicBezTo>
                      <a:cubicBezTo>
                        <a:pt x="36" y="7"/>
                        <a:pt x="37" y="6"/>
                        <a:pt x="37" y="6"/>
                      </a:cubicBezTo>
                      <a:cubicBezTo>
                        <a:pt x="37" y="6"/>
                        <a:pt x="37" y="6"/>
                        <a:pt x="37" y="6"/>
                      </a:cubicBezTo>
                      <a:cubicBezTo>
                        <a:pt x="37" y="6"/>
                        <a:pt x="37" y="6"/>
                        <a:pt x="37" y="6"/>
                      </a:cubicBezTo>
                      <a:cubicBezTo>
                        <a:pt x="38" y="3"/>
                        <a:pt x="38" y="2"/>
                        <a:pt x="39"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1" name="Freeform 32"/>
                <p:cNvSpPr>
                  <a:spLocks/>
                </p:cNvSpPr>
                <p:nvPr/>
              </p:nvSpPr>
              <p:spPr bwMode="auto">
                <a:xfrm>
                  <a:off x="-2369" y="2222"/>
                  <a:ext cx="3" cy="3"/>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0"/>
                        <a:pt x="0"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2" name="Freeform 33"/>
                <p:cNvSpPr>
                  <a:spLocks noEditPoints="1"/>
                </p:cNvSpPr>
                <p:nvPr/>
              </p:nvSpPr>
              <p:spPr bwMode="auto">
                <a:xfrm>
                  <a:off x="-2417" y="1522"/>
                  <a:ext cx="414" cy="1054"/>
                </a:xfrm>
                <a:custGeom>
                  <a:avLst/>
                  <a:gdLst/>
                  <a:ahLst/>
                  <a:cxnLst>
                    <a:cxn ang="0">
                      <a:pos x="2" y="413"/>
                    </a:cxn>
                    <a:cxn ang="0">
                      <a:pos x="0" y="413"/>
                    </a:cxn>
                    <a:cxn ang="0">
                      <a:pos x="0" y="421"/>
                    </a:cxn>
                    <a:cxn ang="0">
                      <a:pos x="1" y="445"/>
                    </a:cxn>
                    <a:cxn ang="0">
                      <a:pos x="1" y="445"/>
                    </a:cxn>
                    <a:cxn ang="0">
                      <a:pos x="1" y="445"/>
                    </a:cxn>
                    <a:cxn ang="0">
                      <a:pos x="2" y="445"/>
                    </a:cxn>
                    <a:cxn ang="0">
                      <a:pos x="3" y="445"/>
                    </a:cxn>
                    <a:cxn ang="0">
                      <a:pos x="2" y="421"/>
                    </a:cxn>
                    <a:cxn ang="0">
                      <a:pos x="2" y="413"/>
                    </a:cxn>
                    <a:cxn ang="0">
                      <a:pos x="17" y="311"/>
                    </a:cxn>
                    <a:cxn ang="0">
                      <a:pos x="15" y="311"/>
                    </a:cxn>
                    <a:cxn ang="0">
                      <a:pos x="0" y="412"/>
                    </a:cxn>
                    <a:cxn ang="0">
                      <a:pos x="2" y="412"/>
                    </a:cxn>
                    <a:cxn ang="0">
                      <a:pos x="17" y="311"/>
                    </a:cxn>
                    <a:cxn ang="0">
                      <a:pos x="89" y="99"/>
                    </a:cxn>
                    <a:cxn ang="0">
                      <a:pos x="87" y="99"/>
                    </a:cxn>
                    <a:cxn ang="0">
                      <a:pos x="68" y="147"/>
                    </a:cxn>
                    <a:cxn ang="0">
                      <a:pos x="52" y="195"/>
                    </a:cxn>
                    <a:cxn ang="0">
                      <a:pos x="54" y="195"/>
                    </a:cxn>
                    <a:cxn ang="0">
                      <a:pos x="70" y="147"/>
                    </a:cxn>
                    <a:cxn ang="0">
                      <a:pos x="89" y="99"/>
                    </a:cxn>
                    <a:cxn ang="0">
                      <a:pos x="175" y="0"/>
                    </a:cxn>
                    <a:cxn ang="0">
                      <a:pos x="175" y="0"/>
                    </a:cxn>
                    <a:cxn ang="0">
                      <a:pos x="88" y="97"/>
                    </a:cxn>
                    <a:cxn ang="0">
                      <a:pos x="87" y="98"/>
                    </a:cxn>
                    <a:cxn ang="0">
                      <a:pos x="90" y="98"/>
                    </a:cxn>
                    <a:cxn ang="0">
                      <a:pos x="90" y="98"/>
                    </a:cxn>
                    <a:cxn ang="0">
                      <a:pos x="141" y="29"/>
                    </a:cxn>
                    <a:cxn ang="0">
                      <a:pos x="165" y="9"/>
                    </a:cxn>
                    <a:cxn ang="0">
                      <a:pos x="173" y="4"/>
                    </a:cxn>
                    <a:cxn ang="0">
                      <a:pos x="176" y="2"/>
                    </a:cxn>
                    <a:cxn ang="0">
                      <a:pos x="175" y="0"/>
                    </a:cxn>
                  </a:cxnLst>
                  <a:rect l="0" t="0" r="r" b="b"/>
                  <a:pathLst>
                    <a:path w="176" h="445">
                      <a:moveTo>
                        <a:pt x="2" y="413"/>
                      </a:moveTo>
                      <a:cubicBezTo>
                        <a:pt x="0" y="413"/>
                        <a:pt x="0" y="413"/>
                        <a:pt x="0" y="413"/>
                      </a:cubicBezTo>
                      <a:cubicBezTo>
                        <a:pt x="0" y="415"/>
                        <a:pt x="0" y="418"/>
                        <a:pt x="0" y="421"/>
                      </a:cubicBezTo>
                      <a:cubicBezTo>
                        <a:pt x="0" y="429"/>
                        <a:pt x="0" y="437"/>
                        <a:pt x="1" y="445"/>
                      </a:cubicBezTo>
                      <a:cubicBezTo>
                        <a:pt x="1" y="445"/>
                        <a:pt x="1" y="445"/>
                        <a:pt x="1" y="445"/>
                      </a:cubicBezTo>
                      <a:cubicBezTo>
                        <a:pt x="1" y="445"/>
                        <a:pt x="1" y="445"/>
                        <a:pt x="1" y="445"/>
                      </a:cubicBezTo>
                      <a:cubicBezTo>
                        <a:pt x="2" y="445"/>
                        <a:pt x="2" y="445"/>
                        <a:pt x="2" y="445"/>
                      </a:cubicBezTo>
                      <a:cubicBezTo>
                        <a:pt x="3" y="445"/>
                        <a:pt x="3" y="445"/>
                        <a:pt x="3" y="445"/>
                      </a:cubicBezTo>
                      <a:cubicBezTo>
                        <a:pt x="2" y="437"/>
                        <a:pt x="2" y="429"/>
                        <a:pt x="2" y="421"/>
                      </a:cubicBezTo>
                      <a:cubicBezTo>
                        <a:pt x="2" y="418"/>
                        <a:pt x="2" y="415"/>
                        <a:pt x="2" y="413"/>
                      </a:cubicBezTo>
                      <a:moveTo>
                        <a:pt x="17" y="311"/>
                      </a:moveTo>
                      <a:cubicBezTo>
                        <a:pt x="15" y="311"/>
                        <a:pt x="15" y="311"/>
                        <a:pt x="15" y="311"/>
                      </a:cubicBezTo>
                      <a:cubicBezTo>
                        <a:pt x="7" y="343"/>
                        <a:pt x="1" y="378"/>
                        <a:pt x="0" y="412"/>
                      </a:cubicBezTo>
                      <a:cubicBezTo>
                        <a:pt x="2" y="412"/>
                        <a:pt x="2" y="412"/>
                        <a:pt x="2" y="412"/>
                      </a:cubicBezTo>
                      <a:cubicBezTo>
                        <a:pt x="3" y="378"/>
                        <a:pt x="9" y="343"/>
                        <a:pt x="17" y="311"/>
                      </a:cubicBezTo>
                      <a:moveTo>
                        <a:pt x="89" y="99"/>
                      </a:moveTo>
                      <a:cubicBezTo>
                        <a:pt x="87" y="99"/>
                        <a:pt x="87" y="99"/>
                        <a:pt x="87" y="99"/>
                      </a:cubicBezTo>
                      <a:cubicBezTo>
                        <a:pt x="77" y="125"/>
                        <a:pt x="72" y="135"/>
                        <a:pt x="68" y="147"/>
                      </a:cubicBezTo>
                      <a:cubicBezTo>
                        <a:pt x="64" y="157"/>
                        <a:pt x="60" y="168"/>
                        <a:pt x="52" y="195"/>
                      </a:cubicBezTo>
                      <a:cubicBezTo>
                        <a:pt x="54" y="195"/>
                        <a:pt x="54" y="195"/>
                        <a:pt x="54" y="195"/>
                      </a:cubicBezTo>
                      <a:cubicBezTo>
                        <a:pt x="62" y="169"/>
                        <a:pt x="65" y="158"/>
                        <a:pt x="70" y="147"/>
                      </a:cubicBezTo>
                      <a:cubicBezTo>
                        <a:pt x="74" y="136"/>
                        <a:pt x="79" y="126"/>
                        <a:pt x="89" y="99"/>
                      </a:cubicBezTo>
                      <a:moveTo>
                        <a:pt x="175" y="0"/>
                      </a:moveTo>
                      <a:cubicBezTo>
                        <a:pt x="175" y="0"/>
                        <a:pt x="175" y="0"/>
                        <a:pt x="175" y="0"/>
                      </a:cubicBezTo>
                      <a:cubicBezTo>
                        <a:pt x="170" y="3"/>
                        <a:pt x="108" y="43"/>
                        <a:pt x="88" y="97"/>
                      </a:cubicBezTo>
                      <a:cubicBezTo>
                        <a:pt x="88" y="97"/>
                        <a:pt x="88" y="98"/>
                        <a:pt x="87" y="98"/>
                      </a:cubicBezTo>
                      <a:cubicBezTo>
                        <a:pt x="90" y="98"/>
                        <a:pt x="90" y="98"/>
                        <a:pt x="90" y="98"/>
                      </a:cubicBezTo>
                      <a:cubicBezTo>
                        <a:pt x="90" y="98"/>
                        <a:pt x="90" y="98"/>
                        <a:pt x="90" y="98"/>
                      </a:cubicBezTo>
                      <a:cubicBezTo>
                        <a:pt x="100" y="70"/>
                        <a:pt x="121" y="46"/>
                        <a:pt x="141" y="29"/>
                      </a:cubicBezTo>
                      <a:cubicBezTo>
                        <a:pt x="150" y="21"/>
                        <a:pt x="159" y="14"/>
                        <a:pt x="165" y="9"/>
                      </a:cubicBezTo>
                      <a:cubicBezTo>
                        <a:pt x="169" y="7"/>
                        <a:pt x="171" y="5"/>
                        <a:pt x="173" y="4"/>
                      </a:cubicBezTo>
                      <a:cubicBezTo>
                        <a:pt x="175" y="2"/>
                        <a:pt x="176" y="2"/>
                        <a:pt x="176" y="2"/>
                      </a:cubicBezTo>
                      <a:cubicBezTo>
                        <a:pt x="175" y="0"/>
                        <a:pt x="175" y="0"/>
                        <a:pt x="17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3" name="Freeform 34"/>
                <p:cNvSpPr>
                  <a:spLocks/>
                </p:cNvSpPr>
                <p:nvPr/>
              </p:nvSpPr>
              <p:spPr bwMode="auto">
                <a:xfrm>
                  <a:off x="-2210" y="1754"/>
                  <a:ext cx="6" cy="2"/>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1"/>
                        <a:pt x="0" y="1"/>
                        <a:pt x="0" y="1"/>
                      </a:cubicBezTo>
                      <a:cubicBezTo>
                        <a:pt x="2" y="1"/>
                        <a:pt x="2" y="1"/>
                        <a:pt x="2" y="1"/>
                      </a:cubicBezTo>
                      <a:cubicBezTo>
                        <a:pt x="2" y="1"/>
                        <a:pt x="2"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4" name="Freeform 35"/>
                <p:cNvSpPr>
                  <a:spLocks/>
                </p:cNvSpPr>
                <p:nvPr/>
              </p:nvSpPr>
              <p:spPr bwMode="auto">
                <a:xfrm>
                  <a:off x="-2417" y="2498"/>
                  <a:ext cx="3"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5" name="Freeform 36"/>
                <p:cNvSpPr>
                  <a:spLocks/>
                </p:cNvSpPr>
                <p:nvPr/>
              </p:nvSpPr>
              <p:spPr bwMode="auto">
                <a:xfrm>
                  <a:off x="-23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6" name="Freeform 37"/>
                <p:cNvSpPr>
                  <a:spLocks noEditPoints="1"/>
                </p:cNvSpPr>
                <p:nvPr/>
              </p:nvSpPr>
              <p:spPr bwMode="auto">
                <a:xfrm>
                  <a:off x="-2201" y="1987"/>
                  <a:ext cx="53" cy="270"/>
                </a:xfrm>
                <a:custGeom>
                  <a:avLst/>
                  <a:gdLst/>
                  <a:ahLst/>
                  <a:cxnLst>
                    <a:cxn ang="0">
                      <a:pos x="2" y="101"/>
                    </a:cxn>
                    <a:cxn ang="0">
                      <a:pos x="0" y="114"/>
                    </a:cxn>
                    <a:cxn ang="0">
                      <a:pos x="2" y="114"/>
                    </a:cxn>
                    <a:cxn ang="0">
                      <a:pos x="3" y="101"/>
                    </a:cxn>
                    <a:cxn ang="0">
                      <a:pos x="2" y="101"/>
                    </a:cxn>
                    <a:cxn ang="0">
                      <a:pos x="2" y="101"/>
                    </a:cxn>
                    <a:cxn ang="0">
                      <a:pos x="23" y="0"/>
                    </a:cxn>
                    <a:cxn ang="0">
                      <a:pos x="20" y="0"/>
                    </a:cxn>
                    <a:cxn ang="0">
                      <a:pos x="2" y="100"/>
                    </a:cxn>
                    <a:cxn ang="0">
                      <a:pos x="4" y="100"/>
                    </a:cxn>
                    <a:cxn ang="0">
                      <a:pos x="23" y="0"/>
                    </a:cxn>
                  </a:cxnLst>
                  <a:rect l="0" t="0" r="r" b="b"/>
                  <a:pathLst>
                    <a:path w="23" h="114">
                      <a:moveTo>
                        <a:pt x="2" y="101"/>
                      </a:moveTo>
                      <a:cubicBezTo>
                        <a:pt x="1" y="105"/>
                        <a:pt x="0" y="109"/>
                        <a:pt x="0" y="114"/>
                      </a:cubicBezTo>
                      <a:cubicBezTo>
                        <a:pt x="2" y="114"/>
                        <a:pt x="2" y="114"/>
                        <a:pt x="2" y="114"/>
                      </a:cubicBezTo>
                      <a:cubicBezTo>
                        <a:pt x="2" y="109"/>
                        <a:pt x="3" y="105"/>
                        <a:pt x="3" y="101"/>
                      </a:cubicBezTo>
                      <a:cubicBezTo>
                        <a:pt x="2" y="101"/>
                        <a:pt x="2" y="101"/>
                        <a:pt x="2" y="101"/>
                      </a:cubicBezTo>
                      <a:cubicBezTo>
                        <a:pt x="2" y="101"/>
                        <a:pt x="2" y="101"/>
                        <a:pt x="2" y="101"/>
                      </a:cubicBezTo>
                      <a:moveTo>
                        <a:pt x="23" y="0"/>
                      </a:moveTo>
                      <a:cubicBezTo>
                        <a:pt x="20" y="0"/>
                        <a:pt x="20" y="0"/>
                        <a:pt x="20" y="0"/>
                      </a:cubicBezTo>
                      <a:cubicBezTo>
                        <a:pt x="13" y="34"/>
                        <a:pt x="7" y="65"/>
                        <a:pt x="2" y="100"/>
                      </a:cubicBezTo>
                      <a:cubicBezTo>
                        <a:pt x="4" y="100"/>
                        <a:pt x="4" y="100"/>
                        <a:pt x="4" y="100"/>
                      </a:cubicBezTo>
                      <a:cubicBezTo>
                        <a:pt x="9" y="65"/>
                        <a:pt x="15" y="34"/>
                        <a:pt x="2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7" name="Freeform 38"/>
                <p:cNvSpPr>
                  <a:spLocks/>
                </p:cNvSpPr>
                <p:nvPr/>
              </p:nvSpPr>
              <p:spPr bwMode="auto">
                <a:xfrm>
                  <a:off x="-2197" y="2222"/>
                  <a:ext cx="3" cy="3"/>
                </a:xfrm>
                <a:custGeom>
                  <a:avLst/>
                  <a:gdLst/>
                  <a:ahLst/>
                  <a:cxnLst>
                    <a:cxn ang="0">
                      <a:pos x="2" y="0"/>
                    </a:cxn>
                    <a:cxn ang="0">
                      <a:pos x="0" y="0"/>
                    </a:cxn>
                    <a:cxn ang="0">
                      <a:pos x="0" y="1"/>
                    </a:cxn>
                    <a:cxn ang="0">
                      <a:pos x="0" y="1"/>
                    </a:cxn>
                    <a:cxn ang="0">
                      <a:pos x="1" y="1"/>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1" y="1"/>
                        <a:pt x="1" y="1"/>
                        <a:pt x="1"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8" name="Freeform 39"/>
                <p:cNvSpPr>
                  <a:spLocks noEditPoints="1"/>
                </p:cNvSpPr>
                <p:nvPr/>
              </p:nvSpPr>
              <p:spPr bwMode="auto">
                <a:xfrm>
                  <a:off x="-2222" y="2260"/>
                  <a:ext cx="85" cy="1016"/>
                </a:xfrm>
                <a:custGeom>
                  <a:avLst/>
                  <a:gdLst/>
                  <a:ahLst/>
                  <a:cxnLst>
                    <a:cxn ang="0">
                      <a:pos x="24" y="343"/>
                    </a:cxn>
                    <a:cxn ang="0">
                      <a:pos x="22" y="343"/>
                    </a:cxn>
                    <a:cxn ang="0">
                      <a:pos x="30" y="400"/>
                    </a:cxn>
                    <a:cxn ang="0">
                      <a:pos x="34" y="429"/>
                    </a:cxn>
                    <a:cxn ang="0">
                      <a:pos x="36" y="429"/>
                    </a:cxn>
                    <a:cxn ang="0">
                      <a:pos x="32" y="400"/>
                    </a:cxn>
                    <a:cxn ang="0">
                      <a:pos x="26" y="360"/>
                    </a:cxn>
                    <a:cxn ang="0">
                      <a:pos x="24" y="343"/>
                    </a:cxn>
                    <a:cxn ang="0">
                      <a:pos x="9" y="255"/>
                    </a:cxn>
                    <a:cxn ang="0">
                      <a:pos x="7" y="255"/>
                    </a:cxn>
                    <a:cxn ang="0">
                      <a:pos x="22" y="342"/>
                    </a:cxn>
                    <a:cxn ang="0">
                      <a:pos x="24" y="342"/>
                    </a:cxn>
                    <a:cxn ang="0">
                      <a:pos x="9" y="255"/>
                    </a:cxn>
                    <a:cxn ang="0">
                      <a:pos x="7" y="233"/>
                    </a:cxn>
                    <a:cxn ang="0">
                      <a:pos x="5" y="233"/>
                    </a:cxn>
                    <a:cxn ang="0">
                      <a:pos x="7" y="254"/>
                    </a:cxn>
                    <a:cxn ang="0">
                      <a:pos x="9" y="254"/>
                    </a:cxn>
                    <a:cxn ang="0">
                      <a:pos x="7" y="233"/>
                    </a:cxn>
                    <a:cxn ang="0">
                      <a:pos x="3" y="102"/>
                    </a:cxn>
                    <a:cxn ang="0">
                      <a:pos x="1" y="102"/>
                    </a:cxn>
                    <a:cxn ang="0">
                      <a:pos x="1" y="112"/>
                    </a:cxn>
                    <a:cxn ang="0">
                      <a:pos x="0" y="125"/>
                    </a:cxn>
                    <a:cxn ang="0">
                      <a:pos x="5" y="232"/>
                    </a:cxn>
                    <a:cxn ang="0">
                      <a:pos x="7" y="232"/>
                    </a:cxn>
                    <a:cxn ang="0">
                      <a:pos x="2" y="125"/>
                    </a:cxn>
                    <a:cxn ang="0">
                      <a:pos x="3" y="112"/>
                    </a:cxn>
                    <a:cxn ang="0">
                      <a:pos x="3" y="102"/>
                    </a:cxn>
                    <a:cxn ang="0">
                      <a:pos x="11" y="0"/>
                    </a:cxn>
                    <a:cxn ang="0">
                      <a:pos x="9" y="0"/>
                    </a:cxn>
                    <a:cxn ang="0">
                      <a:pos x="1" y="101"/>
                    </a:cxn>
                    <a:cxn ang="0">
                      <a:pos x="3" y="101"/>
                    </a:cxn>
                    <a:cxn ang="0">
                      <a:pos x="11" y="0"/>
                    </a:cxn>
                  </a:cxnLst>
                  <a:rect l="0" t="0" r="r" b="b"/>
                  <a:pathLst>
                    <a:path w="36" h="429">
                      <a:moveTo>
                        <a:pt x="24" y="343"/>
                      </a:moveTo>
                      <a:cubicBezTo>
                        <a:pt x="22" y="343"/>
                        <a:pt x="22" y="343"/>
                        <a:pt x="22" y="343"/>
                      </a:cubicBezTo>
                      <a:cubicBezTo>
                        <a:pt x="23" y="347"/>
                        <a:pt x="26" y="372"/>
                        <a:pt x="30" y="400"/>
                      </a:cubicBezTo>
                      <a:cubicBezTo>
                        <a:pt x="31" y="410"/>
                        <a:pt x="32" y="420"/>
                        <a:pt x="34" y="429"/>
                      </a:cubicBezTo>
                      <a:cubicBezTo>
                        <a:pt x="36" y="429"/>
                        <a:pt x="36" y="429"/>
                        <a:pt x="36" y="429"/>
                      </a:cubicBezTo>
                      <a:cubicBezTo>
                        <a:pt x="34" y="420"/>
                        <a:pt x="33" y="410"/>
                        <a:pt x="32" y="400"/>
                      </a:cubicBezTo>
                      <a:cubicBezTo>
                        <a:pt x="30" y="385"/>
                        <a:pt x="28" y="370"/>
                        <a:pt x="26" y="360"/>
                      </a:cubicBezTo>
                      <a:cubicBezTo>
                        <a:pt x="25" y="351"/>
                        <a:pt x="24" y="345"/>
                        <a:pt x="24" y="343"/>
                      </a:cubicBezTo>
                      <a:moveTo>
                        <a:pt x="9" y="255"/>
                      </a:moveTo>
                      <a:cubicBezTo>
                        <a:pt x="7" y="255"/>
                        <a:pt x="7" y="255"/>
                        <a:pt x="7" y="255"/>
                      </a:cubicBezTo>
                      <a:cubicBezTo>
                        <a:pt x="10" y="285"/>
                        <a:pt x="15" y="315"/>
                        <a:pt x="22" y="342"/>
                      </a:cubicBezTo>
                      <a:cubicBezTo>
                        <a:pt x="24" y="342"/>
                        <a:pt x="24" y="342"/>
                        <a:pt x="24" y="342"/>
                      </a:cubicBezTo>
                      <a:cubicBezTo>
                        <a:pt x="17" y="315"/>
                        <a:pt x="12" y="285"/>
                        <a:pt x="9" y="255"/>
                      </a:cubicBezTo>
                      <a:moveTo>
                        <a:pt x="7" y="233"/>
                      </a:moveTo>
                      <a:cubicBezTo>
                        <a:pt x="5" y="233"/>
                        <a:pt x="5" y="233"/>
                        <a:pt x="5" y="233"/>
                      </a:cubicBezTo>
                      <a:cubicBezTo>
                        <a:pt x="6" y="240"/>
                        <a:pt x="6" y="247"/>
                        <a:pt x="7" y="254"/>
                      </a:cubicBezTo>
                      <a:cubicBezTo>
                        <a:pt x="9" y="254"/>
                        <a:pt x="9" y="254"/>
                        <a:pt x="9" y="254"/>
                      </a:cubicBezTo>
                      <a:cubicBezTo>
                        <a:pt x="8" y="247"/>
                        <a:pt x="8" y="240"/>
                        <a:pt x="7" y="233"/>
                      </a:cubicBezTo>
                      <a:moveTo>
                        <a:pt x="3" y="102"/>
                      </a:moveTo>
                      <a:cubicBezTo>
                        <a:pt x="1" y="102"/>
                        <a:pt x="1" y="102"/>
                        <a:pt x="1" y="102"/>
                      </a:cubicBezTo>
                      <a:cubicBezTo>
                        <a:pt x="1" y="105"/>
                        <a:pt x="1" y="109"/>
                        <a:pt x="1" y="112"/>
                      </a:cubicBezTo>
                      <a:cubicBezTo>
                        <a:pt x="1" y="112"/>
                        <a:pt x="0" y="117"/>
                        <a:pt x="0" y="125"/>
                      </a:cubicBezTo>
                      <a:cubicBezTo>
                        <a:pt x="0" y="145"/>
                        <a:pt x="1" y="186"/>
                        <a:pt x="5" y="232"/>
                      </a:cubicBezTo>
                      <a:cubicBezTo>
                        <a:pt x="7" y="232"/>
                        <a:pt x="7" y="232"/>
                        <a:pt x="7" y="232"/>
                      </a:cubicBezTo>
                      <a:cubicBezTo>
                        <a:pt x="3" y="186"/>
                        <a:pt x="2" y="145"/>
                        <a:pt x="2" y="125"/>
                      </a:cubicBezTo>
                      <a:cubicBezTo>
                        <a:pt x="2" y="117"/>
                        <a:pt x="3" y="112"/>
                        <a:pt x="3" y="112"/>
                      </a:cubicBezTo>
                      <a:cubicBezTo>
                        <a:pt x="3" y="109"/>
                        <a:pt x="3" y="105"/>
                        <a:pt x="3" y="102"/>
                      </a:cubicBezTo>
                      <a:moveTo>
                        <a:pt x="11" y="0"/>
                      </a:moveTo>
                      <a:cubicBezTo>
                        <a:pt x="9" y="0"/>
                        <a:pt x="9" y="0"/>
                        <a:pt x="9" y="0"/>
                      </a:cubicBezTo>
                      <a:cubicBezTo>
                        <a:pt x="5" y="29"/>
                        <a:pt x="2" y="62"/>
                        <a:pt x="1" y="101"/>
                      </a:cubicBezTo>
                      <a:cubicBezTo>
                        <a:pt x="3" y="101"/>
                        <a:pt x="3" y="101"/>
                        <a:pt x="3" y="101"/>
                      </a:cubicBezTo>
                      <a:cubicBezTo>
                        <a:pt x="4" y="62"/>
                        <a:pt x="7" y="29"/>
                        <a:pt x="1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79" name="Freeform 40"/>
                <p:cNvSpPr>
                  <a:spLocks/>
                </p:cNvSpPr>
                <p:nvPr/>
              </p:nvSpPr>
              <p:spPr bwMode="auto">
                <a:xfrm>
                  <a:off x="-2171" y="3070"/>
                  <a:ext cx="5" cy="2"/>
                </a:xfrm>
                <a:custGeom>
                  <a:avLst/>
                  <a:gdLst/>
                  <a:ahLst/>
                  <a:cxnLst>
                    <a:cxn ang="0">
                      <a:pos x="2" y="0"/>
                    </a:cxn>
                    <a:cxn ang="0">
                      <a:pos x="0" y="0"/>
                    </a:cxn>
                    <a:cxn ang="0">
                      <a:pos x="0" y="1"/>
                    </a:cxn>
                    <a:cxn ang="0">
                      <a:pos x="0" y="1"/>
                    </a:cxn>
                    <a:cxn ang="0">
                      <a:pos x="0" y="1"/>
                    </a:cxn>
                    <a:cxn ang="0">
                      <a:pos x="2" y="1"/>
                    </a:cxn>
                    <a:cxn ang="0">
                      <a:pos x="2" y="0"/>
                    </a:cxn>
                    <a:cxn ang="0">
                      <a:pos x="2" y="0"/>
                    </a:cxn>
                    <a:cxn ang="0">
                      <a:pos x="2" y="0"/>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0" y="1"/>
                        <a:pt x="0" y="1"/>
                        <a:pt x="0"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0" name="Freeform 41"/>
                <p:cNvSpPr>
                  <a:spLocks/>
                </p:cNvSpPr>
                <p:nvPr/>
              </p:nvSpPr>
              <p:spPr bwMode="auto">
                <a:xfrm>
                  <a:off x="-2207" y="2861"/>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1" name="Freeform 42"/>
                <p:cNvSpPr>
                  <a:spLocks noEditPoints="1"/>
                </p:cNvSpPr>
                <p:nvPr/>
              </p:nvSpPr>
              <p:spPr bwMode="auto">
                <a:xfrm>
                  <a:off x="-2151" y="1522"/>
                  <a:ext cx="182" cy="1833"/>
                </a:xfrm>
                <a:custGeom>
                  <a:avLst/>
                  <a:gdLst/>
                  <a:ahLst/>
                  <a:cxnLst>
                    <a:cxn ang="0">
                      <a:pos x="6" y="741"/>
                    </a:cxn>
                    <a:cxn ang="0">
                      <a:pos x="4" y="741"/>
                    </a:cxn>
                    <a:cxn ang="0">
                      <a:pos x="10" y="773"/>
                    </a:cxn>
                    <a:cxn ang="0">
                      <a:pos x="12" y="773"/>
                    </a:cxn>
                    <a:cxn ang="0">
                      <a:pos x="6" y="741"/>
                    </a:cxn>
                    <a:cxn ang="0">
                      <a:pos x="23" y="99"/>
                    </a:cxn>
                    <a:cxn ang="0">
                      <a:pos x="21" y="99"/>
                    </a:cxn>
                    <a:cxn ang="0">
                      <a:pos x="9" y="147"/>
                    </a:cxn>
                    <a:cxn ang="0">
                      <a:pos x="0" y="195"/>
                    </a:cxn>
                    <a:cxn ang="0">
                      <a:pos x="2" y="195"/>
                    </a:cxn>
                    <a:cxn ang="0">
                      <a:pos x="11" y="147"/>
                    </a:cxn>
                    <a:cxn ang="0">
                      <a:pos x="23" y="99"/>
                    </a:cxn>
                    <a:cxn ang="0">
                      <a:pos x="75" y="0"/>
                    </a:cxn>
                    <a:cxn ang="0">
                      <a:pos x="75" y="0"/>
                    </a:cxn>
                    <a:cxn ang="0">
                      <a:pos x="22" y="98"/>
                    </a:cxn>
                    <a:cxn ang="0">
                      <a:pos x="24" y="98"/>
                    </a:cxn>
                    <a:cxn ang="0">
                      <a:pos x="51" y="38"/>
                    </a:cxn>
                    <a:cxn ang="0">
                      <a:pos x="69" y="11"/>
                    </a:cxn>
                    <a:cxn ang="0">
                      <a:pos x="75" y="4"/>
                    </a:cxn>
                    <a:cxn ang="0">
                      <a:pos x="76" y="2"/>
                    </a:cxn>
                    <a:cxn ang="0">
                      <a:pos x="77" y="2"/>
                    </a:cxn>
                    <a:cxn ang="0">
                      <a:pos x="75" y="0"/>
                    </a:cxn>
                  </a:cxnLst>
                  <a:rect l="0" t="0" r="r" b="b"/>
                  <a:pathLst>
                    <a:path w="77" h="773">
                      <a:moveTo>
                        <a:pt x="6" y="741"/>
                      </a:moveTo>
                      <a:cubicBezTo>
                        <a:pt x="4" y="741"/>
                        <a:pt x="4" y="741"/>
                        <a:pt x="4" y="741"/>
                      </a:cubicBezTo>
                      <a:cubicBezTo>
                        <a:pt x="6" y="753"/>
                        <a:pt x="8" y="765"/>
                        <a:pt x="10" y="773"/>
                      </a:cubicBezTo>
                      <a:cubicBezTo>
                        <a:pt x="12" y="773"/>
                        <a:pt x="12" y="773"/>
                        <a:pt x="12" y="773"/>
                      </a:cubicBezTo>
                      <a:cubicBezTo>
                        <a:pt x="10" y="765"/>
                        <a:pt x="8" y="753"/>
                        <a:pt x="6" y="741"/>
                      </a:cubicBezTo>
                      <a:moveTo>
                        <a:pt x="23" y="99"/>
                      </a:moveTo>
                      <a:cubicBezTo>
                        <a:pt x="21" y="99"/>
                        <a:pt x="21" y="99"/>
                        <a:pt x="21" y="99"/>
                      </a:cubicBezTo>
                      <a:cubicBezTo>
                        <a:pt x="17" y="113"/>
                        <a:pt x="12" y="130"/>
                        <a:pt x="9" y="147"/>
                      </a:cubicBezTo>
                      <a:cubicBezTo>
                        <a:pt x="6" y="164"/>
                        <a:pt x="3" y="180"/>
                        <a:pt x="0" y="195"/>
                      </a:cubicBezTo>
                      <a:cubicBezTo>
                        <a:pt x="2" y="195"/>
                        <a:pt x="2" y="195"/>
                        <a:pt x="2" y="195"/>
                      </a:cubicBezTo>
                      <a:cubicBezTo>
                        <a:pt x="5" y="180"/>
                        <a:pt x="8" y="164"/>
                        <a:pt x="11" y="147"/>
                      </a:cubicBezTo>
                      <a:cubicBezTo>
                        <a:pt x="14" y="130"/>
                        <a:pt x="19" y="114"/>
                        <a:pt x="23" y="99"/>
                      </a:cubicBezTo>
                      <a:moveTo>
                        <a:pt x="75" y="0"/>
                      </a:moveTo>
                      <a:cubicBezTo>
                        <a:pt x="75" y="0"/>
                        <a:pt x="75" y="0"/>
                        <a:pt x="75" y="0"/>
                      </a:cubicBezTo>
                      <a:cubicBezTo>
                        <a:pt x="74" y="1"/>
                        <a:pt x="43" y="35"/>
                        <a:pt x="22" y="98"/>
                      </a:cubicBezTo>
                      <a:cubicBezTo>
                        <a:pt x="24" y="98"/>
                        <a:pt x="24" y="98"/>
                        <a:pt x="24" y="98"/>
                      </a:cubicBezTo>
                      <a:cubicBezTo>
                        <a:pt x="32" y="74"/>
                        <a:pt x="42" y="54"/>
                        <a:pt x="51" y="38"/>
                      </a:cubicBezTo>
                      <a:cubicBezTo>
                        <a:pt x="58" y="26"/>
                        <a:pt x="64" y="17"/>
                        <a:pt x="69" y="11"/>
                      </a:cubicBezTo>
                      <a:cubicBezTo>
                        <a:pt x="71" y="8"/>
                        <a:pt x="73" y="5"/>
                        <a:pt x="75" y="4"/>
                      </a:cubicBezTo>
                      <a:cubicBezTo>
                        <a:pt x="75" y="3"/>
                        <a:pt x="76" y="3"/>
                        <a:pt x="76" y="2"/>
                      </a:cubicBezTo>
                      <a:cubicBezTo>
                        <a:pt x="77" y="2"/>
                        <a:pt x="77" y="2"/>
                        <a:pt x="77" y="2"/>
                      </a:cubicBezTo>
                      <a:cubicBezTo>
                        <a:pt x="75" y="0"/>
                        <a:pt x="75" y="0"/>
                        <a:pt x="7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2" name="Freeform 43"/>
                <p:cNvSpPr>
                  <a:spLocks/>
                </p:cNvSpPr>
                <p:nvPr/>
              </p:nvSpPr>
              <p:spPr bwMode="auto">
                <a:xfrm>
                  <a:off x="-2103" y="1754"/>
                  <a:ext cx="8"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1"/>
                        <a:pt x="0" y="1"/>
                        <a:pt x="0" y="1"/>
                      </a:cubicBezTo>
                      <a:cubicBezTo>
                        <a:pt x="2" y="1"/>
                        <a:pt x="2" y="1"/>
                        <a:pt x="2" y="1"/>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3" name="Freeform 44"/>
                <p:cNvSpPr>
                  <a:spLocks/>
                </p:cNvSpPr>
                <p:nvPr/>
              </p:nvSpPr>
              <p:spPr bwMode="auto">
                <a:xfrm>
                  <a:off x="-2210" y="2810"/>
                  <a:ext cx="3"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4" name="Freeform 45"/>
                <p:cNvSpPr>
                  <a:spLocks/>
                </p:cNvSpPr>
                <p:nvPr/>
              </p:nvSpPr>
              <p:spPr bwMode="auto">
                <a:xfrm>
                  <a:off x="-2144" y="3276"/>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5" name="Freeform 46"/>
                <p:cNvSpPr>
                  <a:spLocks/>
                </p:cNvSpPr>
                <p:nvPr/>
              </p:nvSpPr>
              <p:spPr bwMode="auto">
                <a:xfrm>
                  <a:off x="-2128" y="3357"/>
                  <a:ext cx="12" cy="26"/>
                </a:xfrm>
                <a:custGeom>
                  <a:avLst/>
                  <a:gdLst/>
                  <a:ahLst/>
                  <a:cxnLst>
                    <a:cxn ang="0">
                      <a:pos x="2" y="0"/>
                    </a:cxn>
                    <a:cxn ang="0">
                      <a:pos x="0" y="0"/>
                    </a:cxn>
                    <a:cxn ang="0">
                      <a:pos x="3" y="11"/>
                    </a:cxn>
                    <a:cxn ang="0">
                      <a:pos x="5" y="11"/>
                    </a:cxn>
                    <a:cxn ang="0">
                      <a:pos x="2" y="0"/>
                    </a:cxn>
                  </a:cxnLst>
                  <a:rect l="0" t="0" r="r" b="b"/>
                  <a:pathLst>
                    <a:path w="5" h="11">
                      <a:moveTo>
                        <a:pt x="2" y="0"/>
                      </a:moveTo>
                      <a:cubicBezTo>
                        <a:pt x="0" y="0"/>
                        <a:pt x="0" y="0"/>
                        <a:pt x="0" y="0"/>
                      </a:cubicBezTo>
                      <a:cubicBezTo>
                        <a:pt x="1" y="5"/>
                        <a:pt x="2" y="9"/>
                        <a:pt x="3" y="11"/>
                      </a:cubicBezTo>
                      <a:cubicBezTo>
                        <a:pt x="5" y="11"/>
                        <a:pt x="5" y="11"/>
                        <a:pt x="5" y="11"/>
                      </a:cubicBezTo>
                      <a:cubicBezTo>
                        <a:pt x="4" y="8"/>
                        <a:pt x="3" y="5"/>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6" name="Freeform 47"/>
                <p:cNvSpPr>
                  <a:spLocks/>
                </p:cNvSpPr>
                <p:nvPr/>
              </p:nvSpPr>
              <p:spPr bwMode="auto">
                <a:xfrm>
                  <a:off x="-2128" y="3355"/>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7" name="Freeform 48"/>
                <p:cNvSpPr>
                  <a:spLocks/>
                </p:cNvSpPr>
                <p:nvPr/>
              </p:nvSpPr>
              <p:spPr bwMode="auto">
                <a:xfrm>
                  <a:off x="-2221"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8" name="Freeform 49"/>
                <p:cNvSpPr>
                  <a:spLocks/>
                </p:cNvSpPr>
                <p:nvPr/>
              </p:nvSpPr>
              <p:spPr bwMode="auto">
                <a:xfrm>
                  <a:off x="-2201"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89" name="Freeform 50"/>
                <p:cNvSpPr>
                  <a:spLocks/>
                </p:cNvSpPr>
                <p:nvPr/>
              </p:nvSpPr>
              <p:spPr bwMode="auto">
                <a:xfrm>
                  <a:off x="-2019" y="1987"/>
                  <a:ext cx="26" cy="270"/>
                </a:xfrm>
                <a:custGeom>
                  <a:avLst/>
                  <a:gdLst/>
                  <a:ahLst/>
                  <a:cxnLst>
                    <a:cxn ang="0">
                      <a:pos x="11" y="0"/>
                    </a:cxn>
                    <a:cxn ang="0">
                      <a:pos x="9" y="0"/>
                    </a:cxn>
                    <a:cxn ang="0">
                      <a:pos x="8" y="9"/>
                    </a:cxn>
                    <a:cxn ang="0">
                      <a:pos x="8" y="9"/>
                    </a:cxn>
                    <a:cxn ang="0">
                      <a:pos x="1" y="100"/>
                    </a:cxn>
                    <a:cxn ang="0">
                      <a:pos x="3" y="100"/>
                    </a:cxn>
                    <a:cxn ang="0">
                      <a:pos x="3" y="101"/>
                    </a:cxn>
                    <a:cxn ang="0">
                      <a:pos x="1" y="101"/>
                    </a:cxn>
                    <a:cxn ang="0">
                      <a:pos x="0" y="114"/>
                    </a:cxn>
                    <a:cxn ang="0">
                      <a:pos x="2" y="114"/>
                    </a:cxn>
                    <a:cxn ang="0">
                      <a:pos x="10" y="9"/>
                    </a:cxn>
                    <a:cxn ang="0">
                      <a:pos x="11" y="0"/>
                    </a:cxn>
                  </a:cxnLst>
                  <a:rect l="0" t="0" r="r" b="b"/>
                  <a:pathLst>
                    <a:path w="11" h="114">
                      <a:moveTo>
                        <a:pt x="11" y="0"/>
                      </a:moveTo>
                      <a:cubicBezTo>
                        <a:pt x="9" y="0"/>
                        <a:pt x="9" y="0"/>
                        <a:pt x="9" y="0"/>
                      </a:cubicBezTo>
                      <a:cubicBezTo>
                        <a:pt x="8" y="9"/>
                        <a:pt x="8" y="9"/>
                        <a:pt x="8" y="9"/>
                      </a:cubicBezTo>
                      <a:cubicBezTo>
                        <a:pt x="8" y="9"/>
                        <a:pt x="8" y="9"/>
                        <a:pt x="8" y="9"/>
                      </a:cubicBezTo>
                      <a:cubicBezTo>
                        <a:pt x="5" y="37"/>
                        <a:pt x="3" y="68"/>
                        <a:pt x="1" y="100"/>
                      </a:cubicBezTo>
                      <a:cubicBezTo>
                        <a:pt x="3" y="100"/>
                        <a:pt x="3" y="100"/>
                        <a:pt x="3" y="100"/>
                      </a:cubicBezTo>
                      <a:cubicBezTo>
                        <a:pt x="3" y="101"/>
                        <a:pt x="3" y="101"/>
                        <a:pt x="3" y="101"/>
                      </a:cubicBezTo>
                      <a:cubicBezTo>
                        <a:pt x="1" y="101"/>
                        <a:pt x="1" y="101"/>
                        <a:pt x="1" y="101"/>
                      </a:cubicBezTo>
                      <a:cubicBezTo>
                        <a:pt x="1" y="105"/>
                        <a:pt x="1" y="109"/>
                        <a:pt x="0" y="114"/>
                      </a:cubicBezTo>
                      <a:cubicBezTo>
                        <a:pt x="2" y="114"/>
                        <a:pt x="2" y="114"/>
                        <a:pt x="2" y="114"/>
                      </a:cubicBezTo>
                      <a:cubicBezTo>
                        <a:pt x="4" y="77"/>
                        <a:pt x="7" y="42"/>
                        <a:pt x="10" y="9"/>
                      </a:cubicBezTo>
                      <a:cubicBezTo>
                        <a:pt x="11" y="0"/>
                        <a:pt x="11" y="0"/>
                        <a:pt x="1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0" name="Freeform 51"/>
                <p:cNvSpPr>
                  <a:spLocks/>
                </p:cNvSpPr>
                <p:nvPr/>
              </p:nvSpPr>
              <p:spPr bwMode="auto">
                <a:xfrm>
                  <a:off x="-2016" y="2222"/>
                  <a:ext cx="3"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1" name="Freeform 52"/>
                <p:cNvSpPr>
                  <a:spLocks noEditPoints="1"/>
                </p:cNvSpPr>
                <p:nvPr/>
              </p:nvSpPr>
              <p:spPr bwMode="auto">
                <a:xfrm>
                  <a:off x="-2028" y="2260"/>
                  <a:ext cx="15" cy="1016"/>
                </a:xfrm>
                <a:custGeom>
                  <a:avLst/>
                  <a:gdLst/>
                  <a:ahLst/>
                  <a:cxnLst>
                    <a:cxn ang="0">
                      <a:pos x="5" y="343"/>
                    </a:cxn>
                    <a:cxn ang="0">
                      <a:pos x="3" y="343"/>
                    </a:cxn>
                    <a:cxn ang="0">
                      <a:pos x="2" y="429"/>
                    </a:cxn>
                    <a:cxn ang="0">
                      <a:pos x="4" y="429"/>
                    </a:cxn>
                    <a:cxn ang="0">
                      <a:pos x="5" y="343"/>
                    </a:cxn>
                    <a:cxn ang="0">
                      <a:pos x="4" y="339"/>
                    </a:cxn>
                    <a:cxn ang="0">
                      <a:pos x="4" y="339"/>
                    </a:cxn>
                    <a:cxn ang="0">
                      <a:pos x="3" y="233"/>
                    </a:cxn>
                    <a:cxn ang="0">
                      <a:pos x="1" y="233"/>
                    </a:cxn>
                    <a:cxn ang="0">
                      <a:pos x="1" y="254"/>
                    </a:cxn>
                    <a:cxn ang="0">
                      <a:pos x="2" y="254"/>
                    </a:cxn>
                    <a:cxn ang="0">
                      <a:pos x="2" y="255"/>
                    </a:cxn>
                    <a:cxn ang="0">
                      <a:pos x="1" y="255"/>
                    </a:cxn>
                    <a:cxn ang="0">
                      <a:pos x="3" y="339"/>
                    </a:cxn>
                    <a:cxn ang="0">
                      <a:pos x="3" y="342"/>
                    </a:cxn>
                    <a:cxn ang="0">
                      <a:pos x="5" y="342"/>
                    </a:cxn>
                    <a:cxn ang="0">
                      <a:pos x="5" y="339"/>
                    </a:cxn>
                    <a:cxn ang="0">
                      <a:pos x="5" y="339"/>
                    </a:cxn>
                    <a:cxn ang="0">
                      <a:pos x="4" y="327"/>
                    </a:cxn>
                    <a:cxn ang="0">
                      <a:pos x="3" y="233"/>
                    </a:cxn>
                    <a:cxn ang="0">
                      <a:pos x="3" y="102"/>
                    </a:cxn>
                    <a:cxn ang="0">
                      <a:pos x="1" y="102"/>
                    </a:cxn>
                    <a:cxn ang="0">
                      <a:pos x="0" y="184"/>
                    </a:cxn>
                    <a:cxn ang="0">
                      <a:pos x="1" y="232"/>
                    </a:cxn>
                    <a:cxn ang="0">
                      <a:pos x="3" y="232"/>
                    </a:cxn>
                    <a:cxn ang="0">
                      <a:pos x="2" y="184"/>
                    </a:cxn>
                    <a:cxn ang="0">
                      <a:pos x="3" y="102"/>
                    </a:cxn>
                    <a:cxn ang="0">
                      <a:pos x="6" y="0"/>
                    </a:cxn>
                    <a:cxn ang="0">
                      <a:pos x="4" y="0"/>
                    </a:cxn>
                    <a:cxn ang="0">
                      <a:pos x="1" y="101"/>
                    </a:cxn>
                    <a:cxn ang="0">
                      <a:pos x="3" y="101"/>
                    </a:cxn>
                    <a:cxn ang="0">
                      <a:pos x="6" y="0"/>
                    </a:cxn>
                  </a:cxnLst>
                  <a:rect l="0" t="0" r="r" b="b"/>
                  <a:pathLst>
                    <a:path w="6" h="429">
                      <a:moveTo>
                        <a:pt x="5" y="343"/>
                      </a:moveTo>
                      <a:cubicBezTo>
                        <a:pt x="3" y="343"/>
                        <a:pt x="3" y="343"/>
                        <a:pt x="3" y="343"/>
                      </a:cubicBezTo>
                      <a:cubicBezTo>
                        <a:pt x="2" y="429"/>
                        <a:pt x="2" y="429"/>
                        <a:pt x="2" y="429"/>
                      </a:cubicBezTo>
                      <a:cubicBezTo>
                        <a:pt x="4" y="429"/>
                        <a:pt x="4" y="429"/>
                        <a:pt x="4" y="429"/>
                      </a:cubicBezTo>
                      <a:cubicBezTo>
                        <a:pt x="5" y="343"/>
                        <a:pt x="5" y="343"/>
                        <a:pt x="5" y="343"/>
                      </a:cubicBezTo>
                      <a:moveTo>
                        <a:pt x="4" y="339"/>
                      </a:moveTo>
                      <a:cubicBezTo>
                        <a:pt x="4" y="339"/>
                        <a:pt x="4" y="339"/>
                        <a:pt x="4" y="339"/>
                      </a:cubicBezTo>
                      <a:moveTo>
                        <a:pt x="3" y="233"/>
                      </a:moveTo>
                      <a:cubicBezTo>
                        <a:pt x="1" y="233"/>
                        <a:pt x="1" y="233"/>
                        <a:pt x="1" y="233"/>
                      </a:cubicBezTo>
                      <a:cubicBezTo>
                        <a:pt x="1" y="240"/>
                        <a:pt x="1" y="247"/>
                        <a:pt x="1" y="254"/>
                      </a:cubicBezTo>
                      <a:cubicBezTo>
                        <a:pt x="2" y="254"/>
                        <a:pt x="2" y="254"/>
                        <a:pt x="2" y="254"/>
                      </a:cubicBezTo>
                      <a:cubicBezTo>
                        <a:pt x="2" y="255"/>
                        <a:pt x="2" y="255"/>
                        <a:pt x="2" y="255"/>
                      </a:cubicBezTo>
                      <a:cubicBezTo>
                        <a:pt x="1" y="255"/>
                        <a:pt x="1" y="255"/>
                        <a:pt x="1" y="255"/>
                      </a:cubicBezTo>
                      <a:cubicBezTo>
                        <a:pt x="2" y="306"/>
                        <a:pt x="3" y="338"/>
                        <a:pt x="3" y="339"/>
                      </a:cubicBezTo>
                      <a:cubicBezTo>
                        <a:pt x="3" y="342"/>
                        <a:pt x="3" y="342"/>
                        <a:pt x="3" y="342"/>
                      </a:cubicBezTo>
                      <a:cubicBezTo>
                        <a:pt x="5" y="342"/>
                        <a:pt x="5" y="342"/>
                        <a:pt x="5" y="342"/>
                      </a:cubicBezTo>
                      <a:cubicBezTo>
                        <a:pt x="5" y="339"/>
                        <a:pt x="5" y="339"/>
                        <a:pt x="5" y="339"/>
                      </a:cubicBezTo>
                      <a:cubicBezTo>
                        <a:pt x="5" y="339"/>
                        <a:pt x="5" y="339"/>
                        <a:pt x="5" y="339"/>
                      </a:cubicBezTo>
                      <a:cubicBezTo>
                        <a:pt x="5" y="339"/>
                        <a:pt x="5" y="335"/>
                        <a:pt x="4" y="327"/>
                      </a:cubicBezTo>
                      <a:cubicBezTo>
                        <a:pt x="4" y="310"/>
                        <a:pt x="3" y="277"/>
                        <a:pt x="3" y="233"/>
                      </a:cubicBezTo>
                      <a:moveTo>
                        <a:pt x="3" y="102"/>
                      </a:moveTo>
                      <a:cubicBezTo>
                        <a:pt x="1" y="102"/>
                        <a:pt x="1" y="102"/>
                        <a:pt x="1" y="102"/>
                      </a:cubicBezTo>
                      <a:cubicBezTo>
                        <a:pt x="1" y="130"/>
                        <a:pt x="0" y="158"/>
                        <a:pt x="0" y="184"/>
                      </a:cubicBezTo>
                      <a:cubicBezTo>
                        <a:pt x="0" y="201"/>
                        <a:pt x="0" y="217"/>
                        <a:pt x="1" y="232"/>
                      </a:cubicBezTo>
                      <a:cubicBezTo>
                        <a:pt x="3" y="232"/>
                        <a:pt x="3" y="232"/>
                        <a:pt x="3" y="232"/>
                      </a:cubicBezTo>
                      <a:cubicBezTo>
                        <a:pt x="2" y="217"/>
                        <a:pt x="2" y="201"/>
                        <a:pt x="2" y="184"/>
                      </a:cubicBezTo>
                      <a:cubicBezTo>
                        <a:pt x="2" y="158"/>
                        <a:pt x="3" y="130"/>
                        <a:pt x="3" y="102"/>
                      </a:cubicBezTo>
                      <a:moveTo>
                        <a:pt x="6" y="0"/>
                      </a:moveTo>
                      <a:cubicBezTo>
                        <a:pt x="4" y="0"/>
                        <a:pt x="4" y="0"/>
                        <a:pt x="4" y="0"/>
                      </a:cubicBezTo>
                      <a:cubicBezTo>
                        <a:pt x="3" y="33"/>
                        <a:pt x="2" y="68"/>
                        <a:pt x="1" y="101"/>
                      </a:cubicBezTo>
                      <a:cubicBezTo>
                        <a:pt x="3" y="101"/>
                        <a:pt x="3" y="101"/>
                        <a:pt x="3" y="101"/>
                      </a:cubicBezTo>
                      <a:cubicBezTo>
                        <a:pt x="4" y="68"/>
                        <a:pt x="5" y="33"/>
                        <a:pt x="6"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2" name="Freeform 53"/>
                <p:cNvSpPr>
                  <a:spLocks/>
                </p:cNvSpPr>
                <p:nvPr/>
              </p:nvSpPr>
              <p:spPr bwMode="auto">
                <a:xfrm>
                  <a:off x="-2022" y="3070"/>
                  <a:ext cx="6" cy="2"/>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3" name="Freeform 54"/>
                <p:cNvSpPr>
                  <a:spLocks/>
                </p:cNvSpPr>
                <p:nvPr/>
              </p:nvSpPr>
              <p:spPr bwMode="auto">
                <a:xfrm>
                  <a:off x="-2027" y="2861"/>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4" name="Freeform 55"/>
                <p:cNvSpPr>
                  <a:spLocks noEditPoints="1"/>
                </p:cNvSpPr>
                <p:nvPr/>
              </p:nvSpPr>
              <p:spPr bwMode="auto">
                <a:xfrm>
                  <a:off x="-2024" y="1522"/>
                  <a:ext cx="92" cy="1833"/>
                </a:xfrm>
                <a:custGeom>
                  <a:avLst/>
                  <a:gdLst/>
                  <a:ahLst/>
                  <a:cxnLst>
                    <a:cxn ang="0">
                      <a:pos x="2" y="741"/>
                    </a:cxn>
                    <a:cxn ang="0">
                      <a:pos x="0" y="741"/>
                    </a:cxn>
                    <a:cxn ang="0">
                      <a:pos x="0" y="773"/>
                    </a:cxn>
                    <a:cxn ang="0">
                      <a:pos x="2" y="773"/>
                    </a:cxn>
                    <a:cxn ang="0">
                      <a:pos x="2" y="741"/>
                    </a:cxn>
                    <a:cxn ang="0">
                      <a:pos x="19" y="99"/>
                    </a:cxn>
                    <a:cxn ang="0">
                      <a:pos x="17" y="99"/>
                    </a:cxn>
                    <a:cxn ang="0">
                      <a:pos x="16" y="123"/>
                    </a:cxn>
                    <a:cxn ang="0">
                      <a:pos x="16" y="123"/>
                    </a:cxn>
                    <a:cxn ang="0">
                      <a:pos x="11" y="195"/>
                    </a:cxn>
                    <a:cxn ang="0">
                      <a:pos x="13" y="195"/>
                    </a:cxn>
                    <a:cxn ang="0">
                      <a:pos x="18" y="123"/>
                    </a:cxn>
                    <a:cxn ang="0">
                      <a:pos x="18" y="123"/>
                    </a:cxn>
                    <a:cxn ang="0">
                      <a:pos x="19" y="99"/>
                    </a:cxn>
                    <a:cxn ang="0">
                      <a:pos x="38" y="0"/>
                    </a:cxn>
                    <a:cxn ang="0">
                      <a:pos x="37" y="0"/>
                    </a:cxn>
                    <a:cxn ang="0">
                      <a:pos x="17" y="98"/>
                    </a:cxn>
                    <a:cxn ang="0">
                      <a:pos x="19" y="98"/>
                    </a:cxn>
                    <a:cxn ang="0">
                      <a:pos x="29" y="32"/>
                    </a:cxn>
                    <a:cxn ang="0">
                      <a:pos x="36" y="9"/>
                    </a:cxn>
                    <a:cxn ang="0">
                      <a:pos x="38" y="3"/>
                    </a:cxn>
                    <a:cxn ang="0">
                      <a:pos x="39" y="1"/>
                    </a:cxn>
                    <a:cxn ang="0">
                      <a:pos x="38" y="0"/>
                    </a:cxn>
                  </a:cxnLst>
                  <a:rect l="0" t="0" r="r" b="b"/>
                  <a:pathLst>
                    <a:path w="39" h="773">
                      <a:moveTo>
                        <a:pt x="2" y="741"/>
                      </a:moveTo>
                      <a:cubicBezTo>
                        <a:pt x="0" y="741"/>
                        <a:pt x="0" y="741"/>
                        <a:pt x="0" y="741"/>
                      </a:cubicBezTo>
                      <a:cubicBezTo>
                        <a:pt x="0" y="773"/>
                        <a:pt x="0" y="773"/>
                        <a:pt x="0" y="773"/>
                      </a:cubicBezTo>
                      <a:cubicBezTo>
                        <a:pt x="2" y="773"/>
                        <a:pt x="2" y="773"/>
                        <a:pt x="2" y="773"/>
                      </a:cubicBezTo>
                      <a:cubicBezTo>
                        <a:pt x="2" y="741"/>
                        <a:pt x="2" y="741"/>
                        <a:pt x="2" y="741"/>
                      </a:cubicBezTo>
                      <a:moveTo>
                        <a:pt x="19" y="99"/>
                      </a:moveTo>
                      <a:cubicBezTo>
                        <a:pt x="17" y="99"/>
                        <a:pt x="17" y="99"/>
                        <a:pt x="17" y="99"/>
                      </a:cubicBezTo>
                      <a:cubicBezTo>
                        <a:pt x="17" y="107"/>
                        <a:pt x="16" y="114"/>
                        <a:pt x="16" y="123"/>
                      </a:cubicBezTo>
                      <a:cubicBezTo>
                        <a:pt x="16" y="123"/>
                        <a:pt x="16" y="123"/>
                        <a:pt x="16" y="123"/>
                      </a:cubicBezTo>
                      <a:cubicBezTo>
                        <a:pt x="11" y="195"/>
                        <a:pt x="11" y="195"/>
                        <a:pt x="11" y="195"/>
                      </a:cubicBezTo>
                      <a:cubicBezTo>
                        <a:pt x="13" y="195"/>
                        <a:pt x="13" y="195"/>
                        <a:pt x="13" y="195"/>
                      </a:cubicBezTo>
                      <a:cubicBezTo>
                        <a:pt x="18" y="123"/>
                        <a:pt x="18" y="123"/>
                        <a:pt x="18" y="123"/>
                      </a:cubicBezTo>
                      <a:cubicBezTo>
                        <a:pt x="18" y="123"/>
                        <a:pt x="18" y="123"/>
                        <a:pt x="18" y="123"/>
                      </a:cubicBezTo>
                      <a:cubicBezTo>
                        <a:pt x="18" y="115"/>
                        <a:pt x="19" y="107"/>
                        <a:pt x="19" y="99"/>
                      </a:cubicBezTo>
                      <a:moveTo>
                        <a:pt x="38" y="0"/>
                      </a:moveTo>
                      <a:cubicBezTo>
                        <a:pt x="37" y="0"/>
                        <a:pt x="37" y="0"/>
                        <a:pt x="37" y="0"/>
                      </a:cubicBezTo>
                      <a:cubicBezTo>
                        <a:pt x="36" y="3"/>
                        <a:pt x="21" y="37"/>
                        <a:pt x="17" y="98"/>
                      </a:cubicBezTo>
                      <a:cubicBezTo>
                        <a:pt x="19" y="98"/>
                        <a:pt x="19" y="98"/>
                        <a:pt x="19" y="98"/>
                      </a:cubicBezTo>
                      <a:cubicBezTo>
                        <a:pt x="21" y="70"/>
                        <a:pt x="25" y="48"/>
                        <a:pt x="29" y="32"/>
                      </a:cubicBezTo>
                      <a:cubicBezTo>
                        <a:pt x="32" y="22"/>
                        <a:pt x="34" y="14"/>
                        <a:pt x="36" y="9"/>
                      </a:cubicBezTo>
                      <a:cubicBezTo>
                        <a:pt x="37" y="6"/>
                        <a:pt x="38" y="4"/>
                        <a:pt x="38" y="3"/>
                      </a:cubicBezTo>
                      <a:cubicBezTo>
                        <a:pt x="39" y="1"/>
                        <a:pt x="39" y="1"/>
                        <a:pt x="39" y="1"/>
                      </a:cubicBezTo>
                      <a:cubicBezTo>
                        <a:pt x="38" y="0"/>
                        <a:pt x="38" y="0"/>
                        <a:pt x="3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5" name="Freeform 56"/>
                <p:cNvSpPr>
                  <a:spLocks/>
                </p:cNvSpPr>
                <p:nvPr/>
              </p:nvSpPr>
              <p:spPr bwMode="auto">
                <a:xfrm>
                  <a:off x="-1984" y="1754"/>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6" name="Freeform 57"/>
                <p:cNvSpPr>
                  <a:spLocks/>
                </p:cNvSpPr>
                <p:nvPr/>
              </p:nvSpPr>
              <p:spPr bwMode="auto">
                <a:xfrm>
                  <a:off x="-2027"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7" name="Freeform 58"/>
                <p:cNvSpPr>
                  <a:spLocks/>
                </p:cNvSpPr>
                <p:nvPr/>
              </p:nvSpPr>
              <p:spPr bwMode="auto">
                <a:xfrm>
                  <a:off x="-2024" y="3276"/>
                  <a:ext cx="5"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8" name="Freeform 59"/>
                <p:cNvSpPr>
                  <a:spLocks/>
                </p:cNvSpPr>
                <p:nvPr/>
              </p:nvSpPr>
              <p:spPr bwMode="auto">
                <a:xfrm>
                  <a:off x="-2027" y="3357"/>
                  <a:ext cx="8" cy="37"/>
                </a:xfrm>
                <a:custGeom>
                  <a:avLst/>
                  <a:gdLst/>
                  <a:ahLst/>
                  <a:cxnLst>
                    <a:cxn ang="0">
                      <a:pos x="7" y="0"/>
                    </a:cxn>
                    <a:cxn ang="0">
                      <a:pos x="3" y="0"/>
                    </a:cxn>
                    <a:cxn ang="0">
                      <a:pos x="0" y="36"/>
                    </a:cxn>
                    <a:cxn ang="0">
                      <a:pos x="5" y="36"/>
                    </a:cxn>
                    <a:cxn ang="0">
                      <a:pos x="7" y="0"/>
                    </a:cxn>
                    <a:cxn ang="0">
                      <a:pos x="7" y="0"/>
                    </a:cxn>
                  </a:cxnLst>
                  <a:rect l="0" t="0" r="r" b="b"/>
                  <a:pathLst>
                    <a:path w="7" h="36">
                      <a:moveTo>
                        <a:pt x="7" y="0"/>
                      </a:moveTo>
                      <a:lnTo>
                        <a:pt x="3" y="0"/>
                      </a:lnTo>
                      <a:lnTo>
                        <a:pt x="0" y="36"/>
                      </a:lnTo>
                      <a:lnTo>
                        <a:pt x="5" y="36"/>
                      </a:lnTo>
                      <a:lnTo>
                        <a:pt x="7" y="0"/>
                      </a:lnTo>
                      <a:lnTo>
                        <a:pt x="7"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99" name="Freeform 60"/>
                <p:cNvSpPr>
                  <a:spLocks/>
                </p:cNvSpPr>
                <p:nvPr/>
              </p:nvSpPr>
              <p:spPr bwMode="auto">
                <a:xfrm>
                  <a:off x="-2024" y="3355"/>
                  <a:ext cx="5"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0" name="Freeform 61"/>
                <p:cNvSpPr>
                  <a:spLocks/>
                </p:cNvSpPr>
                <p:nvPr/>
              </p:nvSpPr>
              <p:spPr bwMode="auto">
                <a:xfrm>
                  <a:off x="-2027"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1" name="Freeform 62"/>
                <p:cNvSpPr>
                  <a:spLocks/>
                </p:cNvSpPr>
                <p:nvPr/>
              </p:nvSpPr>
              <p:spPr bwMode="auto">
                <a:xfrm>
                  <a:off x="-2019" y="2256"/>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2" name="Freeform 63"/>
                <p:cNvSpPr>
                  <a:spLocks/>
                </p:cNvSpPr>
                <p:nvPr/>
              </p:nvSpPr>
              <p:spPr bwMode="auto">
                <a:xfrm>
                  <a:off x="-1840" y="1987"/>
                  <a:ext cx="12" cy="270"/>
                </a:xfrm>
                <a:custGeom>
                  <a:avLst/>
                  <a:gdLst/>
                  <a:ahLst/>
                  <a:cxnLst>
                    <a:cxn ang="0">
                      <a:pos x="2" y="0"/>
                    </a:cxn>
                    <a:cxn ang="0">
                      <a:pos x="0" y="0"/>
                    </a:cxn>
                    <a:cxn ang="0">
                      <a:pos x="0" y="4"/>
                    </a:cxn>
                    <a:cxn ang="0">
                      <a:pos x="3" y="114"/>
                    </a:cxn>
                    <a:cxn ang="0">
                      <a:pos x="5" y="114"/>
                    </a:cxn>
                    <a:cxn ang="0">
                      <a:pos x="5" y="101"/>
                    </a:cxn>
                    <a:cxn ang="0">
                      <a:pos x="4" y="101"/>
                    </a:cxn>
                    <a:cxn ang="0">
                      <a:pos x="4" y="100"/>
                    </a:cxn>
                    <a:cxn ang="0">
                      <a:pos x="5" y="100"/>
                    </a:cxn>
                    <a:cxn ang="0">
                      <a:pos x="2" y="4"/>
                    </a:cxn>
                    <a:cxn ang="0">
                      <a:pos x="2" y="0"/>
                    </a:cxn>
                  </a:cxnLst>
                  <a:rect l="0" t="0" r="r" b="b"/>
                  <a:pathLst>
                    <a:path w="5" h="114">
                      <a:moveTo>
                        <a:pt x="2" y="0"/>
                      </a:moveTo>
                      <a:cubicBezTo>
                        <a:pt x="0" y="0"/>
                        <a:pt x="0" y="0"/>
                        <a:pt x="0" y="0"/>
                      </a:cubicBezTo>
                      <a:cubicBezTo>
                        <a:pt x="0" y="1"/>
                        <a:pt x="0" y="3"/>
                        <a:pt x="0" y="4"/>
                      </a:cubicBezTo>
                      <a:cubicBezTo>
                        <a:pt x="2" y="25"/>
                        <a:pt x="2" y="67"/>
                        <a:pt x="3" y="114"/>
                      </a:cubicBezTo>
                      <a:cubicBezTo>
                        <a:pt x="5" y="114"/>
                        <a:pt x="5" y="114"/>
                        <a:pt x="5" y="114"/>
                      </a:cubicBezTo>
                      <a:cubicBezTo>
                        <a:pt x="5" y="109"/>
                        <a:pt x="5" y="105"/>
                        <a:pt x="5" y="101"/>
                      </a:cubicBezTo>
                      <a:cubicBezTo>
                        <a:pt x="4" y="101"/>
                        <a:pt x="4" y="101"/>
                        <a:pt x="4" y="101"/>
                      </a:cubicBezTo>
                      <a:cubicBezTo>
                        <a:pt x="4" y="100"/>
                        <a:pt x="4" y="100"/>
                        <a:pt x="4" y="100"/>
                      </a:cubicBezTo>
                      <a:cubicBezTo>
                        <a:pt x="5" y="100"/>
                        <a:pt x="5" y="100"/>
                        <a:pt x="5" y="100"/>
                      </a:cubicBezTo>
                      <a:cubicBezTo>
                        <a:pt x="4" y="59"/>
                        <a:pt x="4" y="23"/>
                        <a:pt x="2" y="4"/>
                      </a:cubicBezTo>
                      <a:cubicBezTo>
                        <a:pt x="2" y="3"/>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3" name="Freeform 64"/>
                <p:cNvSpPr>
                  <a:spLocks/>
                </p:cNvSpPr>
                <p:nvPr/>
              </p:nvSpPr>
              <p:spPr bwMode="auto">
                <a:xfrm>
                  <a:off x="-1830" y="2222"/>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4" name="Freeform 65"/>
                <p:cNvSpPr>
                  <a:spLocks noEditPoints="1"/>
                </p:cNvSpPr>
                <p:nvPr/>
              </p:nvSpPr>
              <p:spPr bwMode="auto">
                <a:xfrm>
                  <a:off x="-1912" y="2260"/>
                  <a:ext cx="83" cy="1016"/>
                </a:xfrm>
                <a:custGeom>
                  <a:avLst/>
                  <a:gdLst/>
                  <a:ahLst/>
                  <a:cxnLst>
                    <a:cxn ang="0">
                      <a:pos x="15" y="343"/>
                    </a:cxn>
                    <a:cxn ang="0">
                      <a:pos x="13" y="343"/>
                    </a:cxn>
                    <a:cxn ang="0">
                      <a:pos x="0" y="429"/>
                    </a:cxn>
                    <a:cxn ang="0">
                      <a:pos x="2" y="429"/>
                    </a:cxn>
                    <a:cxn ang="0">
                      <a:pos x="15" y="343"/>
                    </a:cxn>
                    <a:cxn ang="0">
                      <a:pos x="31" y="233"/>
                    </a:cxn>
                    <a:cxn ang="0">
                      <a:pos x="29" y="233"/>
                    </a:cxn>
                    <a:cxn ang="0">
                      <a:pos x="22" y="285"/>
                    </a:cxn>
                    <a:cxn ang="0">
                      <a:pos x="16" y="323"/>
                    </a:cxn>
                    <a:cxn ang="0">
                      <a:pos x="13" y="339"/>
                    </a:cxn>
                    <a:cxn ang="0">
                      <a:pos x="13" y="339"/>
                    </a:cxn>
                    <a:cxn ang="0">
                      <a:pos x="13" y="339"/>
                    </a:cxn>
                    <a:cxn ang="0">
                      <a:pos x="13" y="342"/>
                    </a:cxn>
                    <a:cxn ang="0">
                      <a:pos x="15" y="342"/>
                    </a:cxn>
                    <a:cxn ang="0">
                      <a:pos x="15" y="339"/>
                    </a:cxn>
                    <a:cxn ang="0">
                      <a:pos x="15" y="339"/>
                    </a:cxn>
                    <a:cxn ang="0">
                      <a:pos x="31" y="233"/>
                    </a:cxn>
                    <a:cxn ang="0">
                      <a:pos x="35" y="102"/>
                    </a:cxn>
                    <a:cxn ang="0">
                      <a:pos x="33" y="102"/>
                    </a:cxn>
                    <a:cxn ang="0">
                      <a:pos x="33" y="111"/>
                    </a:cxn>
                    <a:cxn ang="0">
                      <a:pos x="33" y="176"/>
                    </a:cxn>
                    <a:cxn ang="0">
                      <a:pos x="33" y="195"/>
                    </a:cxn>
                    <a:cxn ang="0">
                      <a:pos x="33" y="202"/>
                    </a:cxn>
                    <a:cxn ang="0">
                      <a:pos x="29" y="232"/>
                    </a:cxn>
                    <a:cxn ang="0">
                      <a:pos x="31" y="232"/>
                    </a:cxn>
                    <a:cxn ang="0">
                      <a:pos x="35" y="202"/>
                    </a:cxn>
                    <a:cxn ang="0">
                      <a:pos x="35" y="202"/>
                    </a:cxn>
                    <a:cxn ang="0">
                      <a:pos x="35" y="202"/>
                    </a:cxn>
                    <a:cxn ang="0">
                      <a:pos x="35" y="111"/>
                    </a:cxn>
                    <a:cxn ang="0">
                      <a:pos x="35" y="102"/>
                    </a:cxn>
                    <a:cxn ang="0">
                      <a:pos x="35" y="0"/>
                    </a:cxn>
                    <a:cxn ang="0">
                      <a:pos x="33" y="0"/>
                    </a:cxn>
                    <a:cxn ang="0">
                      <a:pos x="33" y="101"/>
                    </a:cxn>
                    <a:cxn ang="0">
                      <a:pos x="35" y="101"/>
                    </a:cxn>
                    <a:cxn ang="0">
                      <a:pos x="35" y="0"/>
                    </a:cxn>
                  </a:cxnLst>
                  <a:rect l="0" t="0" r="r" b="b"/>
                  <a:pathLst>
                    <a:path w="35" h="429">
                      <a:moveTo>
                        <a:pt x="15" y="343"/>
                      </a:moveTo>
                      <a:cubicBezTo>
                        <a:pt x="13" y="343"/>
                        <a:pt x="13" y="343"/>
                        <a:pt x="13" y="343"/>
                      </a:cubicBezTo>
                      <a:cubicBezTo>
                        <a:pt x="11" y="377"/>
                        <a:pt x="6" y="406"/>
                        <a:pt x="0" y="429"/>
                      </a:cubicBezTo>
                      <a:cubicBezTo>
                        <a:pt x="2" y="429"/>
                        <a:pt x="2" y="429"/>
                        <a:pt x="2" y="429"/>
                      </a:cubicBezTo>
                      <a:cubicBezTo>
                        <a:pt x="8" y="406"/>
                        <a:pt x="13" y="377"/>
                        <a:pt x="15" y="343"/>
                      </a:cubicBezTo>
                      <a:moveTo>
                        <a:pt x="31" y="233"/>
                      </a:moveTo>
                      <a:cubicBezTo>
                        <a:pt x="29" y="233"/>
                        <a:pt x="29" y="233"/>
                        <a:pt x="29" y="233"/>
                      </a:cubicBezTo>
                      <a:cubicBezTo>
                        <a:pt x="27" y="250"/>
                        <a:pt x="24" y="268"/>
                        <a:pt x="22" y="285"/>
                      </a:cubicBezTo>
                      <a:cubicBezTo>
                        <a:pt x="20" y="300"/>
                        <a:pt x="17" y="313"/>
                        <a:pt x="16" y="323"/>
                      </a:cubicBezTo>
                      <a:cubicBezTo>
                        <a:pt x="14" y="333"/>
                        <a:pt x="13" y="339"/>
                        <a:pt x="13" y="339"/>
                      </a:cubicBezTo>
                      <a:cubicBezTo>
                        <a:pt x="13" y="339"/>
                        <a:pt x="13" y="339"/>
                        <a:pt x="13" y="339"/>
                      </a:cubicBezTo>
                      <a:cubicBezTo>
                        <a:pt x="13" y="339"/>
                        <a:pt x="13" y="339"/>
                        <a:pt x="13" y="339"/>
                      </a:cubicBezTo>
                      <a:cubicBezTo>
                        <a:pt x="13" y="340"/>
                        <a:pt x="13" y="341"/>
                        <a:pt x="13" y="342"/>
                      </a:cubicBezTo>
                      <a:cubicBezTo>
                        <a:pt x="15" y="342"/>
                        <a:pt x="15" y="342"/>
                        <a:pt x="15" y="342"/>
                      </a:cubicBezTo>
                      <a:cubicBezTo>
                        <a:pt x="15" y="341"/>
                        <a:pt x="15" y="340"/>
                        <a:pt x="15" y="339"/>
                      </a:cubicBezTo>
                      <a:cubicBezTo>
                        <a:pt x="15" y="339"/>
                        <a:pt x="15" y="339"/>
                        <a:pt x="15" y="339"/>
                      </a:cubicBezTo>
                      <a:cubicBezTo>
                        <a:pt x="15" y="339"/>
                        <a:pt x="25" y="279"/>
                        <a:pt x="31" y="233"/>
                      </a:cubicBezTo>
                      <a:moveTo>
                        <a:pt x="35" y="102"/>
                      </a:moveTo>
                      <a:cubicBezTo>
                        <a:pt x="33" y="102"/>
                        <a:pt x="33" y="102"/>
                        <a:pt x="33" y="102"/>
                      </a:cubicBezTo>
                      <a:cubicBezTo>
                        <a:pt x="33" y="105"/>
                        <a:pt x="33" y="108"/>
                        <a:pt x="33" y="111"/>
                      </a:cubicBezTo>
                      <a:cubicBezTo>
                        <a:pt x="33" y="137"/>
                        <a:pt x="33" y="160"/>
                        <a:pt x="33" y="176"/>
                      </a:cubicBezTo>
                      <a:cubicBezTo>
                        <a:pt x="33" y="184"/>
                        <a:pt x="33" y="190"/>
                        <a:pt x="33" y="195"/>
                      </a:cubicBezTo>
                      <a:cubicBezTo>
                        <a:pt x="33" y="199"/>
                        <a:pt x="33" y="201"/>
                        <a:pt x="33" y="202"/>
                      </a:cubicBezTo>
                      <a:cubicBezTo>
                        <a:pt x="32" y="210"/>
                        <a:pt x="31" y="220"/>
                        <a:pt x="29" y="232"/>
                      </a:cubicBezTo>
                      <a:cubicBezTo>
                        <a:pt x="31" y="232"/>
                        <a:pt x="31" y="232"/>
                        <a:pt x="31" y="232"/>
                      </a:cubicBezTo>
                      <a:cubicBezTo>
                        <a:pt x="33" y="220"/>
                        <a:pt x="34" y="210"/>
                        <a:pt x="35" y="202"/>
                      </a:cubicBezTo>
                      <a:cubicBezTo>
                        <a:pt x="35" y="202"/>
                        <a:pt x="35" y="202"/>
                        <a:pt x="35" y="202"/>
                      </a:cubicBezTo>
                      <a:cubicBezTo>
                        <a:pt x="35" y="202"/>
                        <a:pt x="35" y="202"/>
                        <a:pt x="35" y="202"/>
                      </a:cubicBezTo>
                      <a:cubicBezTo>
                        <a:pt x="35" y="202"/>
                        <a:pt x="35" y="163"/>
                        <a:pt x="35" y="111"/>
                      </a:cubicBezTo>
                      <a:cubicBezTo>
                        <a:pt x="35" y="108"/>
                        <a:pt x="35" y="105"/>
                        <a:pt x="35" y="102"/>
                      </a:cubicBezTo>
                      <a:moveTo>
                        <a:pt x="35" y="0"/>
                      </a:moveTo>
                      <a:cubicBezTo>
                        <a:pt x="33" y="0"/>
                        <a:pt x="33" y="0"/>
                        <a:pt x="33" y="0"/>
                      </a:cubicBezTo>
                      <a:cubicBezTo>
                        <a:pt x="33" y="33"/>
                        <a:pt x="33" y="69"/>
                        <a:pt x="33" y="101"/>
                      </a:cubicBezTo>
                      <a:cubicBezTo>
                        <a:pt x="35" y="101"/>
                        <a:pt x="35" y="101"/>
                        <a:pt x="35" y="101"/>
                      </a:cubicBezTo>
                      <a:cubicBezTo>
                        <a:pt x="35" y="69"/>
                        <a:pt x="35" y="33"/>
                        <a:pt x="3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5" name="Freeform 66"/>
                <p:cNvSpPr>
                  <a:spLocks/>
                </p:cNvSpPr>
                <p:nvPr/>
              </p:nvSpPr>
              <p:spPr bwMode="auto">
                <a:xfrm>
                  <a:off x="-1880" y="3070"/>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6" name="Freeform 67"/>
                <p:cNvSpPr>
                  <a:spLocks noEditPoints="1"/>
                </p:cNvSpPr>
                <p:nvPr/>
              </p:nvSpPr>
              <p:spPr bwMode="auto">
                <a:xfrm>
                  <a:off x="-1934" y="1522"/>
                  <a:ext cx="100" cy="1833"/>
                </a:xfrm>
                <a:custGeom>
                  <a:avLst/>
                  <a:gdLst/>
                  <a:ahLst/>
                  <a:cxnLst>
                    <a:cxn ang="0">
                      <a:pos x="12" y="741"/>
                    </a:cxn>
                    <a:cxn ang="0">
                      <a:pos x="10" y="741"/>
                    </a:cxn>
                    <a:cxn ang="0">
                      <a:pos x="8" y="750"/>
                    </a:cxn>
                    <a:cxn ang="0">
                      <a:pos x="0" y="773"/>
                    </a:cxn>
                    <a:cxn ang="0">
                      <a:pos x="3" y="773"/>
                    </a:cxn>
                    <a:cxn ang="0">
                      <a:pos x="12" y="741"/>
                    </a:cxn>
                    <a:cxn ang="0">
                      <a:pos x="34" y="99"/>
                    </a:cxn>
                    <a:cxn ang="0">
                      <a:pos x="32" y="99"/>
                    </a:cxn>
                    <a:cxn ang="0">
                      <a:pos x="33" y="106"/>
                    </a:cxn>
                    <a:cxn ang="0">
                      <a:pos x="40" y="195"/>
                    </a:cxn>
                    <a:cxn ang="0">
                      <a:pos x="42" y="195"/>
                    </a:cxn>
                    <a:cxn ang="0">
                      <a:pos x="34" y="99"/>
                    </a:cxn>
                    <a:cxn ang="0">
                      <a:pos x="30" y="68"/>
                    </a:cxn>
                    <a:cxn ang="0">
                      <a:pos x="28" y="68"/>
                    </a:cxn>
                    <a:cxn ang="0">
                      <a:pos x="32" y="98"/>
                    </a:cxn>
                    <a:cxn ang="0">
                      <a:pos x="34" y="98"/>
                    </a:cxn>
                    <a:cxn ang="0">
                      <a:pos x="30" y="68"/>
                    </a:cxn>
                    <a:cxn ang="0">
                      <a:pos x="15" y="0"/>
                    </a:cxn>
                    <a:cxn ang="0">
                      <a:pos x="15" y="0"/>
                    </a:cxn>
                    <a:cxn ang="0">
                      <a:pos x="13" y="1"/>
                    </a:cxn>
                    <a:cxn ang="0">
                      <a:pos x="14" y="2"/>
                    </a:cxn>
                    <a:cxn ang="0">
                      <a:pos x="28" y="67"/>
                    </a:cxn>
                    <a:cxn ang="0">
                      <a:pos x="30" y="67"/>
                    </a:cxn>
                    <a:cxn ang="0">
                      <a:pos x="15" y="0"/>
                    </a:cxn>
                  </a:cxnLst>
                  <a:rect l="0" t="0" r="r" b="b"/>
                  <a:pathLst>
                    <a:path w="42" h="773">
                      <a:moveTo>
                        <a:pt x="12" y="741"/>
                      </a:moveTo>
                      <a:cubicBezTo>
                        <a:pt x="10" y="741"/>
                        <a:pt x="10" y="741"/>
                        <a:pt x="10" y="741"/>
                      </a:cubicBezTo>
                      <a:cubicBezTo>
                        <a:pt x="9" y="744"/>
                        <a:pt x="8" y="747"/>
                        <a:pt x="8" y="750"/>
                      </a:cubicBezTo>
                      <a:cubicBezTo>
                        <a:pt x="5" y="759"/>
                        <a:pt x="3" y="767"/>
                        <a:pt x="0" y="773"/>
                      </a:cubicBezTo>
                      <a:cubicBezTo>
                        <a:pt x="3" y="773"/>
                        <a:pt x="3" y="773"/>
                        <a:pt x="3" y="773"/>
                      </a:cubicBezTo>
                      <a:cubicBezTo>
                        <a:pt x="5" y="765"/>
                        <a:pt x="9" y="754"/>
                        <a:pt x="12" y="741"/>
                      </a:cubicBezTo>
                      <a:moveTo>
                        <a:pt x="34" y="99"/>
                      </a:moveTo>
                      <a:cubicBezTo>
                        <a:pt x="32" y="99"/>
                        <a:pt x="32" y="99"/>
                        <a:pt x="32" y="99"/>
                      </a:cubicBezTo>
                      <a:cubicBezTo>
                        <a:pt x="32" y="100"/>
                        <a:pt x="33" y="102"/>
                        <a:pt x="33" y="106"/>
                      </a:cubicBezTo>
                      <a:cubicBezTo>
                        <a:pt x="34" y="120"/>
                        <a:pt x="37" y="152"/>
                        <a:pt x="40" y="195"/>
                      </a:cubicBezTo>
                      <a:cubicBezTo>
                        <a:pt x="42" y="195"/>
                        <a:pt x="42" y="195"/>
                        <a:pt x="42" y="195"/>
                      </a:cubicBezTo>
                      <a:cubicBezTo>
                        <a:pt x="39" y="142"/>
                        <a:pt x="35" y="105"/>
                        <a:pt x="34" y="99"/>
                      </a:cubicBezTo>
                      <a:moveTo>
                        <a:pt x="30" y="68"/>
                      </a:moveTo>
                      <a:cubicBezTo>
                        <a:pt x="28" y="68"/>
                        <a:pt x="28" y="68"/>
                        <a:pt x="28" y="68"/>
                      </a:cubicBezTo>
                      <a:cubicBezTo>
                        <a:pt x="30" y="77"/>
                        <a:pt x="31" y="87"/>
                        <a:pt x="32" y="98"/>
                      </a:cubicBezTo>
                      <a:cubicBezTo>
                        <a:pt x="34" y="98"/>
                        <a:pt x="34" y="98"/>
                        <a:pt x="34" y="98"/>
                      </a:cubicBezTo>
                      <a:cubicBezTo>
                        <a:pt x="33" y="87"/>
                        <a:pt x="32" y="77"/>
                        <a:pt x="30" y="68"/>
                      </a:cubicBezTo>
                      <a:moveTo>
                        <a:pt x="15" y="0"/>
                      </a:moveTo>
                      <a:cubicBezTo>
                        <a:pt x="15" y="0"/>
                        <a:pt x="15" y="0"/>
                        <a:pt x="15" y="0"/>
                      </a:cubicBezTo>
                      <a:cubicBezTo>
                        <a:pt x="13" y="1"/>
                        <a:pt x="13" y="1"/>
                        <a:pt x="13" y="1"/>
                      </a:cubicBezTo>
                      <a:cubicBezTo>
                        <a:pt x="13" y="1"/>
                        <a:pt x="13" y="1"/>
                        <a:pt x="14" y="2"/>
                      </a:cubicBezTo>
                      <a:cubicBezTo>
                        <a:pt x="16" y="8"/>
                        <a:pt x="23" y="31"/>
                        <a:pt x="28" y="67"/>
                      </a:cubicBezTo>
                      <a:cubicBezTo>
                        <a:pt x="30" y="67"/>
                        <a:pt x="30" y="67"/>
                        <a:pt x="30" y="67"/>
                      </a:cubicBezTo>
                      <a:cubicBezTo>
                        <a:pt x="24" y="26"/>
                        <a:pt x="16" y="3"/>
                        <a:pt x="1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7" name="Freeform 68"/>
                <p:cNvSpPr>
                  <a:spLocks/>
                </p:cNvSpPr>
                <p:nvPr/>
              </p:nvSpPr>
              <p:spPr bwMode="auto">
                <a:xfrm>
                  <a:off x="-1859" y="1754"/>
                  <a:ext cx="5" cy="2"/>
                </a:xfrm>
                <a:custGeom>
                  <a:avLst/>
                  <a:gdLst/>
                  <a:ahLst/>
                  <a:cxnLst>
                    <a:cxn ang="0">
                      <a:pos x="2" y="0"/>
                    </a:cxn>
                    <a:cxn ang="0">
                      <a:pos x="2" y="0"/>
                    </a:cxn>
                    <a:cxn ang="0">
                      <a:pos x="1" y="0"/>
                    </a:cxn>
                    <a:cxn ang="0">
                      <a:pos x="2" y="0"/>
                    </a:cxn>
                    <a:cxn ang="0">
                      <a:pos x="0" y="0"/>
                    </a:cxn>
                    <a:cxn ang="0">
                      <a:pos x="0" y="0"/>
                    </a:cxn>
                    <a:cxn ang="0">
                      <a:pos x="0" y="1"/>
                    </a:cxn>
                    <a:cxn ang="0">
                      <a:pos x="2" y="1"/>
                    </a:cxn>
                    <a:cxn ang="0">
                      <a:pos x="2" y="0"/>
                    </a:cxn>
                  </a:cxnLst>
                  <a:rect l="0" t="0" r="r" b="b"/>
                  <a:pathLst>
                    <a:path w="2" h="1">
                      <a:moveTo>
                        <a:pt x="2" y="0"/>
                      </a:moveTo>
                      <a:cubicBezTo>
                        <a:pt x="2" y="0"/>
                        <a:pt x="2" y="0"/>
                        <a:pt x="2" y="0"/>
                      </a:cubicBezTo>
                      <a:cubicBezTo>
                        <a:pt x="1" y="0"/>
                        <a:pt x="1" y="0"/>
                        <a:pt x="1" y="0"/>
                      </a:cubicBezTo>
                      <a:cubicBezTo>
                        <a:pt x="2" y="0"/>
                        <a:pt x="2" y="0"/>
                        <a:pt x="2" y="0"/>
                      </a:cubicBez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8" name="Freeform 69"/>
                <p:cNvSpPr>
                  <a:spLocks/>
                </p:cNvSpPr>
                <p:nvPr/>
              </p:nvSpPr>
              <p:spPr bwMode="auto">
                <a:xfrm>
                  <a:off x="-1868" y="1682"/>
                  <a:ext cx="3"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09" name="Freeform 70"/>
                <p:cNvSpPr>
                  <a:spLocks/>
                </p:cNvSpPr>
                <p:nvPr/>
              </p:nvSpPr>
              <p:spPr bwMode="auto">
                <a:xfrm>
                  <a:off x="-1842"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0" name="Freeform 71"/>
                <p:cNvSpPr>
                  <a:spLocks/>
                </p:cNvSpPr>
                <p:nvPr/>
              </p:nvSpPr>
              <p:spPr bwMode="auto">
                <a:xfrm>
                  <a:off x="-1912" y="3276"/>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1" name="Freeform 72"/>
                <p:cNvSpPr>
                  <a:spLocks/>
                </p:cNvSpPr>
                <p:nvPr/>
              </p:nvSpPr>
              <p:spPr bwMode="auto">
                <a:xfrm>
                  <a:off x="-1946" y="3355"/>
                  <a:ext cx="18" cy="37"/>
                </a:xfrm>
                <a:custGeom>
                  <a:avLst/>
                  <a:gdLst/>
                  <a:ahLst/>
                  <a:cxnLst>
                    <a:cxn ang="0">
                      <a:pos x="5" y="0"/>
                    </a:cxn>
                    <a:cxn ang="0">
                      <a:pos x="4" y="5"/>
                    </a:cxn>
                    <a:cxn ang="0">
                      <a:pos x="1" y="12"/>
                    </a:cxn>
                    <a:cxn ang="0">
                      <a:pos x="0" y="15"/>
                    </a:cxn>
                    <a:cxn ang="0">
                      <a:pos x="2" y="16"/>
                    </a:cxn>
                    <a:cxn ang="0">
                      <a:pos x="7" y="1"/>
                    </a:cxn>
                    <a:cxn ang="0">
                      <a:pos x="5" y="1"/>
                    </a:cxn>
                    <a:cxn ang="0">
                      <a:pos x="5" y="0"/>
                    </a:cxn>
                  </a:cxnLst>
                  <a:rect l="0" t="0" r="r" b="b"/>
                  <a:pathLst>
                    <a:path w="7" h="16">
                      <a:moveTo>
                        <a:pt x="5" y="0"/>
                      </a:moveTo>
                      <a:cubicBezTo>
                        <a:pt x="5" y="2"/>
                        <a:pt x="4" y="4"/>
                        <a:pt x="4" y="5"/>
                      </a:cubicBezTo>
                      <a:cubicBezTo>
                        <a:pt x="3" y="8"/>
                        <a:pt x="2" y="11"/>
                        <a:pt x="1" y="12"/>
                      </a:cubicBezTo>
                      <a:cubicBezTo>
                        <a:pt x="0" y="14"/>
                        <a:pt x="0" y="15"/>
                        <a:pt x="0" y="15"/>
                      </a:cubicBezTo>
                      <a:cubicBezTo>
                        <a:pt x="2" y="16"/>
                        <a:pt x="2" y="16"/>
                        <a:pt x="2" y="16"/>
                      </a:cubicBezTo>
                      <a:cubicBezTo>
                        <a:pt x="2" y="16"/>
                        <a:pt x="4" y="11"/>
                        <a:pt x="7" y="1"/>
                      </a:cubicBezTo>
                      <a:cubicBezTo>
                        <a:pt x="5" y="1"/>
                        <a:pt x="5" y="1"/>
                        <a:pt x="5" y="1"/>
                      </a:cubicBezTo>
                      <a:cubicBezTo>
                        <a:pt x="5" y="0"/>
                        <a:pt x="5" y="0"/>
                        <a:pt x="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2" name="Freeform 73"/>
                <p:cNvSpPr>
                  <a:spLocks/>
                </p:cNvSpPr>
                <p:nvPr/>
              </p:nvSpPr>
              <p:spPr bwMode="auto">
                <a:xfrm>
                  <a:off x="-1934" y="3355"/>
                  <a:ext cx="9" cy="2"/>
                </a:xfrm>
                <a:custGeom>
                  <a:avLst/>
                  <a:gdLst/>
                  <a:ahLst/>
                  <a:cxnLst>
                    <a:cxn ang="0">
                      <a:pos x="3" y="0"/>
                    </a:cxn>
                    <a:cxn ang="0">
                      <a:pos x="0"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0"/>
                      </a:cubicBezTo>
                      <a:cubicBezTo>
                        <a:pt x="0" y="1"/>
                        <a:pt x="0" y="1"/>
                        <a:pt x="0" y="1"/>
                      </a:cubicBezTo>
                      <a:cubicBezTo>
                        <a:pt x="2" y="1"/>
                        <a:pt x="2" y="1"/>
                        <a:pt x="2" y="1"/>
                      </a:cubicBezTo>
                      <a:cubicBezTo>
                        <a:pt x="2" y="1"/>
                        <a:pt x="2" y="1"/>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3" name="Freeform 74"/>
                <p:cNvSpPr>
                  <a:spLocks/>
                </p:cNvSpPr>
                <p:nvPr/>
              </p:nvSpPr>
              <p:spPr bwMode="auto">
                <a:xfrm>
                  <a:off x="-1833"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4" name="Freeform 75"/>
                <p:cNvSpPr>
                  <a:spLocks/>
                </p:cNvSpPr>
                <p:nvPr/>
              </p:nvSpPr>
              <p:spPr bwMode="auto">
                <a:xfrm>
                  <a:off x="-1833"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5" name="Freeform 76"/>
                <p:cNvSpPr>
                  <a:spLocks noEditPoints="1"/>
                </p:cNvSpPr>
                <p:nvPr/>
              </p:nvSpPr>
              <p:spPr bwMode="auto">
                <a:xfrm>
                  <a:off x="-1664" y="1683"/>
                  <a:ext cx="238" cy="865"/>
                </a:xfrm>
                <a:custGeom>
                  <a:avLst/>
                  <a:gdLst/>
                  <a:ahLst/>
                  <a:cxnLst>
                    <a:cxn ang="0">
                      <a:pos x="100" y="345"/>
                    </a:cxn>
                    <a:cxn ang="0">
                      <a:pos x="99" y="345"/>
                    </a:cxn>
                    <a:cxn ang="0">
                      <a:pos x="99" y="365"/>
                    </a:cxn>
                    <a:cxn ang="0">
                      <a:pos x="99" y="365"/>
                    </a:cxn>
                    <a:cxn ang="0">
                      <a:pos x="100" y="365"/>
                    </a:cxn>
                    <a:cxn ang="0">
                      <a:pos x="100" y="365"/>
                    </a:cxn>
                    <a:cxn ang="0">
                      <a:pos x="100" y="345"/>
                    </a:cxn>
                    <a:cxn ang="0">
                      <a:pos x="88" y="243"/>
                    </a:cxn>
                    <a:cxn ang="0">
                      <a:pos x="87" y="243"/>
                    </a:cxn>
                    <a:cxn ang="0">
                      <a:pos x="99" y="344"/>
                    </a:cxn>
                    <a:cxn ang="0">
                      <a:pos x="100" y="344"/>
                    </a:cxn>
                    <a:cxn ang="0">
                      <a:pos x="88" y="243"/>
                    </a:cxn>
                    <a:cxn ang="0">
                      <a:pos x="66" y="128"/>
                    </a:cxn>
                    <a:cxn ang="0">
                      <a:pos x="65" y="128"/>
                    </a:cxn>
                    <a:cxn ang="0">
                      <a:pos x="66" y="131"/>
                    </a:cxn>
                    <a:cxn ang="0">
                      <a:pos x="66" y="131"/>
                    </a:cxn>
                    <a:cxn ang="0">
                      <a:pos x="68" y="138"/>
                    </a:cxn>
                    <a:cxn ang="0">
                      <a:pos x="87" y="242"/>
                    </a:cxn>
                    <a:cxn ang="0">
                      <a:pos x="88" y="242"/>
                    </a:cxn>
                    <a:cxn ang="0">
                      <a:pos x="67" y="131"/>
                    </a:cxn>
                    <a:cxn ang="0">
                      <a:pos x="67" y="131"/>
                    </a:cxn>
                    <a:cxn ang="0">
                      <a:pos x="67" y="131"/>
                    </a:cxn>
                    <a:cxn ang="0">
                      <a:pos x="66" y="128"/>
                    </a:cxn>
                    <a:cxn ang="0">
                      <a:pos x="1" y="0"/>
                    </a:cxn>
                    <a:cxn ang="0">
                      <a:pos x="0" y="0"/>
                    </a:cxn>
                    <a:cxn ang="0">
                      <a:pos x="21" y="30"/>
                    </a:cxn>
                    <a:cxn ang="0">
                      <a:pos x="22" y="30"/>
                    </a:cxn>
                    <a:cxn ang="0">
                      <a:pos x="1" y="0"/>
                    </a:cxn>
                  </a:cxnLst>
                  <a:rect l="0" t="0" r="r" b="b"/>
                  <a:pathLst>
                    <a:path w="100" h="365">
                      <a:moveTo>
                        <a:pt x="100" y="345"/>
                      </a:moveTo>
                      <a:cubicBezTo>
                        <a:pt x="99" y="345"/>
                        <a:pt x="99" y="345"/>
                        <a:pt x="99" y="345"/>
                      </a:cubicBezTo>
                      <a:cubicBezTo>
                        <a:pt x="99" y="352"/>
                        <a:pt x="99" y="358"/>
                        <a:pt x="99" y="365"/>
                      </a:cubicBezTo>
                      <a:cubicBezTo>
                        <a:pt x="99" y="365"/>
                        <a:pt x="99" y="365"/>
                        <a:pt x="99" y="365"/>
                      </a:cubicBezTo>
                      <a:cubicBezTo>
                        <a:pt x="100" y="365"/>
                        <a:pt x="100" y="365"/>
                        <a:pt x="100" y="365"/>
                      </a:cubicBezTo>
                      <a:cubicBezTo>
                        <a:pt x="100" y="365"/>
                        <a:pt x="100" y="365"/>
                        <a:pt x="100" y="365"/>
                      </a:cubicBezTo>
                      <a:cubicBezTo>
                        <a:pt x="100" y="358"/>
                        <a:pt x="100" y="352"/>
                        <a:pt x="100" y="345"/>
                      </a:cubicBezTo>
                      <a:moveTo>
                        <a:pt x="88" y="243"/>
                      </a:moveTo>
                      <a:cubicBezTo>
                        <a:pt x="87" y="243"/>
                        <a:pt x="87" y="243"/>
                        <a:pt x="87" y="243"/>
                      </a:cubicBezTo>
                      <a:cubicBezTo>
                        <a:pt x="92" y="277"/>
                        <a:pt x="97" y="314"/>
                        <a:pt x="99" y="344"/>
                      </a:cubicBezTo>
                      <a:cubicBezTo>
                        <a:pt x="100" y="344"/>
                        <a:pt x="100" y="344"/>
                        <a:pt x="100" y="344"/>
                      </a:cubicBezTo>
                      <a:cubicBezTo>
                        <a:pt x="98" y="314"/>
                        <a:pt x="93" y="277"/>
                        <a:pt x="88" y="243"/>
                      </a:cubicBezTo>
                      <a:moveTo>
                        <a:pt x="66" y="128"/>
                      </a:moveTo>
                      <a:cubicBezTo>
                        <a:pt x="65" y="128"/>
                        <a:pt x="65" y="128"/>
                        <a:pt x="65" y="128"/>
                      </a:cubicBezTo>
                      <a:cubicBezTo>
                        <a:pt x="66" y="129"/>
                        <a:pt x="66" y="130"/>
                        <a:pt x="66" y="131"/>
                      </a:cubicBezTo>
                      <a:cubicBezTo>
                        <a:pt x="66" y="131"/>
                        <a:pt x="66" y="131"/>
                        <a:pt x="66" y="131"/>
                      </a:cubicBezTo>
                      <a:cubicBezTo>
                        <a:pt x="67" y="132"/>
                        <a:pt x="67" y="134"/>
                        <a:pt x="68" y="138"/>
                      </a:cubicBezTo>
                      <a:cubicBezTo>
                        <a:pt x="71" y="154"/>
                        <a:pt x="79" y="195"/>
                        <a:pt x="87" y="242"/>
                      </a:cubicBezTo>
                      <a:cubicBezTo>
                        <a:pt x="88" y="242"/>
                        <a:pt x="88" y="242"/>
                        <a:pt x="88" y="242"/>
                      </a:cubicBezTo>
                      <a:cubicBezTo>
                        <a:pt x="78" y="183"/>
                        <a:pt x="67" y="131"/>
                        <a:pt x="67" y="131"/>
                      </a:cubicBezTo>
                      <a:cubicBezTo>
                        <a:pt x="67" y="131"/>
                        <a:pt x="67" y="131"/>
                        <a:pt x="67" y="131"/>
                      </a:cubicBezTo>
                      <a:cubicBezTo>
                        <a:pt x="67" y="131"/>
                        <a:pt x="67" y="131"/>
                        <a:pt x="67" y="131"/>
                      </a:cubicBezTo>
                      <a:cubicBezTo>
                        <a:pt x="67" y="130"/>
                        <a:pt x="67" y="129"/>
                        <a:pt x="66" y="128"/>
                      </a:cubicBezTo>
                      <a:moveTo>
                        <a:pt x="1" y="0"/>
                      </a:moveTo>
                      <a:cubicBezTo>
                        <a:pt x="0" y="0"/>
                        <a:pt x="0" y="0"/>
                        <a:pt x="0" y="0"/>
                      </a:cubicBezTo>
                      <a:cubicBezTo>
                        <a:pt x="7" y="9"/>
                        <a:pt x="14" y="19"/>
                        <a:pt x="21" y="30"/>
                      </a:cubicBezTo>
                      <a:cubicBezTo>
                        <a:pt x="22" y="30"/>
                        <a:pt x="22" y="30"/>
                        <a:pt x="22" y="30"/>
                      </a:cubicBezTo>
                      <a:cubicBezTo>
                        <a:pt x="15" y="19"/>
                        <a:pt x="8" y="9"/>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6" name="Freeform 77"/>
                <p:cNvSpPr>
                  <a:spLocks/>
                </p:cNvSpPr>
                <p:nvPr/>
              </p:nvSpPr>
              <p:spPr bwMode="auto">
                <a:xfrm>
                  <a:off x="-1614" y="1754"/>
                  <a:ext cx="6" cy="2"/>
                </a:xfrm>
                <a:custGeom>
                  <a:avLst/>
                  <a:gdLst/>
                  <a:ahLst/>
                  <a:cxnLst>
                    <a:cxn ang="0">
                      <a:pos x="1" y="0"/>
                    </a:cxn>
                    <a:cxn ang="0">
                      <a:pos x="0" y="0"/>
                    </a:cxn>
                    <a:cxn ang="0">
                      <a:pos x="1" y="1"/>
                    </a:cxn>
                    <a:cxn ang="0">
                      <a:pos x="2" y="1"/>
                    </a:cxn>
                    <a:cxn ang="0">
                      <a:pos x="1" y="0"/>
                    </a:cxn>
                  </a:cxnLst>
                  <a:rect l="0" t="0" r="r" b="b"/>
                  <a:pathLst>
                    <a:path w="2" h="1">
                      <a:moveTo>
                        <a:pt x="1" y="0"/>
                      </a:moveTo>
                      <a:cubicBezTo>
                        <a:pt x="0" y="0"/>
                        <a:pt x="0" y="0"/>
                        <a:pt x="0" y="0"/>
                      </a:cubicBezTo>
                      <a:cubicBezTo>
                        <a:pt x="0" y="0"/>
                        <a:pt x="0" y="1"/>
                        <a:pt x="1" y="1"/>
                      </a:cubicBezTo>
                      <a:cubicBezTo>
                        <a:pt x="2" y="1"/>
                        <a:pt x="2" y="1"/>
                        <a:pt x="2"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7" name="Freeform 78"/>
                <p:cNvSpPr>
                  <a:spLocks/>
                </p:cNvSpPr>
                <p:nvPr/>
              </p:nvSpPr>
              <p:spPr bwMode="auto">
                <a:xfrm>
                  <a:off x="-1667" y="1682"/>
                  <a:ext cx="6" cy="3"/>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8" name="Freeform 79"/>
                <p:cNvSpPr>
                  <a:spLocks/>
                </p:cNvSpPr>
                <p:nvPr/>
              </p:nvSpPr>
              <p:spPr bwMode="auto">
                <a:xfrm>
                  <a:off x="-1429" y="2498"/>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19" name="Freeform 80"/>
                <p:cNvSpPr>
                  <a:spLocks/>
                </p:cNvSpPr>
                <p:nvPr/>
              </p:nvSpPr>
              <p:spPr bwMode="auto">
                <a:xfrm>
                  <a:off x="-1458" y="2256"/>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0" name="Freeform 81"/>
                <p:cNvSpPr>
                  <a:spLocks/>
                </p:cNvSpPr>
                <p:nvPr/>
              </p:nvSpPr>
              <p:spPr bwMode="auto">
                <a:xfrm>
                  <a:off x="-1376" y="1987"/>
                  <a:ext cx="100" cy="270"/>
                </a:xfrm>
                <a:custGeom>
                  <a:avLst/>
                  <a:gdLst/>
                  <a:ahLst/>
                  <a:cxnLst>
                    <a:cxn ang="0">
                      <a:pos x="2" y="0"/>
                    </a:cxn>
                    <a:cxn ang="0">
                      <a:pos x="0" y="0"/>
                    </a:cxn>
                    <a:cxn ang="0">
                      <a:pos x="1" y="1"/>
                    </a:cxn>
                    <a:cxn ang="0">
                      <a:pos x="32" y="84"/>
                    </a:cxn>
                    <a:cxn ang="0">
                      <a:pos x="39" y="109"/>
                    </a:cxn>
                    <a:cxn ang="0">
                      <a:pos x="40" y="114"/>
                    </a:cxn>
                    <a:cxn ang="0">
                      <a:pos x="42" y="114"/>
                    </a:cxn>
                    <a:cxn ang="0">
                      <a:pos x="39" y="101"/>
                    </a:cxn>
                    <a:cxn ang="0">
                      <a:pos x="37" y="101"/>
                    </a:cxn>
                    <a:cxn ang="0">
                      <a:pos x="37" y="100"/>
                    </a:cxn>
                    <a:cxn ang="0">
                      <a:pos x="39" y="100"/>
                    </a:cxn>
                    <a:cxn ang="0">
                      <a:pos x="2" y="0"/>
                    </a:cxn>
                  </a:cxnLst>
                  <a:rect l="0" t="0" r="r" b="b"/>
                  <a:pathLst>
                    <a:path w="42" h="114">
                      <a:moveTo>
                        <a:pt x="2" y="0"/>
                      </a:moveTo>
                      <a:cubicBezTo>
                        <a:pt x="0" y="0"/>
                        <a:pt x="0" y="0"/>
                        <a:pt x="0" y="0"/>
                      </a:cubicBezTo>
                      <a:cubicBezTo>
                        <a:pt x="0" y="0"/>
                        <a:pt x="0" y="1"/>
                        <a:pt x="1" y="1"/>
                      </a:cubicBezTo>
                      <a:cubicBezTo>
                        <a:pt x="16" y="34"/>
                        <a:pt x="26" y="63"/>
                        <a:pt x="32" y="84"/>
                      </a:cubicBezTo>
                      <a:cubicBezTo>
                        <a:pt x="36" y="94"/>
                        <a:pt x="38" y="103"/>
                        <a:pt x="39" y="109"/>
                      </a:cubicBezTo>
                      <a:cubicBezTo>
                        <a:pt x="40" y="111"/>
                        <a:pt x="40" y="112"/>
                        <a:pt x="40" y="114"/>
                      </a:cubicBezTo>
                      <a:cubicBezTo>
                        <a:pt x="42" y="114"/>
                        <a:pt x="42" y="114"/>
                        <a:pt x="42" y="114"/>
                      </a:cubicBezTo>
                      <a:cubicBezTo>
                        <a:pt x="42" y="111"/>
                        <a:pt x="41" y="106"/>
                        <a:pt x="39" y="101"/>
                      </a:cubicBezTo>
                      <a:cubicBezTo>
                        <a:pt x="37" y="101"/>
                        <a:pt x="37" y="101"/>
                        <a:pt x="37" y="101"/>
                      </a:cubicBezTo>
                      <a:cubicBezTo>
                        <a:pt x="37" y="100"/>
                        <a:pt x="37" y="100"/>
                        <a:pt x="37" y="100"/>
                      </a:cubicBezTo>
                      <a:cubicBezTo>
                        <a:pt x="39" y="100"/>
                        <a:pt x="39" y="100"/>
                        <a:pt x="39" y="100"/>
                      </a:cubicBezTo>
                      <a:cubicBezTo>
                        <a:pt x="34" y="79"/>
                        <a:pt x="22" y="42"/>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1" name="Freeform 82"/>
                <p:cNvSpPr>
                  <a:spLocks/>
                </p:cNvSpPr>
                <p:nvPr/>
              </p:nvSpPr>
              <p:spPr bwMode="auto">
                <a:xfrm>
                  <a:off x="-1288" y="2222"/>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2" name="Freeform 83"/>
                <p:cNvSpPr>
                  <a:spLocks noEditPoints="1"/>
                </p:cNvSpPr>
                <p:nvPr/>
              </p:nvSpPr>
              <p:spPr bwMode="auto">
                <a:xfrm>
                  <a:off x="-1281" y="2260"/>
                  <a:ext cx="232" cy="1016"/>
                </a:xfrm>
                <a:custGeom>
                  <a:avLst/>
                  <a:gdLst/>
                  <a:ahLst/>
                  <a:cxnLst>
                    <a:cxn ang="0">
                      <a:pos x="70" y="343"/>
                    </a:cxn>
                    <a:cxn ang="0">
                      <a:pos x="68" y="343"/>
                    </a:cxn>
                    <a:cxn ang="0">
                      <a:pos x="95" y="429"/>
                    </a:cxn>
                    <a:cxn ang="0">
                      <a:pos x="98" y="429"/>
                    </a:cxn>
                    <a:cxn ang="0">
                      <a:pos x="70" y="343"/>
                    </a:cxn>
                    <a:cxn ang="0">
                      <a:pos x="39" y="255"/>
                    </a:cxn>
                    <a:cxn ang="0">
                      <a:pos x="36" y="255"/>
                    </a:cxn>
                    <a:cxn ang="0">
                      <a:pos x="68" y="342"/>
                    </a:cxn>
                    <a:cxn ang="0">
                      <a:pos x="70" y="342"/>
                    </a:cxn>
                    <a:cxn ang="0">
                      <a:pos x="70" y="342"/>
                    </a:cxn>
                    <a:cxn ang="0">
                      <a:pos x="70" y="342"/>
                    </a:cxn>
                    <a:cxn ang="0">
                      <a:pos x="70" y="342"/>
                    </a:cxn>
                    <a:cxn ang="0">
                      <a:pos x="68" y="337"/>
                    </a:cxn>
                    <a:cxn ang="0">
                      <a:pos x="39" y="255"/>
                    </a:cxn>
                    <a:cxn ang="0">
                      <a:pos x="32" y="233"/>
                    </a:cxn>
                    <a:cxn ang="0">
                      <a:pos x="30" y="233"/>
                    </a:cxn>
                    <a:cxn ang="0">
                      <a:pos x="36" y="254"/>
                    </a:cxn>
                    <a:cxn ang="0">
                      <a:pos x="38" y="254"/>
                    </a:cxn>
                    <a:cxn ang="0">
                      <a:pos x="32" y="233"/>
                    </a:cxn>
                    <a:cxn ang="0">
                      <a:pos x="17" y="102"/>
                    </a:cxn>
                    <a:cxn ang="0">
                      <a:pos x="15" y="102"/>
                    </a:cxn>
                    <a:cxn ang="0">
                      <a:pos x="17" y="117"/>
                    </a:cxn>
                    <a:cxn ang="0">
                      <a:pos x="16" y="137"/>
                    </a:cxn>
                    <a:cxn ang="0">
                      <a:pos x="30" y="232"/>
                    </a:cxn>
                    <a:cxn ang="0">
                      <a:pos x="32" y="232"/>
                    </a:cxn>
                    <a:cxn ang="0">
                      <a:pos x="18" y="137"/>
                    </a:cxn>
                    <a:cxn ang="0">
                      <a:pos x="19" y="117"/>
                    </a:cxn>
                    <a:cxn ang="0">
                      <a:pos x="19" y="117"/>
                    </a:cxn>
                    <a:cxn ang="0">
                      <a:pos x="17" y="102"/>
                    </a:cxn>
                    <a:cxn ang="0">
                      <a:pos x="2" y="0"/>
                    </a:cxn>
                    <a:cxn ang="0">
                      <a:pos x="0" y="0"/>
                    </a:cxn>
                    <a:cxn ang="0">
                      <a:pos x="1" y="1"/>
                    </a:cxn>
                    <a:cxn ang="0">
                      <a:pos x="1" y="3"/>
                    </a:cxn>
                    <a:cxn ang="0">
                      <a:pos x="1" y="3"/>
                    </a:cxn>
                    <a:cxn ang="0">
                      <a:pos x="15" y="101"/>
                    </a:cxn>
                    <a:cxn ang="0">
                      <a:pos x="17" y="101"/>
                    </a:cxn>
                    <a:cxn ang="0">
                      <a:pos x="3" y="3"/>
                    </a:cxn>
                    <a:cxn ang="0">
                      <a:pos x="2" y="0"/>
                    </a:cxn>
                  </a:cxnLst>
                  <a:rect l="0" t="0" r="r" b="b"/>
                  <a:pathLst>
                    <a:path w="98" h="429">
                      <a:moveTo>
                        <a:pt x="70" y="343"/>
                      </a:moveTo>
                      <a:cubicBezTo>
                        <a:pt x="68" y="343"/>
                        <a:pt x="68" y="343"/>
                        <a:pt x="68" y="343"/>
                      </a:cubicBezTo>
                      <a:cubicBezTo>
                        <a:pt x="73" y="375"/>
                        <a:pt x="85" y="405"/>
                        <a:pt x="95" y="429"/>
                      </a:cubicBezTo>
                      <a:cubicBezTo>
                        <a:pt x="98" y="429"/>
                        <a:pt x="98" y="429"/>
                        <a:pt x="98" y="429"/>
                      </a:cubicBezTo>
                      <a:cubicBezTo>
                        <a:pt x="87" y="405"/>
                        <a:pt x="75" y="375"/>
                        <a:pt x="70" y="343"/>
                      </a:cubicBezTo>
                      <a:moveTo>
                        <a:pt x="39" y="255"/>
                      </a:moveTo>
                      <a:cubicBezTo>
                        <a:pt x="36" y="255"/>
                        <a:pt x="36" y="255"/>
                        <a:pt x="36" y="255"/>
                      </a:cubicBezTo>
                      <a:cubicBezTo>
                        <a:pt x="50" y="301"/>
                        <a:pt x="66" y="337"/>
                        <a:pt x="68" y="342"/>
                      </a:cubicBezTo>
                      <a:cubicBezTo>
                        <a:pt x="70" y="342"/>
                        <a:pt x="70" y="342"/>
                        <a:pt x="70" y="342"/>
                      </a:cubicBezTo>
                      <a:cubicBezTo>
                        <a:pt x="70" y="342"/>
                        <a:pt x="70" y="342"/>
                        <a:pt x="70" y="342"/>
                      </a:cubicBezTo>
                      <a:cubicBezTo>
                        <a:pt x="70" y="342"/>
                        <a:pt x="70" y="342"/>
                        <a:pt x="70" y="342"/>
                      </a:cubicBezTo>
                      <a:cubicBezTo>
                        <a:pt x="70" y="342"/>
                        <a:pt x="70" y="342"/>
                        <a:pt x="70" y="342"/>
                      </a:cubicBezTo>
                      <a:cubicBezTo>
                        <a:pt x="70" y="342"/>
                        <a:pt x="69" y="340"/>
                        <a:pt x="68" y="337"/>
                      </a:cubicBezTo>
                      <a:cubicBezTo>
                        <a:pt x="63" y="325"/>
                        <a:pt x="50" y="293"/>
                        <a:pt x="39" y="255"/>
                      </a:cubicBezTo>
                      <a:moveTo>
                        <a:pt x="32" y="233"/>
                      </a:moveTo>
                      <a:cubicBezTo>
                        <a:pt x="30" y="233"/>
                        <a:pt x="30" y="233"/>
                        <a:pt x="30" y="233"/>
                      </a:cubicBezTo>
                      <a:cubicBezTo>
                        <a:pt x="32" y="240"/>
                        <a:pt x="34" y="247"/>
                        <a:pt x="36" y="254"/>
                      </a:cubicBezTo>
                      <a:cubicBezTo>
                        <a:pt x="38" y="254"/>
                        <a:pt x="38" y="254"/>
                        <a:pt x="38" y="254"/>
                      </a:cubicBezTo>
                      <a:cubicBezTo>
                        <a:pt x="36" y="247"/>
                        <a:pt x="34" y="240"/>
                        <a:pt x="32" y="233"/>
                      </a:cubicBezTo>
                      <a:moveTo>
                        <a:pt x="17" y="102"/>
                      </a:moveTo>
                      <a:cubicBezTo>
                        <a:pt x="15" y="102"/>
                        <a:pt x="15" y="102"/>
                        <a:pt x="15" y="102"/>
                      </a:cubicBezTo>
                      <a:cubicBezTo>
                        <a:pt x="17" y="117"/>
                        <a:pt x="17" y="117"/>
                        <a:pt x="17" y="117"/>
                      </a:cubicBezTo>
                      <a:cubicBezTo>
                        <a:pt x="16" y="123"/>
                        <a:pt x="16" y="130"/>
                        <a:pt x="16" y="137"/>
                      </a:cubicBezTo>
                      <a:cubicBezTo>
                        <a:pt x="16" y="167"/>
                        <a:pt x="22" y="201"/>
                        <a:pt x="30" y="232"/>
                      </a:cubicBezTo>
                      <a:cubicBezTo>
                        <a:pt x="32" y="232"/>
                        <a:pt x="32" y="232"/>
                        <a:pt x="32" y="232"/>
                      </a:cubicBezTo>
                      <a:cubicBezTo>
                        <a:pt x="24" y="201"/>
                        <a:pt x="18" y="167"/>
                        <a:pt x="18" y="137"/>
                      </a:cubicBezTo>
                      <a:cubicBezTo>
                        <a:pt x="18" y="130"/>
                        <a:pt x="18" y="123"/>
                        <a:pt x="19" y="117"/>
                      </a:cubicBezTo>
                      <a:cubicBezTo>
                        <a:pt x="19" y="117"/>
                        <a:pt x="19" y="117"/>
                        <a:pt x="19" y="117"/>
                      </a:cubicBezTo>
                      <a:cubicBezTo>
                        <a:pt x="17" y="102"/>
                        <a:pt x="17" y="102"/>
                        <a:pt x="17" y="102"/>
                      </a:cubicBezTo>
                      <a:moveTo>
                        <a:pt x="2" y="0"/>
                      </a:moveTo>
                      <a:cubicBezTo>
                        <a:pt x="0" y="0"/>
                        <a:pt x="0" y="0"/>
                        <a:pt x="0" y="0"/>
                      </a:cubicBezTo>
                      <a:cubicBezTo>
                        <a:pt x="0" y="0"/>
                        <a:pt x="1" y="0"/>
                        <a:pt x="1" y="1"/>
                      </a:cubicBezTo>
                      <a:cubicBezTo>
                        <a:pt x="1" y="2"/>
                        <a:pt x="1" y="3"/>
                        <a:pt x="1" y="3"/>
                      </a:cubicBezTo>
                      <a:cubicBezTo>
                        <a:pt x="1" y="3"/>
                        <a:pt x="1" y="3"/>
                        <a:pt x="1" y="3"/>
                      </a:cubicBezTo>
                      <a:cubicBezTo>
                        <a:pt x="15" y="101"/>
                        <a:pt x="15" y="101"/>
                        <a:pt x="15" y="101"/>
                      </a:cubicBezTo>
                      <a:cubicBezTo>
                        <a:pt x="17" y="101"/>
                        <a:pt x="17" y="101"/>
                        <a:pt x="17" y="101"/>
                      </a:cubicBezTo>
                      <a:cubicBezTo>
                        <a:pt x="3" y="3"/>
                        <a:pt x="3" y="3"/>
                        <a:pt x="3" y="3"/>
                      </a:cubicBezTo>
                      <a:cubicBezTo>
                        <a:pt x="3" y="3"/>
                        <a:pt x="3"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3" name="Freeform 84"/>
                <p:cNvSpPr>
                  <a:spLocks/>
                </p:cNvSpPr>
                <p:nvPr/>
              </p:nvSpPr>
              <p:spPr bwMode="auto">
                <a:xfrm>
                  <a:off x="-1120" y="3070"/>
                  <a:ext cx="6" cy="2"/>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4" name="Freeform 85"/>
                <p:cNvSpPr>
                  <a:spLocks/>
                </p:cNvSpPr>
                <p:nvPr/>
              </p:nvSpPr>
              <p:spPr bwMode="auto">
                <a:xfrm>
                  <a:off x="-1196" y="2861"/>
                  <a:ext cx="8"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5" name="Freeform 86"/>
                <p:cNvSpPr>
                  <a:spLocks noEditPoints="1"/>
                </p:cNvSpPr>
                <p:nvPr/>
              </p:nvSpPr>
              <p:spPr bwMode="auto">
                <a:xfrm>
                  <a:off x="-1774" y="1524"/>
                  <a:ext cx="766" cy="1831"/>
                </a:xfrm>
                <a:custGeom>
                  <a:avLst/>
                  <a:gdLst/>
                  <a:ahLst/>
                  <a:cxnLst>
                    <a:cxn ang="0">
                      <a:pos x="306" y="740"/>
                    </a:cxn>
                    <a:cxn ang="0">
                      <a:pos x="304" y="740"/>
                    </a:cxn>
                    <a:cxn ang="0">
                      <a:pos x="321" y="772"/>
                    </a:cxn>
                    <a:cxn ang="0">
                      <a:pos x="323" y="772"/>
                    </a:cxn>
                    <a:cxn ang="0">
                      <a:pos x="306" y="740"/>
                    </a:cxn>
                    <a:cxn ang="0">
                      <a:pos x="111" y="98"/>
                    </a:cxn>
                    <a:cxn ang="0">
                      <a:pos x="108" y="98"/>
                    </a:cxn>
                    <a:cxn ang="0">
                      <a:pos x="167" y="194"/>
                    </a:cxn>
                    <a:cxn ang="0">
                      <a:pos x="170" y="194"/>
                    </a:cxn>
                    <a:cxn ang="0">
                      <a:pos x="111" y="98"/>
                    </a:cxn>
                    <a:cxn ang="0">
                      <a:pos x="1" y="0"/>
                    </a:cxn>
                    <a:cxn ang="0">
                      <a:pos x="0" y="1"/>
                    </a:cxn>
                    <a:cxn ang="0">
                      <a:pos x="107" y="97"/>
                    </a:cxn>
                    <a:cxn ang="0">
                      <a:pos x="110" y="97"/>
                    </a:cxn>
                    <a:cxn ang="0">
                      <a:pos x="84" y="67"/>
                    </a:cxn>
                    <a:cxn ang="0">
                      <a:pos x="84" y="67"/>
                    </a:cxn>
                    <a:cxn ang="0">
                      <a:pos x="84" y="67"/>
                    </a:cxn>
                    <a:cxn ang="0">
                      <a:pos x="1" y="0"/>
                    </a:cxn>
                  </a:cxnLst>
                  <a:rect l="0" t="0" r="r" b="b"/>
                  <a:pathLst>
                    <a:path w="323" h="772">
                      <a:moveTo>
                        <a:pt x="306" y="740"/>
                      </a:moveTo>
                      <a:cubicBezTo>
                        <a:pt x="304" y="740"/>
                        <a:pt x="304" y="740"/>
                        <a:pt x="304" y="740"/>
                      </a:cubicBezTo>
                      <a:cubicBezTo>
                        <a:pt x="310" y="753"/>
                        <a:pt x="316" y="765"/>
                        <a:pt x="321" y="772"/>
                      </a:cubicBezTo>
                      <a:cubicBezTo>
                        <a:pt x="323" y="772"/>
                        <a:pt x="323" y="772"/>
                        <a:pt x="323" y="772"/>
                      </a:cubicBezTo>
                      <a:cubicBezTo>
                        <a:pt x="319" y="765"/>
                        <a:pt x="312" y="754"/>
                        <a:pt x="306" y="740"/>
                      </a:cubicBezTo>
                      <a:moveTo>
                        <a:pt x="111" y="98"/>
                      </a:moveTo>
                      <a:cubicBezTo>
                        <a:pt x="108" y="98"/>
                        <a:pt x="108" y="98"/>
                        <a:pt x="108" y="98"/>
                      </a:cubicBezTo>
                      <a:cubicBezTo>
                        <a:pt x="133" y="130"/>
                        <a:pt x="153" y="163"/>
                        <a:pt x="167" y="194"/>
                      </a:cubicBezTo>
                      <a:cubicBezTo>
                        <a:pt x="170" y="194"/>
                        <a:pt x="170" y="194"/>
                        <a:pt x="170" y="194"/>
                      </a:cubicBezTo>
                      <a:cubicBezTo>
                        <a:pt x="155" y="163"/>
                        <a:pt x="136" y="130"/>
                        <a:pt x="111" y="98"/>
                      </a:cubicBezTo>
                      <a:moveTo>
                        <a:pt x="1" y="0"/>
                      </a:moveTo>
                      <a:cubicBezTo>
                        <a:pt x="0" y="1"/>
                        <a:pt x="0" y="1"/>
                        <a:pt x="0" y="1"/>
                      </a:cubicBezTo>
                      <a:cubicBezTo>
                        <a:pt x="44" y="28"/>
                        <a:pt x="79" y="62"/>
                        <a:pt x="107" y="97"/>
                      </a:cubicBezTo>
                      <a:cubicBezTo>
                        <a:pt x="110" y="97"/>
                        <a:pt x="110" y="97"/>
                        <a:pt x="110" y="97"/>
                      </a:cubicBezTo>
                      <a:cubicBezTo>
                        <a:pt x="102" y="87"/>
                        <a:pt x="93" y="77"/>
                        <a:pt x="84" y="67"/>
                      </a:cubicBezTo>
                      <a:cubicBezTo>
                        <a:pt x="84" y="67"/>
                        <a:pt x="84" y="67"/>
                        <a:pt x="84" y="67"/>
                      </a:cubicBezTo>
                      <a:cubicBezTo>
                        <a:pt x="84" y="67"/>
                        <a:pt x="84" y="67"/>
                        <a:pt x="84" y="67"/>
                      </a:cubicBezTo>
                      <a:cubicBezTo>
                        <a:pt x="61" y="42"/>
                        <a:pt x="33" y="19"/>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6" name="Freeform 87"/>
                <p:cNvSpPr>
                  <a:spLocks/>
                </p:cNvSpPr>
                <p:nvPr/>
              </p:nvSpPr>
              <p:spPr bwMode="auto">
                <a:xfrm>
                  <a:off x="-1520"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0"/>
                        <a:pt x="1" y="1"/>
                        <a:pt x="1" y="1"/>
                      </a:cubicBezTo>
                      <a:cubicBezTo>
                        <a:pt x="4" y="1"/>
                        <a:pt x="4" y="1"/>
                        <a:pt x="4" y="1"/>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7" name="Rectangle 88"/>
                <p:cNvSpPr>
                  <a:spLocks noChangeArrowheads="1"/>
                </p:cNvSpPr>
                <p:nvPr/>
              </p:nvSpPr>
              <p:spPr bwMode="auto">
                <a:xfrm>
                  <a:off x="-1575" y="1683"/>
                  <a:ext cx="2" cy="2"/>
                </a:xfrm>
                <a:prstGeom prst="rect">
                  <a:avLst/>
                </a:prstGeom>
                <a:solidFill>
                  <a:srgbClr val="FFFFFF"/>
                </a:solidFill>
                <a:ln w="9525">
                  <a:noFill/>
                  <a:miter lim="800000"/>
                  <a:headEnd/>
                  <a:tailEnd/>
                </a:ln>
              </p:spPr>
              <p:txBody>
                <a:bodyPr/>
                <a:lstStyle/>
                <a:p>
                  <a:pPr defTabSz="1710840" fontAlgn="auto">
                    <a:spcBef>
                      <a:spcPts val="0"/>
                    </a:spcBef>
                    <a:spcAft>
                      <a:spcPts val="0"/>
                    </a:spcAft>
                    <a:defRPr/>
                  </a:pPr>
                  <a:endParaRPr lang="en-US" dirty="0">
                    <a:latin typeface="+mn-lt"/>
                    <a:cs typeface="+mn-cs"/>
                  </a:endParaRPr>
                </a:p>
              </p:txBody>
            </p:sp>
            <p:sp>
              <p:nvSpPr>
                <p:cNvPr id="228" name="Freeform 89"/>
                <p:cNvSpPr>
                  <a:spLocks/>
                </p:cNvSpPr>
                <p:nvPr/>
              </p:nvSpPr>
              <p:spPr bwMode="auto">
                <a:xfrm>
                  <a:off x="-1575" y="1683"/>
                  <a:ext cx="2" cy="2"/>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29" name="Freeform 90"/>
                <p:cNvSpPr>
                  <a:spLocks/>
                </p:cNvSpPr>
                <p:nvPr/>
              </p:nvSpPr>
              <p:spPr bwMode="auto">
                <a:xfrm>
                  <a:off x="-1210"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0" name="Freeform 91"/>
                <p:cNvSpPr>
                  <a:spLocks/>
                </p:cNvSpPr>
                <p:nvPr/>
              </p:nvSpPr>
              <p:spPr bwMode="auto">
                <a:xfrm>
                  <a:off x="-1056" y="3276"/>
                  <a:ext cx="9"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1" name="Freeform 92"/>
                <p:cNvSpPr>
                  <a:spLocks/>
                </p:cNvSpPr>
                <p:nvPr/>
              </p:nvSpPr>
              <p:spPr bwMode="auto">
                <a:xfrm>
                  <a:off x="-1014" y="3357"/>
                  <a:ext cx="21" cy="31"/>
                </a:xfrm>
                <a:custGeom>
                  <a:avLst/>
                  <a:gdLst/>
                  <a:ahLst/>
                  <a:cxnLst>
                    <a:cxn ang="0">
                      <a:pos x="3" y="0"/>
                    </a:cxn>
                    <a:cxn ang="0">
                      <a:pos x="0" y="0"/>
                    </a:cxn>
                    <a:cxn ang="0">
                      <a:pos x="8" y="13"/>
                    </a:cxn>
                    <a:cxn ang="0">
                      <a:pos x="9" y="12"/>
                    </a:cxn>
                    <a:cxn ang="0">
                      <a:pos x="8" y="9"/>
                    </a:cxn>
                    <a:cxn ang="0">
                      <a:pos x="3" y="0"/>
                    </a:cxn>
                  </a:cxnLst>
                  <a:rect l="0" t="0" r="r" b="b"/>
                  <a:pathLst>
                    <a:path w="9" h="13">
                      <a:moveTo>
                        <a:pt x="3" y="0"/>
                      </a:moveTo>
                      <a:cubicBezTo>
                        <a:pt x="0" y="0"/>
                        <a:pt x="0" y="0"/>
                        <a:pt x="0" y="0"/>
                      </a:cubicBezTo>
                      <a:cubicBezTo>
                        <a:pt x="5" y="8"/>
                        <a:pt x="8" y="13"/>
                        <a:pt x="8" y="13"/>
                      </a:cubicBezTo>
                      <a:cubicBezTo>
                        <a:pt x="9" y="12"/>
                        <a:pt x="9" y="12"/>
                        <a:pt x="9" y="12"/>
                      </a:cubicBezTo>
                      <a:cubicBezTo>
                        <a:pt x="9" y="12"/>
                        <a:pt x="9" y="11"/>
                        <a:pt x="8" y="9"/>
                      </a:cubicBezTo>
                      <a:cubicBezTo>
                        <a:pt x="6" y="7"/>
                        <a:pt x="5" y="4"/>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2" name="Freeform 93"/>
                <p:cNvSpPr>
                  <a:spLocks/>
                </p:cNvSpPr>
                <p:nvPr/>
              </p:nvSpPr>
              <p:spPr bwMode="auto">
                <a:xfrm>
                  <a:off x="-1014" y="3355"/>
                  <a:ext cx="8"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3" name="Freeform 94"/>
                <p:cNvSpPr>
                  <a:spLocks/>
                </p:cNvSpPr>
                <p:nvPr/>
              </p:nvSpPr>
              <p:spPr bwMode="auto">
                <a:xfrm>
                  <a:off x="-1246" y="2498"/>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4" name="Freeform 95"/>
                <p:cNvSpPr>
                  <a:spLocks/>
                </p:cNvSpPr>
                <p:nvPr/>
              </p:nvSpPr>
              <p:spPr bwMode="auto">
                <a:xfrm>
                  <a:off x="-1281"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5" name="Freeform 96"/>
                <p:cNvSpPr>
                  <a:spLocks noEditPoints="1"/>
                </p:cNvSpPr>
                <p:nvPr/>
              </p:nvSpPr>
              <p:spPr bwMode="auto">
                <a:xfrm>
                  <a:off x="-1636" y="1524"/>
                  <a:ext cx="819" cy="460"/>
                </a:xfrm>
                <a:custGeom>
                  <a:avLst/>
                  <a:gdLst/>
                  <a:ahLst/>
                  <a:cxnLst>
                    <a:cxn ang="0">
                      <a:pos x="243" y="98"/>
                    </a:cxn>
                    <a:cxn ang="0">
                      <a:pos x="241" y="98"/>
                    </a:cxn>
                    <a:cxn ang="0">
                      <a:pos x="345" y="193"/>
                    </a:cxn>
                    <a:cxn ang="0">
                      <a:pos x="346" y="193"/>
                    </a:cxn>
                    <a:cxn ang="0">
                      <a:pos x="243" y="98"/>
                    </a:cxn>
                    <a:cxn ang="0">
                      <a:pos x="186" y="67"/>
                    </a:cxn>
                    <a:cxn ang="0">
                      <a:pos x="184" y="67"/>
                    </a:cxn>
                    <a:cxn ang="0">
                      <a:pos x="239" y="97"/>
                    </a:cxn>
                    <a:cxn ang="0">
                      <a:pos x="241" y="97"/>
                    </a:cxn>
                    <a:cxn ang="0">
                      <a:pos x="186" y="67"/>
                    </a:cxn>
                    <a:cxn ang="0">
                      <a:pos x="0" y="0"/>
                    </a:cxn>
                    <a:cxn ang="0">
                      <a:pos x="0" y="1"/>
                    </a:cxn>
                    <a:cxn ang="0">
                      <a:pos x="11" y="4"/>
                    </a:cxn>
                    <a:cxn ang="0">
                      <a:pos x="182" y="66"/>
                    </a:cxn>
                    <a:cxn ang="0">
                      <a:pos x="185" y="66"/>
                    </a:cxn>
                    <a:cxn ang="0">
                      <a:pos x="0" y="0"/>
                    </a:cxn>
                  </a:cxnLst>
                  <a:rect l="0" t="0" r="r" b="b"/>
                  <a:pathLst>
                    <a:path w="346" h="193">
                      <a:moveTo>
                        <a:pt x="243" y="98"/>
                      </a:moveTo>
                      <a:cubicBezTo>
                        <a:pt x="241" y="98"/>
                        <a:pt x="241" y="98"/>
                        <a:pt x="241" y="98"/>
                      </a:cubicBezTo>
                      <a:cubicBezTo>
                        <a:pt x="283" y="124"/>
                        <a:pt x="322" y="156"/>
                        <a:pt x="345" y="193"/>
                      </a:cubicBezTo>
                      <a:cubicBezTo>
                        <a:pt x="346" y="193"/>
                        <a:pt x="346" y="193"/>
                        <a:pt x="346" y="193"/>
                      </a:cubicBezTo>
                      <a:cubicBezTo>
                        <a:pt x="323" y="156"/>
                        <a:pt x="285" y="124"/>
                        <a:pt x="243" y="98"/>
                      </a:cubicBezTo>
                      <a:moveTo>
                        <a:pt x="186" y="67"/>
                      </a:moveTo>
                      <a:cubicBezTo>
                        <a:pt x="184" y="67"/>
                        <a:pt x="184" y="67"/>
                        <a:pt x="184" y="67"/>
                      </a:cubicBezTo>
                      <a:cubicBezTo>
                        <a:pt x="203" y="76"/>
                        <a:pt x="221" y="86"/>
                        <a:pt x="239" y="97"/>
                      </a:cubicBezTo>
                      <a:cubicBezTo>
                        <a:pt x="241" y="97"/>
                        <a:pt x="241" y="97"/>
                        <a:pt x="241" y="97"/>
                      </a:cubicBezTo>
                      <a:cubicBezTo>
                        <a:pt x="223" y="86"/>
                        <a:pt x="205" y="76"/>
                        <a:pt x="186" y="67"/>
                      </a:cubicBezTo>
                      <a:moveTo>
                        <a:pt x="0" y="0"/>
                      </a:moveTo>
                      <a:cubicBezTo>
                        <a:pt x="0" y="1"/>
                        <a:pt x="0" y="1"/>
                        <a:pt x="0" y="1"/>
                      </a:cubicBezTo>
                      <a:cubicBezTo>
                        <a:pt x="0" y="1"/>
                        <a:pt x="4" y="2"/>
                        <a:pt x="11" y="4"/>
                      </a:cubicBezTo>
                      <a:cubicBezTo>
                        <a:pt x="38" y="11"/>
                        <a:pt x="110" y="32"/>
                        <a:pt x="182" y="66"/>
                      </a:cubicBezTo>
                      <a:cubicBezTo>
                        <a:pt x="185" y="66"/>
                        <a:pt x="185" y="66"/>
                        <a:pt x="185" y="66"/>
                      </a:cubicBezTo>
                      <a:cubicBezTo>
                        <a:pt x="92" y="22"/>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6" name="Freeform 97"/>
                <p:cNvSpPr>
                  <a:spLocks/>
                </p:cNvSpPr>
                <p:nvPr/>
              </p:nvSpPr>
              <p:spPr bwMode="auto">
                <a:xfrm>
                  <a:off x="-1070" y="1754"/>
                  <a:ext cx="9" cy="2"/>
                </a:xfrm>
                <a:custGeom>
                  <a:avLst/>
                  <a:gdLst/>
                  <a:ahLst/>
                  <a:cxnLst>
                    <a:cxn ang="0">
                      <a:pos x="2" y="0"/>
                    </a:cxn>
                    <a:cxn ang="0">
                      <a:pos x="0" y="0"/>
                    </a:cxn>
                    <a:cxn ang="0">
                      <a:pos x="2" y="1"/>
                    </a:cxn>
                    <a:cxn ang="0">
                      <a:pos x="4" y="1"/>
                    </a:cxn>
                    <a:cxn ang="0">
                      <a:pos x="2" y="0"/>
                    </a:cxn>
                  </a:cxnLst>
                  <a:rect l="0" t="0" r="r" b="b"/>
                  <a:pathLst>
                    <a:path w="4" h="1">
                      <a:moveTo>
                        <a:pt x="2" y="0"/>
                      </a:moveTo>
                      <a:cubicBezTo>
                        <a:pt x="0" y="0"/>
                        <a:pt x="0" y="0"/>
                        <a:pt x="0" y="0"/>
                      </a:cubicBezTo>
                      <a:cubicBezTo>
                        <a:pt x="1" y="0"/>
                        <a:pt x="1" y="1"/>
                        <a:pt x="2" y="1"/>
                      </a:cubicBezTo>
                      <a:cubicBezTo>
                        <a:pt x="4" y="1"/>
                        <a:pt x="4" y="1"/>
                        <a:pt x="4" y="1"/>
                      </a:cubicBezTo>
                      <a:cubicBezTo>
                        <a:pt x="3" y="1"/>
                        <a:pt x="3"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7" name="Freeform 98"/>
                <p:cNvSpPr>
                  <a:spLocks/>
                </p:cNvSpPr>
                <p:nvPr/>
              </p:nvSpPr>
              <p:spPr bwMode="auto">
                <a:xfrm>
                  <a:off x="-1205" y="1682"/>
                  <a:ext cx="9" cy="3"/>
                </a:xfrm>
                <a:custGeom>
                  <a:avLst/>
                  <a:gdLst/>
                  <a:ahLst/>
                  <a:cxnLst>
                    <a:cxn ang="0">
                      <a:pos x="3" y="0"/>
                    </a:cxn>
                    <a:cxn ang="0">
                      <a:pos x="0" y="0"/>
                    </a:cxn>
                    <a:cxn ang="0">
                      <a:pos x="2" y="1"/>
                    </a:cxn>
                    <a:cxn ang="0">
                      <a:pos x="4" y="1"/>
                    </a:cxn>
                    <a:cxn ang="0">
                      <a:pos x="3" y="0"/>
                    </a:cxn>
                  </a:cxnLst>
                  <a:rect l="0" t="0" r="r" b="b"/>
                  <a:pathLst>
                    <a:path w="4" h="1">
                      <a:moveTo>
                        <a:pt x="3" y="0"/>
                      </a:moveTo>
                      <a:cubicBezTo>
                        <a:pt x="0" y="0"/>
                        <a:pt x="0" y="0"/>
                        <a:pt x="0" y="0"/>
                      </a:cubicBezTo>
                      <a:cubicBezTo>
                        <a:pt x="1" y="1"/>
                        <a:pt x="2" y="1"/>
                        <a:pt x="2" y="1"/>
                      </a:cubicBezTo>
                      <a:cubicBezTo>
                        <a:pt x="4" y="1"/>
                        <a:pt x="4" y="1"/>
                        <a:pt x="4" y="1"/>
                      </a:cubicBezTo>
                      <a:cubicBezTo>
                        <a:pt x="4" y="1"/>
                        <a:pt x="3" y="1"/>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8" name="Freeform 99"/>
                <p:cNvSpPr>
                  <a:spLocks/>
                </p:cNvSpPr>
                <p:nvPr/>
              </p:nvSpPr>
              <p:spPr bwMode="auto">
                <a:xfrm>
                  <a:off x="-955" y="1987"/>
                  <a:ext cx="217" cy="270"/>
                </a:xfrm>
                <a:custGeom>
                  <a:avLst/>
                  <a:gdLst/>
                  <a:ahLst/>
                  <a:cxnLst>
                    <a:cxn ang="0">
                      <a:pos x="3" y="0"/>
                    </a:cxn>
                    <a:cxn ang="0">
                      <a:pos x="0" y="0"/>
                    </a:cxn>
                    <a:cxn ang="0">
                      <a:pos x="0" y="0"/>
                    </a:cxn>
                    <a:cxn ang="0">
                      <a:pos x="0" y="0"/>
                    </a:cxn>
                    <a:cxn ang="0">
                      <a:pos x="1" y="0"/>
                    </a:cxn>
                    <a:cxn ang="0">
                      <a:pos x="2" y="1"/>
                    </a:cxn>
                    <a:cxn ang="0">
                      <a:pos x="82" y="100"/>
                    </a:cxn>
                    <a:cxn ang="0">
                      <a:pos x="83" y="100"/>
                    </a:cxn>
                    <a:cxn ang="0">
                      <a:pos x="83" y="101"/>
                    </a:cxn>
                    <a:cxn ang="0">
                      <a:pos x="83" y="101"/>
                    </a:cxn>
                    <a:cxn ang="0">
                      <a:pos x="89" y="114"/>
                    </a:cxn>
                    <a:cxn ang="0">
                      <a:pos x="91" y="114"/>
                    </a:cxn>
                    <a:cxn ang="0">
                      <a:pos x="3" y="0"/>
                    </a:cxn>
                  </a:cxnLst>
                  <a:rect l="0" t="0" r="r" b="b"/>
                  <a:pathLst>
                    <a:path w="91" h="114">
                      <a:moveTo>
                        <a:pt x="3" y="0"/>
                      </a:moveTo>
                      <a:cubicBezTo>
                        <a:pt x="0" y="0"/>
                        <a:pt x="0" y="0"/>
                        <a:pt x="0" y="0"/>
                      </a:cubicBezTo>
                      <a:cubicBezTo>
                        <a:pt x="0" y="0"/>
                        <a:pt x="0" y="0"/>
                        <a:pt x="0" y="0"/>
                      </a:cubicBezTo>
                      <a:cubicBezTo>
                        <a:pt x="0" y="0"/>
                        <a:pt x="0" y="0"/>
                        <a:pt x="0" y="0"/>
                      </a:cubicBezTo>
                      <a:cubicBezTo>
                        <a:pt x="1" y="0"/>
                        <a:pt x="1" y="0"/>
                        <a:pt x="1" y="0"/>
                      </a:cubicBezTo>
                      <a:cubicBezTo>
                        <a:pt x="1" y="0"/>
                        <a:pt x="1" y="0"/>
                        <a:pt x="2" y="1"/>
                      </a:cubicBezTo>
                      <a:cubicBezTo>
                        <a:pt x="9" y="6"/>
                        <a:pt x="49" y="37"/>
                        <a:pt x="82" y="100"/>
                      </a:cubicBezTo>
                      <a:cubicBezTo>
                        <a:pt x="83" y="100"/>
                        <a:pt x="83" y="100"/>
                        <a:pt x="83" y="100"/>
                      </a:cubicBezTo>
                      <a:cubicBezTo>
                        <a:pt x="83" y="101"/>
                        <a:pt x="83" y="101"/>
                        <a:pt x="83" y="101"/>
                      </a:cubicBezTo>
                      <a:cubicBezTo>
                        <a:pt x="83" y="101"/>
                        <a:pt x="83" y="101"/>
                        <a:pt x="83" y="101"/>
                      </a:cubicBezTo>
                      <a:cubicBezTo>
                        <a:pt x="85" y="105"/>
                        <a:pt x="87" y="109"/>
                        <a:pt x="89" y="114"/>
                      </a:cubicBezTo>
                      <a:cubicBezTo>
                        <a:pt x="91" y="114"/>
                        <a:pt x="91" y="114"/>
                        <a:pt x="91" y="114"/>
                      </a:cubicBezTo>
                      <a:cubicBezTo>
                        <a:pt x="57" y="42"/>
                        <a:pt x="12" y="6"/>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39" name="Freeform 100"/>
                <p:cNvSpPr>
                  <a:spLocks/>
                </p:cNvSpPr>
                <p:nvPr/>
              </p:nvSpPr>
              <p:spPr bwMode="auto">
                <a:xfrm>
                  <a:off x="-761" y="2222"/>
                  <a:ext cx="3" cy="3"/>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0"/>
                        <a:pt x="1" y="0"/>
                        <a:pt x="1"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0" name="Freeform 101"/>
                <p:cNvSpPr>
                  <a:spLocks noEditPoints="1"/>
                </p:cNvSpPr>
                <p:nvPr/>
              </p:nvSpPr>
              <p:spPr bwMode="auto">
                <a:xfrm>
                  <a:off x="-741" y="2260"/>
                  <a:ext cx="89" cy="1016"/>
                </a:xfrm>
                <a:custGeom>
                  <a:avLst/>
                  <a:gdLst/>
                  <a:ahLst/>
                  <a:cxnLst>
                    <a:cxn ang="0">
                      <a:pos x="26" y="343"/>
                    </a:cxn>
                    <a:cxn ang="0">
                      <a:pos x="24" y="343"/>
                    </a:cxn>
                    <a:cxn ang="0">
                      <a:pos x="24" y="352"/>
                    </a:cxn>
                    <a:cxn ang="0">
                      <a:pos x="20" y="417"/>
                    </a:cxn>
                    <a:cxn ang="0">
                      <a:pos x="19" y="429"/>
                    </a:cxn>
                    <a:cxn ang="0">
                      <a:pos x="21" y="429"/>
                    </a:cxn>
                    <a:cxn ang="0">
                      <a:pos x="24" y="393"/>
                    </a:cxn>
                    <a:cxn ang="0">
                      <a:pos x="26" y="343"/>
                    </a:cxn>
                    <a:cxn ang="0">
                      <a:pos x="38" y="233"/>
                    </a:cxn>
                    <a:cxn ang="0">
                      <a:pos x="36" y="233"/>
                    </a:cxn>
                    <a:cxn ang="0">
                      <a:pos x="24" y="334"/>
                    </a:cxn>
                    <a:cxn ang="0">
                      <a:pos x="24" y="335"/>
                    </a:cxn>
                    <a:cxn ang="0">
                      <a:pos x="24" y="335"/>
                    </a:cxn>
                    <a:cxn ang="0">
                      <a:pos x="24" y="342"/>
                    </a:cxn>
                    <a:cxn ang="0">
                      <a:pos x="26" y="342"/>
                    </a:cxn>
                    <a:cxn ang="0">
                      <a:pos x="26" y="335"/>
                    </a:cxn>
                    <a:cxn ang="0">
                      <a:pos x="37" y="255"/>
                    </a:cxn>
                    <a:cxn ang="0">
                      <a:pos x="35" y="255"/>
                    </a:cxn>
                    <a:cxn ang="0">
                      <a:pos x="35" y="254"/>
                    </a:cxn>
                    <a:cxn ang="0">
                      <a:pos x="37" y="254"/>
                    </a:cxn>
                    <a:cxn ang="0">
                      <a:pos x="38" y="233"/>
                    </a:cxn>
                    <a:cxn ang="0">
                      <a:pos x="35" y="102"/>
                    </a:cxn>
                    <a:cxn ang="0">
                      <a:pos x="33" y="102"/>
                    </a:cxn>
                    <a:cxn ang="0">
                      <a:pos x="35" y="115"/>
                    </a:cxn>
                    <a:cxn ang="0">
                      <a:pos x="35" y="115"/>
                    </a:cxn>
                    <a:cxn ang="0">
                      <a:pos x="35" y="120"/>
                    </a:cxn>
                    <a:cxn ang="0">
                      <a:pos x="37" y="187"/>
                    </a:cxn>
                    <a:cxn ang="0">
                      <a:pos x="36" y="232"/>
                    </a:cxn>
                    <a:cxn ang="0">
                      <a:pos x="38" y="232"/>
                    </a:cxn>
                    <a:cxn ang="0">
                      <a:pos x="38" y="224"/>
                    </a:cxn>
                    <a:cxn ang="0">
                      <a:pos x="38" y="149"/>
                    </a:cxn>
                    <a:cxn ang="0">
                      <a:pos x="37" y="115"/>
                    </a:cxn>
                    <a:cxn ang="0">
                      <a:pos x="37" y="115"/>
                    </a:cxn>
                    <a:cxn ang="0">
                      <a:pos x="37" y="115"/>
                    </a:cxn>
                    <a:cxn ang="0">
                      <a:pos x="35" y="102"/>
                    </a:cxn>
                    <a:cxn ang="0">
                      <a:pos x="2" y="0"/>
                    </a:cxn>
                    <a:cxn ang="0">
                      <a:pos x="0" y="0"/>
                    </a:cxn>
                    <a:cxn ang="0">
                      <a:pos x="33" y="101"/>
                    </a:cxn>
                    <a:cxn ang="0">
                      <a:pos x="35" y="101"/>
                    </a:cxn>
                    <a:cxn ang="0">
                      <a:pos x="2" y="0"/>
                    </a:cxn>
                  </a:cxnLst>
                  <a:rect l="0" t="0" r="r" b="b"/>
                  <a:pathLst>
                    <a:path w="38" h="429">
                      <a:moveTo>
                        <a:pt x="26" y="343"/>
                      </a:moveTo>
                      <a:cubicBezTo>
                        <a:pt x="24" y="343"/>
                        <a:pt x="24" y="343"/>
                        <a:pt x="24" y="343"/>
                      </a:cubicBezTo>
                      <a:cubicBezTo>
                        <a:pt x="24" y="345"/>
                        <a:pt x="24" y="348"/>
                        <a:pt x="24" y="352"/>
                      </a:cubicBezTo>
                      <a:cubicBezTo>
                        <a:pt x="24" y="368"/>
                        <a:pt x="23" y="392"/>
                        <a:pt x="20" y="417"/>
                      </a:cubicBezTo>
                      <a:cubicBezTo>
                        <a:pt x="20" y="421"/>
                        <a:pt x="20" y="425"/>
                        <a:pt x="19" y="429"/>
                      </a:cubicBezTo>
                      <a:cubicBezTo>
                        <a:pt x="21" y="429"/>
                        <a:pt x="21" y="429"/>
                        <a:pt x="21" y="429"/>
                      </a:cubicBezTo>
                      <a:cubicBezTo>
                        <a:pt x="22" y="417"/>
                        <a:pt x="23" y="405"/>
                        <a:pt x="24" y="393"/>
                      </a:cubicBezTo>
                      <a:cubicBezTo>
                        <a:pt x="26" y="372"/>
                        <a:pt x="26" y="353"/>
                        <a:pt x="26" y="343"/>
                      </a:cubicBezTo>
                      <a:moveTo>
                        <a:pt x="38" y="233"/>
                      </a:moveTo>
                      <a:cubicBezTo>
                        <a:pt x="36" y="233"/>
                        <a:pt x="36" y="233"/>
                        <a:pt x="36" y="233"/>
                      </a:cubicBezTo>
                      <a:cubicBezTo>
                        <a:pt x="35" y="268"/>
                        <a:pt x="31" y="304"/>
                        <a:pt x="24" y="334"/>
                      </a:cubicBezTo>
                      <a:cubicBezTo>
                        <a:pt x="24" y="335"/>
                        <a:pt x="24" y="335"/>
                        <a:pt x="24" y="335"/>
                      </a:cubicBezTo>
                      <a:cubicBezTo>
                        <a:pt x="24" y="335"/>
                        <a:pt x="24" y="335"/>
                        <a:pt x="24" y="335"/>
                      </a:cubicBezTo>
                      <a:cubicBezTo>
                        <a:pt x="24" y="335"/>
                        <a:pt x="24" y="337"/>
                        <a:pt x="24" y="342"/>
                      </a:cubicBezTo>
                      <a:cubicBezTo>
                        <a:pt x="26" y="342"/>
                        <a:pt x="26" y="342"/>
                        <a:pt x="26" y="342"/>
                      </a:cubicBezTo>
                      <a:cubicBezTo>
                        <a:pt x="26" y="338"/>
                        <a:pt x="26" y="335"/>
                        <a:pt x="26" y="335"/>
                      </a:cubicBezTo>
                      <a:cubicBezTo>
                        <a:pt x="32" y="311"/>
                        <a:pt x="35" y="283"/>
                        <a:pt x="37" y="255"/>
                      </a:cubicBezTo>
                      <a:cubicBezTo>
                        <a:pt x="35" y="255"/>
                        <a:pt x="35" y="255"/>
                        <a:pt x="35" y="255"/>
                      </a:cubicBezTo>
                      <a:cubicBezTo>
                        <a:pt x="35" y="254"/>
                        <a:pt x="35" y="254"/>
                        <a:pt x="35" y="254"/>
                      </a:cubicBezTo>
                      <a:cubicBezTo>
                        <a:pt x="37" y="254"/>
                        <a:pt x="37" y="254"/>
                        <a:pt x="37" y="254"/>
                      </a:cubicBezTo>
                      <a:cubicBezTo>
                        <a:pt x="37" y="247"/>
                        <a:pt x="38" y="240"/>
                        <a:pt x="38" y="233"/>
                      </a:cubicBezTo>
                      <a:moveTo>
                        <a:pt x="35" y="102"/>
                      </a:moveTo>
                      <a:cubicBezTo>
                        <a:pt x="33" y="102"/>
                        <a:pt x="33" y="102"/>
                        <a:pt x="33" y="102"/>
                      </a:cubicBezTo>
                      <a:cubicBezTo>
                        <a:pt x="34" y="106"/>
                        <a:pt x="34" y="111"/>
                        <a:pt x="35" y="115"/>
                      </a:cubicBezTo>
                      <a:cubicBezTo>
                        <a:pt x="35" y="115"/>
                        <a:pt x="35" y="115"/>
                        <a:pt x="35" y="115"/>
                      </a:cubicBezTo>
                      <a:cubicBezTo>
                        <a:pt x="35" y="115"/>
                        <a:pt x="35" y="117"/>
                        <a:pt x="35" y="120"/>
                      </a:cubicBezTo>
                      <a:cubicBezTo>
                        <a:pt x="36" y="131"/>
                        <a:pt x="37" y="156"/>
                        <a:pt x="37" y="187"/>
                      </a:cubicBezTo>
                      <a:cubicBezTo>
                        <a:pt x="37" y="201"/>
                        <a:pt x="37" y="216"/>
                        <a:pt x="36" y="232"/>
                      </a:cubicBezTo>
                      <a:cubicBezTo>
                        <a:pt x="38" y="232"/>
                        <a:pt x="38" y="232"/>
                        <a:pt x="38" y="232"/>
                      </a:cubicBezTo>
                      <a:cubicBezTo>
                        <a:pt x="38" y="229"/>
                        <a:pt x="38" y="226"/>
                        <a:pt x="38" y="224"/>
                      </a:cubicBezTo>
                      <a:cubicBezTo>
                        <a:pt x="38" y="149"/>
                        <a:pt x="38" y="149"/>
                        <a:pt x="38" y="149"/>
                      </a:cubicBezTo>
                      <a:cubicBezTo>
                        <a:pt x="38" y="128"/>
                        <a:pt x="37" y="115"/>
                        <a:pt x="37" y="115"/>
                      </a:cubicBezTo>
                      <a:cubicBezTo>
                        <a:pt x="37" y="115"/>
                        <a:pt x="37" y="115"/>
                        <a:pt x="37" y="115"/>
                      </a:cubicBezTo>
                      <a:cubicBezTo>
                        <a:pt x="37" y="115"/>
                        <a:pt x="37" y="115"/>
                        <a:pt x="37" y="115"/>
                      </a:cubicBezTo>
                      <a:cubicBezTo>
                        <a:pt x="36" y="110"/>
                        <a:pt x="36" y="106"/>
                        <a:pt x="35" y="102"/>
                      </a:cubicBezTo>
                      <a:moveTo>
                        <a:pt x="2" y="0"/>
                      </a:moveTo>
                      <a:cubicBezTo>
                        <a:pt x="0" y="0"/>
                        <a:pt x="0" y="0"/>
                        <a:pt x="0" y="0"/>
                      </a:cubicBezTo>
                      <a:cubicBezTo>
                        <a:pt x="13" y="28"/>
                        <a:pt x="25" y="61"/>
                        <a:pt x="33" y="101"/>
                      </a:cubicBezTo>
                      <a:cubicBezTo>
                        <a:pt x="35" y="101"/>
                        <a:pt x="35" y="101"/>
                        <a:pt x="35" y="101"/>
                      </a:cubicBezTo>
                      <a:cubicBezTo>
                        <a:pt x="27" y="61"/>
                        <a:pt x="15" y="28"/>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1" name="Freeform 102"/>
                <p:cNvSpPr>
                  <a:spLocks/>
                </p:cNvSpPr>
                <p:nvPr/>
              </p:nvSpPr>
              <p:spPr bwMode="auto">
                <a:xfrm>
                  <a:off x="-685" y="3070"/>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2" name="Freeform 103"/>
                <p:cNvSpPr>
                  <a:spLocks/>
                </p:cNvSpPr>
                <p:nvPr/>
              </p:nvSpPr>
              <p:spPr bwMode="auto">
                <a:xfrm>
                  <a:off x="-659" y="2861"/>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3" name="Freeform 104"/>
                <p:cNvSpPr>
                  <a:spLocks noEditPoints="1"/>
                </p:cNvSpPr>
                <p:nvPr/>
              </p:nvSpPr>
              <p:spPr bwMode="auto">
                <a:xfrm>
                  <a:off x="-1681" y="1524"/>
                  <a:ext cx="990" cy="1876"/>
                </a:xfrm>
                <a:custGeom>
                  <a:avLst/>
                  <a:gdLst/>
                  <a:ahLst/>
                  <a:cxnLst>
                    <a:cxn ang="0">
                      <a:pos x="418" y="740"/>
                    </a:cxn>
                    <a:cxn ang="0">
                      <a:pos x="416" y="740"/>
                    </a:cxn>
                    <a:cxn ang="0">
                      <a:pos x="411" y="772"/>
                    </a:cxn>
                    <a:cxn ang="0">
                      <a:pos x="411" y="772"/>
                    </a:cxn>
                    <a:cxn ang="0">
                      <a:pos x="411" y="773"/>
                    </a:cxn>
                    <a:cxn ang="0">
                      <a:pos x="410" y="773"/>
                    </a:cxn>
                    <a:cxn ang="0">
                      <a:pos x="406" y="790"/>
                    </a:cxn>
                    <a:cxn ang="0">
                      <a:pos x="407" y="791"/>
                    </a:cxn>
                    <a:cxn ang="0">
                      <a:pos x="418" y="740"/>
                    </a:cxn>
                    <a:cxn ang="0">
                      <a:pos x="215" y="98"/>
                    </a:cxn>
                    <a:cxn ang="0">
                      <a:pos x="211" y="98"/>
                    </a:cxn>
                    <a:cxn ang="0">
                      <a:pos x="307" y="194"/>
                    </a:cxn>
                    <a:cxn ang="0">
                      <a:pos x="309" y="194"/>
                    </a:cxn>
                    <a:cxn ang="0">
                      <a:pos x="309" y="194"/>
                    </a:cxn>
                    <a:cxn ang="0">
                      <a:pos x="215" y="98"/>
                    </a:cxn>
                    <a:cxn ang="0">
                      <a:pos x="1" y="0"/>
                    </a:cxn>
                    <a:cxn ang="0">
                      <a:pos x="0" y="2"/>
                    </a:cxn>
                    <a:cxn ang="0">
                      <a:pos x="9" y="4"/>
                    </a:cxn>
                    <a:cxn ang="0">
                      <a:pos x="162" y="66"/>
                    </a:cxn>
                    <a:cxn ang="0">
                      <a:pos x="165" y="66"/>
                    </a:cxn>
                    <a:cxn ang="0">
                      <a:pos x="165" y="67"/>
                    </a:cxn>
                    <a:cxn ang="0">
                      <a:pos x="163" y="67"/>
                    </a:cxn>
                    <a:cxn ang="0">
                      <a:pos x="210" y="97"/>
                    </a:cxn>
                    <a:cxn ang="0">
                      <a:pos x="213" y="97"/>
                    </a:cxn>
                    <a:cxn ang="0">
                      <a:pos x="1" y="0"/>
                    </a:cxn>
                  </a:cxnLst>
                  <a:rect l="0" t="0" r="r" b="b"/>
                  <a:pathLst>
                    <a:path w="418" h="791">
                      <a:moveTo>
                        <a:pt x="418" y="740"/>
                      </a:moveTo>
                      <a:cubicBezTo>
                        <a:pt x="416" y="740"/>
                        <a:pt x="416" y="740"/>
                        <a:pt x="416" y="740"/>
                      </a:cubicBezTo>
                      <a:cubicBezTo>
                        <a:pt x="415" y="752"/>
                        <a:pt x="413" y="763"/>
                        <a:pt x="411" y="772"/>
                      </a:cubicBezTo>
                      <a:cubicBezTo>
                        <a:pt x="411" y="772"/>
                        <a:pt x="411" y="772"/>
                        <a:pt x="411" y="772"/>
                      </a:cubicBezTo>
                      <a:cubicBezTo>
                        <a:pt x="411" y="773"/>
                        <a:pt x="411" y="773"/>
                        <a:pt x="411" y="773"/>
                      </a:cubicBezTo>
                      <a:cubicBezTo>
                        <a:pt x="410" y="773"/>
                        <a:pt x="410" y="773"/>
                        <a:pt x="410" y="773"/>
                      </a:cubicBezTo>
                      <a:cubicBezTo>
                        <a:pt x="409" y="780"/>
                        <a:pt x="407" y="786"/>
                        <a:pt x="406" y="790"/>
                      </a:cubicBezTo>
                      <a:cubicBezTo>
                        <a:pt x="407" y="791"/>
                        <a:pt x="407" y="791"/>
                        <a:pt x="407" y="791"/>
                      </a:cubicBezTo>
                      <a:cubicBezTo>
                        <a:pt x="412" y="779"/>
                        <a:pt x="416" y="760"/>
                        <a:pt x="418" y="740"/>
                      </a:cubicBezTo>
                      <a:moveTo>
                        <a:pt x="215" y="98"/>
                      </a:moveTo>
                      <a:cubicBezTo>
                        <a:pt x="211" y="98"/>
                        <a:pt x="211" y="98"/>
                        <a:pt x="211" y="98"/>
                      </a:cubicBezTo>
                      <a:cubicBezTo>
                        <a:pt x="247" y="124"/>
                        <a:pt x="281" y="155"/>
                        <a:pt x="307" y="194"/>
                      </a:cubicBezTo>
                      <a:cubicBezTo>
                        <a:pt x="309" y="194"/>
                        <a:pt x="309" y="194"/>
                        <a:pt x="309" y="194"/>
                      </a:cubicBezTo>
                      <a:cubicBezTo>
                        <a:pt x="309" y="194"/>
                        <a:pt x="309" y="194"/>
                        <a:pt x="309" y="194"/>
                      </a:cubicBezTo>
                      <a:cubicBezTo>
                        <a:pt x="283" y="155"/>
                        <a:pt x="250" y="124"/>
                        <a:pt x="215" y="98"/>
                      </a:cubicBezTo>
                      <a:moveTo>
                        <a:pt x="1" y="0"/>
                      </a:moveTo>
                      <a:cubicBezTo>
                        <a:pt x="0" y="2"/>
                        <a:pt x="0" y="2"/>
                        <a:pt x="0" y="2"/>
                      </a:cubicBezTo>
                      <a:cubicBezTo>
                        <a:pt x="0" y="2"/>
                        <a:pt x="3" y="3"/>
                        <a:pt x="9" y="4"/>
                      </a:cubicBezTo>
                      <a:cubicBezTo>
                        <a:pt x="32" y="10"/>
                        <a:pt x="96" y="29"/>
                        <a:pt x="162" y="66"/>
                      </a:cubicBezTo>
                      <a:cubicBezTo>
                        <a:pt x="165" y="66"/>
                        <a:pt x="165" y="66"/>
                        <a:pt x="165" y="66"/>
                      </a:cubicBezTo>
                      <a:cubicBezTo>
                        <a:pt x="165" y="67"/>
                        <a:pt x="165" y="67"/>
                        <a:pt x="165" y="67"/>
                      </a:cubicBezTo>
                      <a:cubicBezTo>
                        <a:pt x="163" y="67"/>
                        <a:pt x="163" y="67"/>
                        <a:pt x="163" y="67"/>
                      </a:cubicBezTo>
                      <a:cubicBezTo>
                        <a:pt x="179" y="76"/>
                        <a:pt x="195" y="86"/>
                        <a:pt x="210" y="97"/>
                      </a:cubicBezTo>
                      <a:cubicBezTo>
                        <a:pt x="213" y="97"/>
                        <a:pt x="213" y="97"/>
                        <a:pt x="213" y="97"/>
                      </a:cubicBezTo>
                      <a:cubicBezTo>
                        <a:pt x="114" y="25"/>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4" name="Freeform 105"/>
                <p:cNvSpPr>
                  <a:spLocks/>
                </p:cNvSpPr>
                <p:nvPr/>
              </p:nvSpPr>
              <p:spPr bwMode="auto">
                <a:xfrm>
                  <a:off x="-1184" y="1754"/>
                  <a:ext cx="12" cy="2"/>
                </a:xfrm>
                <a:custGeom>
                  <a:avLst/>
                  <a:gdLst/>
                  <a:ahLst/>
                  <a:cxnLst>
                    <a:cxn ang="0">
                      <a:pos x="3" y="0"/>
                    </a:cxn>
                    <a:cxn ang="0">
                      <a:pos x="0" y="0"/>
                    </a:cxn>
                    <a:cxn ang="0">
                      <a:pos x="1" y="1"/>
                    </a:cxn>
                    <a:cxn ang="0">
                      <a:pos x="5" y="1"/>
                    </a:cxn>
                    <a:cxn ang="0">
                      <a:pos x="3" y="0"/>
                    </a:cxn>
                  </a:cxnLst>
                  <a:rect l="0" t="0" r="r" b="b"/>
                  <a:pathLst>
                    <a:path w="5" h="1">
                      <a:moveTo>
                        <a:pt x="3" y="0"/>
                      </a:moveTo>
                      <a:cubicBezTo>
                        <a:pt x="0" y="0"/>
                        <a:pt x="0" y="0"/>
                        <a:pt x="0" y="0"/>
                      </a:cubicBezTo>
                      <a:cubicBezTo>
                        <a:pt x="1" y="0"/>
                        <a:pt x="1" y="1"/>
                        <a:pt x="1" y="1"/>
                      </a:cubicBezTo>
                      <a:cubicBezTo>
                        <a:pt x="5" y="1"/>
                        <a:pt x="5" y="1"/>
                        <a:pt x="5" y="1"/>
                      </a:cubicBezTo>
                      <a:cubicBezTo>
                        <a:pt x="4" y="1"/>
                        <a:pt x="4"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5" name="Freeform 106"/>
                <p:cNvSpPr>
                  <a:spLocks/>
                </p:cNvSpPr>
                <p:nvPr/>
              </p:nvSpPr>
              <p:spPr bwMode="auto">
                <a:xfrm>
                  <a:off x="-1296" y="1682"/>
                  <a:ext cx="5" cy="3"/>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1"/>
                        <a:pt x="1" y="1"/>
                        <a:pt x="1"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6" name="Freeform 107"/>
                <p:cNvSpPr>
                  <a:spLocks/>
                </p:cNvSpPr>
                <p:nvPr/>
              </p:nvSpPr>
              <p:spPr bwMode="auto">
                <a:xfrm>
                  <a:off x="-656" y="2810"/>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7" name="Freeform 108"/>
                <p:cNvSpPr>
                  <a:spLocks/>
                </p:cNvSpPr>
                <p:nvPr/>
              </p:nvSpPr>
              <p:spPr bwMode="auto">
                <a:xfrm>
                  <a:off x="-697" y="3276"/>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8" name="Freeform 109"/>
                <p:cNvSpPr>
                  <a:spLocks/>
                </p:cNvSpPr>
                <p:nvPr/>
              </p:nvSpPr>
              <p:spPr bwMode="auto">
                <a:xfrm>
                  <a:off x="-711" y="3355"/>
                  <a:ext cx="3" cy="2"/>
                </a:xfrm>
                <a:custGeom>
                  <a:avLst/>
                  <a:gdLst/>
                  <a:ahLst/>
                  <a:cxnLst>
                    <a:cxn ang="0">
                      <a:pos x="1" y="0"/>
                    </a:cxn>
                    <a:cxn ang="0">
                      <a:pos x="1" y="0"/>
                    </a:cxn>
                    <a:cxn ang="0">
                      <a:pos x="0" y="1"/>
                    </a:cxn>
                    <a:cxn ang="0">
                      <a:pos x="1" y="1"/>
                    </a:cxn>
                    <a:cxn ang="0">
                      <a:pos x="1" y="0"/>
                    </a:cxn>
                  </a:cxnLst>
                  <a:rect l="0" t="0" r="r" b="b"/>
                  <a:pathLst>
                    <a:path w="1" h="1">
                      <a:moveTo>
                        <a:pt x="1" y="0"/>
                      </a:moveTo>
                      <a:cubicBezTo>
                        <a:pt x="1" y="0"/>
                        <a:pt x="1" y="0"/>
                        <a:pt x="1" y="0"/>
                      </a:cubicBezTo>
                      <a:cubicBezTo>
                        <a:pt x="1" y="1"/>
                        <a:pt x="1"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49" name="Freeform 110"/>
                <p:cNvSpPr>
                  <a:spLocks/>
                </p:cNvSpPr>
                <p:nvPr/>
              </p:nvSpPr>
              <p:spPr bwMode="auto">
                <a:xfrm>
                  <a:off x="-664"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0" name="Freeform 111"/>
                <p:cNvSpPr>
                  <a:spLocks/>
                </p:cNvSpPr>
                <p:nvPr/>
              </p:nvSpPr>
              <p:spPr bwMode="auto">
                <a:xfrm>
                  <a:off x="-744" y="2256"/>
                  <a:ext cx="9"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1" y="0"/>
                        <a:pt x="1" y="1"/>
                      </a:cubicBezTo>
                      <a:cubicBezTo>
                        <a:pt x="3" y="1"/>
                        <a:pt x="3" y="1"/>
                        <a:pt x="3" y="1"/>
                      </a:cubicBezTo>
                      <a:cubicBezTo>
                        <a:pt x="3" y="0"/>
                        <a:pt x="3"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1" name="Freeform 112"/>
                <p:cNvSpPr>
                  <a:spLocks noEditPoints="1"/>
                </p:cNvSpPr>
                <p:nvPr/>
              </p:nvSpPr>
              <p:spPr bwMode="auto">
                <a:xfrm>
                  <a:off x="-1099" y="1987"/>
                  <a:ext cx="180" cy="270"/>
                </a:xfrm>
                <a:custGeom>
                  <a:avLst/>
                  <a:gdLst/>
                  <a:ahLst/>
                  <a:cxnLst>
                    <a:cxn ang="0">
                      <a:pos x="69" y="101"/>
                    </a:cxn>
                    <a:cxn ang="0">
                      <a:pos x="67" y="101"/>
                    </a:cxn>
                    <a:cxn ang="0">
                      <a:pos x="74" y="114"/>
                    </a:cxn>
                    <a:cxn ang="0">
                      <a:pos x="76" y="114"/>
                    </a:cxn>
                    <a:cxn ang="0">
                      <a:pos x="69" y="101"/>
                    </a:cxn>
                    <a:cxn ang="0">
                      <a:pos x="2" y="0"/>
                    </a:cxn>
                    <a:cxn ang="0">
                      <a:pos x="0" y="0"/>
                    </a:cxn>
                    <a:cxn ang="0">
                      <a:pos x="8" y="11"/>
                    </a:cxn>
                    <a:cxn ang="0">
                      <a:pos x="66" y="100"/>
                    </a:cxn>
                    <a:cxn ang="0">
                      <a:pos x="68" y="100"/>
                    </a:cxn>
                    <a:cxn ang="0">
                      <a:pos x="10" y="10"/>
                    </a:cxn>
                    <a:cxn ang="0">
                      <a:pos x="2" y="0"/>
                    </a:cxn>
                  </a:cxnLst>
                  <a:rect l="0" t="0" r="r" b="b"/>
                  <a:pathLst>
                    <a:path w="76" h="114">
                      <a:moveTo>
                        <a:pt x="69" y="101"/>
                      </a:moveTo>
                      <a:cubicBezTo>
                        <a:pt x="67" y="101"/>
                        <a:pt x="67" y="101"/>
                        <a:pt x="67" y="101"/>
                      </a:cubicBezTo>
                      <a:cubicBezTo>
                        <a:pt x="69" y="106"/>
                        <a:pt x="72" y="110"/>
                        <a:pt x="74" y="114"/>
                      </a:cubicBezTo>
                      <a:cubicBezTo>
                        <a:pt x="76" y="114"/>
                        <a:pt x="76" y="114"/>
                        <a:pt x="76" y="114"/>
                      </a:cubicBezTo>
                      <a:cubicBezTo>
                        <a:pt x="74" y="110"/>
                        <a:pt x="72" y="106"/>
                        <a:pt x="69" y="101"/>
                      </a:cubicBezTo>
                      <a:moveTo>
                        <a:pt x="2" y="0"/>
                      </a:moveTo>
                      <a:cubicBezTo>
                        <a:pt x="0" y="0"/>
                        <a:pt x="0" y="0"/>
                        <a:pt x="0" y="0"/>
                      </a:cubicBezTo>
                      <a:cubicBezTo>
                        <a:pt x="3" y="3"/>
                        <a:pt x="5" y="7"/>
                        <a:pt x="8" y="11"/>
                      </a:cubicBezTo>
                      <a:cubicBezTo>
                        <a:pt x="31" y="44"/>
                        <a:pt x="53" y="77"/>
                        <a:pt x="66" y="100"/>
                      </a:cubicBezTo>
                      <a:cubicBezTo>
                        <a:pt x="68" y="100"/>
                        <a:pt x="68" y="100"/>
                        <a:pt x="68" y="100"/>
                      </a:cubicBezTo>
                      <a:cubicBezTo>
                        <a:pt x="55" y="77"/>
                        <a:pt x="33" y="43"/>
                        <a:pt x="10" y="10"/>
                      </a:cubicBezTo>
                      <a:cubicBezTo>
                        <a:pt x="7" y="7"/>
                        <a:pt x="5" y="3"/>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2" name="Freeform 113"/>
                <p:cNvSpPr>
                  <a:spLocks/>
                </p:cNvSpPr>
                <p:nvPr/>
              </p:nvSpPr>
              <p:spPr bwMode="auto">
                <a:xfrm>
                  <a:off x="-943" y="2222"/>
                  <a:ext cx="8"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0"/>
                        <a:pt x="1" y="1"/>
                      </a:cubicBezTo>
                      <a:cubicBezTo>
                        <a:pt x="3" y="1"/>
                        <a:pt x="3" y="1"/>
                        <a:pt x="3" y="1"/>
                      </a:cubicBezTo>
                      <a:cubicBezTo>
                        <a:pt x="3" y="0"/>
                        <a:pt x="3"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3" name="Freeform 114"/>
                <p:cNvSpPr>
                  <a:spLocks noEditPoints="1"/>
                </p:cNvSpPr>
                <p:nvPr/>
              </p:nvSpPr>
              <p:spPr bwMode="auto">
                <a:xfrm>
                  <a:off x="-923" y="2260"/>
                  <a:ext cx="108" cy="1016"/>
                </a:xfrm>
                <a:custGeom>
                  <a:avLst/>
                  <a:gdLst/>
                  <a:ahLst/>
                  <a:cxnLst>
                    <a:cxn ang="0">
                      <a:pos x="39" y="343"/>
                    </a:cxn>
                    <a:cxn ang="0">
                      <a:pos x="37" y="343"/>
                    </a:cxn>
                    <a:cxn ang="0">
                      <a:pos x="44" y="429"/>
                    </a:cxn>
                    <a:cxn ang="0">
                      <a:pos x="46" y="429"/>
                    </a:cxn>
                    <a:cxn ang="0">
                      <a:pos x="39" y="343"/>
                    </a:cxn>
                    <a:cxn ang="0">
                      <a:pos x="36" y="233"/>
                    </a:cxn>
                    <a:cxn ang="0">
                      <a:pos x="34" y="233"/>
                    </a:cxn>
                    <a:cxn ang="0">
                      <a:pos x="37" y="335"/>
                    </a:cxn>
                    <a:cxn ang="0">
                      <a:pos x="37" y="335"/>
                    </a:cxn>
                    <a:cxn ang="0">
                      <a:pos x="37" y="337"/>
                    </a:cxn>
                    <a:cxn ang="0">
                      <a:pos x="37" y="342"/>
                    </a:cxn>
                    <a:cxn ang="0">
                      <a:pos x="39" y="342"/>
                    </a:cxn>
                    <a:cxn ang="0">
                      <a:pos x="39" y="337"/>
                    </a:cxn>
                    <a:cxn ang="0">
                      <a:pos x="39" y="335"/>
                    </a:cxn>
                    <a:cxn ang="0">
                      <a:pos x="39" y="335"/>
                    </a:cxn>
                    <a:cxn ang="0">
                      <a:pos x="39" y="335"/>
                    </a:cxn>
                    <a:cxn ang="0">
                      <a:pos x="36" y="233"/>
                    </a:cxn>
                    <a:cxn ang="0">
                      <a:pos x="30" y="102"/>
                    </a:cxn>
                    <a:cxn ang="0">
                      <a:pos x="28" y="102"/>
                    </a:cxn>
                    <a:cxn ang="0">
                      <a:pos x="30" y="113"/>
                    </a:cxn>
                    <a:cxn ang="0">
                      <a:pos x="34" y="229"/>
                    </a:cxn>
                    <a:cxn ang="0">
                      <a:pos x="34" y="232"/>
                    </a:cxn>
                    <a:cxn ang="0">
                      <a:pos x="36" y="232"/>
                    </a:cxn>
                    <a:cxn ang="0">
                      <a:pos x="32" y="113"/>
                    </a:cxn>
                    <a:cxn ang="0">
                      <a:pos x="30" y="102"/>
                    </a:cxn>
                    <a:cxn ang="0">
                      <a:pos x="3" y="0"/>
                    </a:cxn>
                    <a:cxn ang="0">
                      <a:pos x="0" y="0"/>
                    </a:cxn>
                    <a:cxn ang="0">
                      <a:pos x="2" y="2"/>
                    </a:cxn>
                    <a:cxn ang="0">
                      <a:pos x="28" y="101"/>
                    </a:cxn>
                    <a:cxn ang="0">
                      <a:pos x="30" y="101"/>
                    </a:cxn>
                    <a:cxn ang="0">
                      <a:pos x="4" y="2"/>
                    </a:cxn>
                    <a:cxn ang="0">
                      <a:pos x="3" y="0"/>
                    </a:cxn>
                  </a:cxnLst>
                  <a:rect l="0" t="0" r="r" b="b"/>
                  <a:pathLst>
                    <a:path w="46" h="429">
                      <a:moveTo>
                        <a:pt x="39" y="343"/>
                      </a:moveTo>
                      <a:cubicBezTo>
                        <a:pt x="37" y="343"/>
                        <a:pt x="37" y="343"/>
                        <a:pt x="37" y="343"/>
                      </a:cubicBezTo>
                      <a:cubicBezTo>
                        <a:pt x="38" y="370"/>
                        <a:pt x="41" y="404"/>
                        <a:pt x="44" y="429"/>
                      </a:cubicBezTo>
                      <a:cubicBezTo>
                        <a:pt x="46" y="429"/>
                        <a:pt x="46" y="429"/>
                        <a:pt x="46" y="429"/>
                      </a:cubicBezTo>
                      <a:cubicBezTo>
                        <a:pt x="43" y="404"/>
                        <a:pt x="40" y="370"/>
                        <a:pt x="39" y="343"/>
                      </a:cubicBezTo>
                      <a:moveTo>
                        <a:pt x="36" y="233"/>
                      </a:moveTo>
                      <a:cubicBezTo>
                        <a:pt x="34" y="233"/>
                        <a:pt x="34" y="233"/>
                        <a:pt x="34" y="233"/>
                      </a:cubicBezTo>
                      <a:cubicBezTo>
                        <a:pt x="36" y="286"/>
                        <a:pt x="37" y="335"/>
                        <a:pt x="37" y="335"/>
                      </a:cubicBezTo>
                      <a:cubicBezTo>
                        <a:pt x="37" y="335"/>
                        <a:pt x="37" y="335"/>
                        <a:pt x="37" y="335"/>
                      </a:cubicBezTo>
                      <a:cubicBezTo>
                        <a:pt x="37" y="336"/>
                        <a:pt x="37" y="336"/>
                        <a:pt x="37" y="337"/>
                      </a:cubicBezTo>
                      <a:cubicBezTo>
                        <a:pt x="37" y="338"/>
                        <a:pt x="37" y="340"/>
                        <a:pt x="37" y="342"/>
                      </a:cubicBezTo>
                      <a:cubicBezTo>
                        <a:pt x="39" y="342"/>
                        <a:pt x="39" y="342"/>
                        <a:pt x="39" y="342"/>
                      </a:cubicBezTo>
                      <a:cubicBezTo>
                        <a:pt x="39" y="340"/>
                        <a:pt x="39" y="338"/>
                        <a:pt x="39" y="337"/>
                      </a:cubicBezTo>
                      <a:cubicBezTo>
                        <a:pt x="39" y="336"/>
                        <a:pt x="39" y="336"/>
                        <a:pt x="39" y="335"/>
                      </a:cubicBezTo>
                      <a:cubicBezTo>
                        <a:pt x="39" y="335"/>
                        <a:pt x="39" y="335"/>
                        <a:pt x="39" y="335"/>
                      </a:cubicBezTo>
                      <a:cubicBezTo>
                        <a:pt x="39" y="335"/>
                        <a:pt x="39" y="335"/>
                        <a:pt x="39" y="335"/>
                      </a:cubicBezTo>
                      <a:cubicBezTo>
                        <a:pt x="39" y="335"/>
                        <a:pt x="38" y="286"/>
                        <a:pt x="36" y="233"/>
                      </a:cubicBezTo>
                      <a:moveTo>
                        <a:pt x="30" y="102"/>
                      </a:moveTo>
                      <a:cubicBezTo>
                        <a:pt x="28" y="102"/>
                        <a:pt x="28" y="102"/>
                        <a:pt x="28" y="102"/>
                      </a:cubicBezTo>
                      <a:cubicBezTo>
                        <a:pt x="29" y="107"/>
                        <a:pt x="29" y="111"/>
                        <a:pt x="30" y="113"/>
                      </a:cubicBezTo>
                      <a:cubicBezTo>
                        <a:pt x="30" y="119"/>
                        <a:pt x="32" y="175"/>
                        <a:pt x="34" y="229"/>
                      </a:cubicBezTo>
                      <a:cubicBezTo>
                        <a:pt x="34" y="230"/>
                        <a:pt x="34" y="231"/>
                        <a:pt x="34" y="232"/>
                      </a:cubicBezTo>
                      <a:cubicBezTo>
                        <a:pt x="36" y="232"/>
                        <a:pt x="36" y="232"/>
                        <a:pt x="36" y="232"/>
                      </a:cubicBezTo>
                      <a:cubicBezTo>
                        <a:pt x="34" y="177"/>
                        <a:pt x="32" y="119"/>
                        <a:pt x="32" y="113"/>
                      </a:cubicBezTo>
                      <a:cubicBezTo>
                        <a:pt x="31" y="111"/>
                        <a:pt x="31" y="107"/>
                        <a:pt x="30" y="102"/>
                      </a:cubicBezTo>
                      <a:moveTo>
                        <a:pt x="3" y="0"/>
                      </a:moveTo>
                      <a:cubicBezTo>
                        <a:pt x="0" y="0"/>
                        <a:pt x="0" y="0"/>
                        <a:pt x="0" y="0"/>
                      </a:cubicBezTo>
                      <a:cubicBezTo>
                        <a:pt x="1" y="1"/>
                        <a:pt x="1" y="2"/>
                        <a:pt x="2" y="2"/>
                      </a:cubicBezTo>
                      <a:cubicBezTo>
                        <a:pt x="14" y="28"/>
                        <a:pt x="24" y="77"/>
                        <a:pt x="28" y="101"/>
                      </a:cubicBezTo>
                      <a:cubicBezTo>
                        <a:pt x="30" y="101"/>
                        <a:pt x="30" y="101"/>
                        <a:pt x="30" y="101"/>
                      </a:cubicBezTo>
                      <a:cubicBezTo>
                        <a:pt x="26" y="77"/>
                        <a:pt x="16" y="28"/>
                        <a:pt x="4" y="2"/>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4" name="Freeform 115"/>
                <p:cNvSpPr>
                  <a:spLocks/>
                </p:cNvSpPr>
                <p:nvPr/>
              </p:nvSpPr>
              <p:spPr bwMode="auto">
                <a:xfrm>
                  <a:off x="-835" y="3070"/>
                  <a:ext cx="3"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5" name="Freeform 116"/>
                <p:cNvSpPr>
                  <a:spLocks noEditPoints="1"/>
                </p:cNvSpPr>
                <p:nvPr/>
              </p:nvSpPr>
              <p:spPr bwMode="auto">
                <a:xfrm>
                  <a:off x="-1711" y="1524"/>
                  <a:ext cx="905" cy="1833"/>
                </a:xfrm>
                <a:custGeom>
                  <a:avLst/>
                  <a:gdLst/>
                  <a:ahLst/>
                  <a:cxnLst>
                    <a:cxn ang="0">
                      <a:pos x="379" y="740"/>
                    </a:cxn>
                    <a:cxn ang="0">
                      <a:pos x="377" y="740"/>
                    </a:cxn>
                    <a:cxn ang="0">
                      <a:pos x="381" y="772"/>
                    </a:cxn>
                    <a:cxn ang="0">
                      <a:pos x="383" y="772"/>
                    </a:cxn>
                    <a:cxn ang="0">
                      <a:pos x="383" y="773"/>
                    </a:cxn>
                    <a:cxn ang="0">
                      <a:pos x="383" y="773"/>
                    </a:cxn>
                    <a:cxn ang="0">
                      <a:pos x="382" y="760"/>
                    </a:cxn>
                    <a:cxn ang="0">
                      <a:pos x="379" y="740"/>
                    </a:cxn>
                    <a:cxn ang="0">
                      <a:pos x="179" y="98"/>
                    </a:cxn>
                    <a:cxn ang="0">
                      <a:pos x="176" y="98"/>
                    </a:cxn>
                    <a:cxn ang="0">
                      <a:pos x="189" y="109"/>
                    </a:cxn>
                    <a:cxn ang="0">
                      <a:pos x="258" y="194"/>
                    </a:cxn>
                    <a:cxn ang="0">
                      <a:pos x="261" y="194"/>
                    </a:cxn>
                    <a:cxn ang="0">
                      <a:pos x="190" y="107"/>
                    </a:cxn>
                    <a:cxn ang="0">
                      <a:pos x="179" y="98"/>
                    </a:cxn>
                    <a:cxn ang="0">
                      <a:pos x="1" y="0"/>
                    </a:cxn>
                    <a:cxn ang="0">
                      <a:pos x="0" y="2"/>
                    </a:cxn>
                    <a:cxn ang="0">
                      <a:pos x="175" y="97"/>
                    </a:cxn>
                    <a:cxn ang="0">
                      <a:pos x="178" y="97"/>
                    </a:cxn>
                    <a:cxn ang="0">
                      <a:pos x="1" y="0"/>
                    </a:cxn>
                  </a:cxnLst>
                  <a:rect l="0" t="0" r="r" b="b"/>
                  <a:pathLst>
                    <a:path w="383" h="773">
                      <a:moveTo>
                        <a:pt x="379" y="740"/>
                      </a:moveTo>
                      <a:cubicBezTo>
                        <a:pt x="377" y="740"/>
                        <a:pt x="377" y="740"/>
                        <a:pt x="377" y="740"/>
                      </a:cubicBezTo>
                      <a:cubicBezTo>
                        <a:pt x="379" y="757"/>
                        <a:pt x="381" y="769"/>
                        <a:pt x="381" y="772"/>
                      </a:cubicBezTo>
                      <a:cubicBezTo>
                        <a:pt x="383" y="772"/>
                        <a:pt x="383" y="772"/>
                        <a:pt x="383" y="772"/>
                      </a:cubicBezTo>
                      <a:cubicBezTo>
                        <a:pt x="383" y="773"/>
                        <a:pt x="383" y="773"/>
                        <a:pt x="383" y="773"/>
                      </a:cubicBezTo>
                      <a:cubicBezTo>
                        <a:pt x="383" y="773"/>
                        <a:pt x="383" y="773"/>
                        <a:pt x="383" y="773"/>
                      </a:cubicBezTo>
                      <a:cubicBezTo>
                        <a:pt x="383" y="773"/>
                        <a:pt x="383" y="768"/>
                        <a:pt x="382" y="760"/>
                      </a:cubicBezTo>
                      <a:cubicBezTo>
                        <a:pt x="381" y="755"/>
                        <a:pt x="380" y="748"/>
                        <a:pt x="379" y="740"/>
                      </a:cubicBezTo>
                      <a:moveTo>
                        <a:pt x="179" y="98"/>
                      </a:moveTo>
                      <a:cubicBezTo>
                        <a:pt x="176" y="98"/>
                        <a:pt x="176" y="98"/>
                        <a:pt x="176" y="98"/>
                      </a:cubicBezTo>
                      <a:cubicBezTo>
                        <a:pt x="181" y="102"/>
                        <a:pt x="185" y="106"/>
                        <a:pt x="189" y="109"/>
                      </a:cubicBezTo>
                      <a:cubicBezTo>
                        <a:pt x="204" y="122"/>
                        <a:pt x="231" y="156"/>
                        <a:pt x="258" y="194"/>
                      </a:cubicBezTo>
                      <a:cubicBezTo>
                        <a:pt x="261" y="194"/>
                        <a:pt x="261" y="194"/>
                        <a:pt x="261" y="194"/>
                      </a:cubicBezTo>
                      <a:cubicBezTo>
                        <a:pt x="233" y="156"/>
                        <a:pt x="206" y="121"/>
                        <a:pt x="190" y="107"/>
                      </a:cubicBezTo>
                      <a:cubicBezTo>
                        <a:pt x="187" y="104"/>
                        <a:pt x="183" y="101"/>
                        <a:pt x="179" y="98"/>
                      </a:cubicBezTo>
                      <a:moveTo>
                        <a:pt x="1" y="0"/>
                      </a:moveTo>
                      <a:cubicBezTo>
                        <a:pt x="0" y="2"/>
                        <a:pt x="0" y="2"/>
                        <a:pt x="0" y="2"/>
                      </a:cubicBezTo>
                      <a:cubicBezTo>
                        <a:pt x="82" y="22"/>
                        <a:pt x="139" y="66"/>
                        <a:pt x="175" y="97"/>
                      </a:cubicBezTo>
                      <a:cubicBezTo>
                        <a:pt x="178" y="97"/>
                        <a:pt x="178" y="97"/>
                        <a:pt x="178" y="97"/>
                      </a:cubicBezTo>
                      <a:cubicBezTo>
                        <a:pt x="142" y="66"/>
                        <a:pt x="84" y="2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6" name="Freeform 117"/>
                <p:cNvSpPr>
                  <a:spLocks/>
                </p:cNvSpPr>
                <p:nvPr/>
              </p:nvSpPr>
              <p:spPr bwMode="auto">
                <a:xfrm>
                  <a:off x="-1296" y="1754"/>
                  <a:ext cx="8"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1"/>
                        <a:pt x="1" y="1"/>
                        <a:pt x="1" y="1"/>
                      </a:cubicBezTo>
                      <a:cubicBezTo>
                        <a:pt x="4" y="1"/>
                        <a:pt x="4" y="1"/>
                        <a:pt x="4"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7" name="Freeform 118"/>
                <p:cNvSpPr>
                  <a:spLocks/>
                </p:cNvSpPr>
                <p:nvPr/>
              </p:nvSpPr>
              <p:spPr bwMode="auto">
                <a:xfrm>
                  <a:off x="-843"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8" name="Freeform 119"/>
                <p:cNvSpPr>
                  <a:spLocks/>
                </p:cNvSpPr>
                <p:nvPr/>
              </p:nvSpPr>
              <p:spPr bwMode="auto">
                <a:xfrm>
                  <a:off x="-820"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59" name="Freeform 120"/>
                <p:cNvSpPr>
                  <a:spLocks/>
                </p:cNvSpPr>
                <p:nvPr/>
              </p:nvSpPr>
              <p:spPr bwMode="auto">
                <a:xfrm>
                  <a:off x="-809" y="3357"/>
                  <a:ext cx="3" cy="0"/>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0" name="Freeform 121"/>
                <p:cNvSpPr>
                  <a:spLocks/>
                </p:cNvSpPr>
                <p:nvPr/>
              </p:nvSpPr>
              <p:spPr bwMode="auto">
                <a:xfrm>
                  <a:off x="-809" y="3355"/>
                  <a:ext cx="3" cy="2"/>
                </a:xfrm>
                <a:custGeom>
                  <a:avLst/>
                  <a:gdLst/>
                  <a:ahLst/>
                  <a:cxnLst>
                    <a:cxn ang="0">
                      <a:pos x="2" y="0"/>
                    </a:cxn>
                    <a:cxn ang="0">
                      <a:pos x="0" y="0"/>
                    </a:cxn>
                    <a:cxn ang="0">
                      <a:pos x="0" y="1"/>
                    </a:cxn>
                    <a:cxn ang="0">
                      <a:pos x="1" y="1"/>
                    </a:cxn>
                    <a:cxn ang="0">
                      <a:pos x="2" y="1"/>
                    </a:cxn>
                    <a:cxn ang="0">
                      <a:pos x="2" y="0"/>
                    </a:cxn>
                  </a:cxnLst>
                  <a:rect l="0" t="0" r="r" b="b"/>
                  <a:pathLst>
                    <a:path w="2" h="1">
                      <a:moveTo>
                        <a:pt x="2" y="0"/>
                      </a:moveTo>
                      <a:cubicBezTo>
                        <a:pt x="0" y="0"/>
                        <a:pt x="0" y="0"/>
                        <a:pt x="0" y="0"/>
                      </a:cubicBezTo>
                      <a:cubicBezTo>
                        <a:pt x="0" y="1"/>
                        <a:pt x="0" y="1"/>
                        <a:pt x="0" y="1"/>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1" name="Freeform 122"/>
                <p:cNvSpPr>
                  <a:spLocks/>
                </p:cNvSpPr>
                <p:nvPr/>
              </p:nvSpPr>
              <p:spPr bwMode="auto">
                <a:xfrm>
                  <a:off x="-858"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2" name="Freeform 123"/>
                <p:cNvSpPr>
                  <a:spLocks/>
                </p:cNvSpPr>
                <p:nvPr/>
              </p:nvSpPr>
              <p:spPr bwMode="auto">
                <a:xfrm>
                  <a:off x="-923" y="2256"/>
                  <a:ext cx="6"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3" name="Freeform 124"/>
                <p:cNvSpPr>
                  <a:spLocks noEditPoints="1"/>
                </p:cNvSpPr>
                <p:nvPr/>
              </p:nvSpPr>
              <p:spPr bwMode="auto">
                <a:xfrm>
                  <a:off x="-2699" y="2452"/>
                  <a:ext cx="106" cy="824"/>
                </a:xfrm>
                <a:custGeom>
                  <a:avLst/>
                  <a:gdLst/>
                  <a:ahLst/>
                  <a:cxnLst>
                    <a:cxn ang="0">
                      <a:pos x="16" y="262"/>
                    </a:cxn>
                    <a:cxn ang="0">
                      <a:pos x="14" y="262"/>
                    </a:cxn>
                    <a:cxn ang="0">
                      <a:pos x="14" y="266"/>
                    </a:cxn>
                    <a:cxn ang="0">
                      <a:pos x="0" y="348"/>
                    </a:cxn>
                    <a:cxn ang="0">
                      <a:pos x="2" y="348"/>
                    </a:cxn>
                    <a:cxn ang="0">
                      <a:pos x="16" y="262"/>
                    </a:cxn>
                    <a:cxn ang="0">
                      <a:pos x="34" y="152"/>
                    </a:cxn>
                    <a:cxn ang="0">
                      <a:pos x="32" y="152"/>
                    </a:cxn>
                    <a:cxn ang="0">
                      <a:pos x="20" y="239"/>
                    </a:cxn>
                    <a:cxn ang="0">
                      <a:pos x="16" y="256"/>
                    </a:cxn>
                    <a:cxn ang="0">
                      <a:pos x="15" y="260"/>
                    </a:cxn>
                    <a:cxn ang="0">
                      <a:pos x="15" y="260"/>
                    </a:cxn>
                    <a:cxn ang="0">
                      <a:pos x="15" y="261"/>
                    </a:cxn>
                    <a:cxn ang="0">
                      <a:pos x="15" y="261"/>
                    </a:cxn>
                    <a:cxn ang="0">
                      <a:pos x="15" y="261"/>
                    </a:cxn>
                    <a:cxn ang="0">
                      <a:pos x="17" y="261"/>
                    </a:cxn>
                    <a:cxn ang="0">
                      <a:pos x="34" y="152"/>
                    </a:cxn>
                    <a:cxn ang="0">
                      <a:pos x="43" y="21"/>
                    </a:cxn>
                    <a:cxn ang="0">
                      <a:pos x="41" y="21"/>
                    </a:cxn>
                    <a:cxn ang="0">
                      <a:pos x="43" y="52"/>
                    </a:cxn>
                    <a:cxn ang="0">
                      <a:pos x="43" y="55"/>
                    </a:cxn>
                    <a:cxn ang="0">
                      <a:pos x="43" y="55"/>
                    </a:cxn>
                    <a:cxn ang="0">
                      <a:pos x="42" y="66"/>
                    </a:cxn>
                    <a:cxn ang="0">
                      <a:pos x="32" y="151"/>
                    </a:cxn>
                    <a:cxn ang="0">
                      <a:pos x="34" y="151"/>
                    </a:cxn>
                    <a:cxn ang="0">
                      <a:pos x="45" y="55"/>
                    </a:cxn>
                    <a:cxn ang="0">
                      <a:pos x="45" y="55"/>
                    </a:cxn>
                    <a:cxn ang="0">
                      <a:pos x="45" y="52"/>
                    </a:cxn>
                    <a:cxn ang="0">
                      <a:pos x="43" y="21"/>
                    </a:cxn>
                    <a:cxn ang="0">
                      <a:pos x="41" y="0"/>
                    </a:cxn>
                    <a:cxn ang="0">
                      <a:pos x="41" y="1"/>
                    </a:cxn>
                    <a:cxn ang="0">
                      <a:pos x="39" y="1"/>
                    </a:cxn>
                    <a:cxn ang="0">
                      <a:pos x="39" y="1"/>
                    </a:cxn>
                    <a:cxn ang="0">
                      <a:pos x="41" y="20"/>
                    </a:cxn>
                    <a:cxn ang="0">
                      <a:pos x="43" y="20"/>
                    </a:cxn>
                    <a:cxn ang="0">
                      <a:pos x="41" y="0"/>
                    </a:cxn>
                  </a:cxnLst>
                  <a:rect l="0" t="0" r="r" b="b"/>
                  <a:pathLst>
                    <a:path w="45" h="348">
                      <a:moveTo>
                        <a:pt x="16" y="262"/>
                      </a:moveTo>
                      <a:cubicBezTo>
                        <a:pt x="14" y="262"/>
                        <a:pt x="14" y="262"/>
                        <a:pt x="14" y="262"/>
                      </a:cubicBezTo>
                      <a:cubicBezTo>
                        <a:pt x="14" y="263"/>
                        <a:pt x="14" y="264"/>
                        <a:pt x="14" y="266"/>
                      </a:cubicBezTo>
                      <a:cubicBezTo>
                        <a:pt x="13" y="278"/>
                        <a:pt x="9" y="309"/>
                        <a:pt x="0" y="348"/>
                      </a:cubicBezTo>
                      <a:cubicBezTo>
                        <a:pt x="2" y="348"/>
                        <a:pt x="2" y="348"/>
                        <a:pt x="2" y="348"/>
                      </a:cubicBezTo>
                      <a:cubicBezTo>
                        <a:pt x="13" y="303"/>
                        <a:pt x="16" y="268"/>
                        <a:pt x="16" y="262"/>
                      </a:cubicBezTo>
                      <a:moveTo>
                        <a:pt x="34" y="152"/>
                      </a:moveTo>
                      <a:cubicBezTo>
                        <a:pt x="32" y="152"/>
                        <a:pt x="32" y="152"/>
                        <a:pt x="32" y="152"/>
                      </a:cubicBezTo>
                      <a:cubicBezTo>
                        <a:pt x="28" y="195"/>
                        <a:pt x="23" y="222"/>
                        <a:pt x="20" y="239"/>
                      </a:cubicBezTo>
                      <a:cubicBezTo>
                        <a:pt x="18" y="247"/>
                        <a:pt x="17" y="252"/>
                        <a:pt x="16" y="256"/>
                      </a:cubicBezTo>
                      <a:cubicBezTo>
                        <a:pt x="16" y="258"/>
                        <a:pt x="15" y="259"/>
                        <a:pt x="15" y="260"/>
                      </a:cubicBezTo>
                      <a:cubicBezTo>
                        <a:pt x="15" y="260"/>
                        <a:pt x="15" y="260"/>
                        <a:pt x="15" y="260"/>
                      </a:cubicBezTo>
                      <a:cubicBezTo>
                        <a:pt x="15" y="261"/>
                        <a:pt x="15" y="261"/>
                        <a:pt x="15" y="261"/>
                      </a:cubicBezTo>
                      <a:cubicBezTo>
                        <a:pt x="15" y="261"/>
                        <a:pt x="15" y="261"/>
                        <a:pt x="15" y="261"/>
                      </a:cubicBezTo>
                      <a:cubicBezTo>
                        <a:pt x="15" y="261"/>
                        <a:pt x="15" y="261"/>
                        <a:pt x="15" y="261"/>
                      </a:cubicBezTo>
                      <a:cubicBezTo>
                        <a:pt x="17" y="261"/>
                        <a:pt x="17" y="261"/>
                        <a:pt x="17" y="261"/>
                      </a:cubicBezTo>
                      <a:cubicBezTo>
                        <a:pt x="18" y="257"/>
                        <a:pt x="26" y="232"/>
                        <a:pt x="34" y="152"/>
                      </a:cubicBezTo>
                      <a:moveTo>
                        <a:pt x="43" y="21"/>
                      </a:moveTo>
                      <a:cubicBezTo>
                        <a:pt x="41" y="21"/>
                        <a:pt x="41" y="21"/>
                        <a:pt x="41" y="21"/>
                      </a:cubicBezTo>
                      <a:cubicBezTo>
                        <a:pt x="42" y="33"/>
                        <a:pt x="43" y="45"/>
                        <a:pt x="43" y="52"/>
                      </a:cubicBezTo>
                      <a:cubicBezTo>
                        <a:pt x="43" y="53"/>
                        <a:pt x="43" y="54"/>
                        <a:pt x="43" y="55"/>
                      </a:cubicBezTo>
                      <a:cubicBezTo>
                        <a:pt x="43" y="55"/>
                        <a:pt x="43" y="55"/>
                        <a:pt x="43" y="55"/>
                      </a:cubicBezTo>
                      <a:cubicBezTo>
                        <a:pt x="43" y="55"/>
                        <a:pt x="43" y="59"/>
                        <a:pt x="42" y="66"/>
                      </a:cubicBezTo>
                      <a:cubicBezTo>
                        <a:pt x="41" y="86"/>
                        <a:pt x="37" y="130"/>
                        <a:pt x="32" y="151"/>
                      </a:cubicBezTo>
                      <a:cubicBezTo>
                        <a:pt x="34" y="151"/>
                        <a:pt x="34" y="151"/>
                        <a:pt x="34" y="151"/>
                      </a:cubicBezTo>
                      <a:cubicBezTo>
                        <a:pt x="41" y="122"/>
                        <a:pt x="45" y="55"/>
                        <a:pt x="45" y="55"/>
                      </a:cubicBezTo>
                      <a:cubicBezTo>
                        <a:pt x="45" y="55"/>
                        <a:pt x="45" y="55"/>
                        <a:pt x="45" y="55"/>
                      </a:cubicBezTo>
                      <a:cubicBezTo>
                        <a:pt x="45" y="54"/>
                        <a:pt x="45" y="53"/>
                        <a:pt x="45" y="52"/>
                      </a:cubicBezTo>
                      <a:cubicBezTo>
                        <a:pt x="45" y="45"/>
                        <a:pt x="44" y="33"/>
                        <a:pt x="43" y="21"/>
                      </a:cubicBezTo>
                      <a:moveTo>
                        <a:pt x="41" y="0"/>
                      </a:moveTo>
                      <a:cubicBezTo>
                        <a:pt x="41" y="1"/>
                        <a:pt x="41" y="1"/>
                        <a:pt x="41" y="1"/>
                      </a:cubicBezTo>
                      <a:cubicBezTo>
                        <a:pt x="39" y="1"/>
                        <a:pt x="39" y="1"/>
                        <a:pt x="39" y="1"/>
                      </a:cubicBezTo>
                      <a:cubicBezTo>
                        <a:pt x="39" y="1"/>
                        <a:pt x="39" y="1"/>
                        <a:pt x="39" y="1"/>
                      </a:cubicBezTo>
                      <a:cubicBezTo>
                        <a:pt x="39" y="6"/>
                        <a:pt x="40" y="13"/>
                        <a:pt x="41" y="20"/>
                      </a:cubicBezTo>
                      <a:cubicBezTo>
                        <a:pt x="43" y="20"/>
                        <a:pt x="43" y="20"/>
                        <a:pt x="43" y="20"/>
                      </a:cubicBezTo>
                      <a:cubicBezTo>
                        <a:pt x="42" y="13"/>
                        <a:pt x="41" y="6"/>
                        <a:pt x="4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4" name="Freeform 125"/>
                <p:cNvSpPr>
                  <a:spLocks/>
                </p:cNvSpPr>
                <p:nvPr/>
              </p:nvSpPr>
              <p:spPr bwMode="auto">
                <a:xfrm>
                  <a:off x="-2667" y="3070"/>
                  <a:ext cx="8" cy="2"/>
                </a:xfrm>
                <a:custGeom>
                  <a:avLst/>
                  <a:gdLst/>
                  <a:ahLst/>
                  <a:cxnLst>
                    <a:cxn ang="0">
                      <a:pos x="3" y="0"/>
                    </a:cxn>
                    <a:cxn ang="0">
                      <a:pos x="1" y="0"/>
                    </a:cxn>
                    <a:cxn ang="0">
                      <a:pos x="1" y="0"/>
                    </a:cxn>
                    <a:cxn ang="0">
                      <a:pos x="0" y="1"/>
                    </a:cxn>
                    <a:cxn ang="0">
                      <a:pos x="2" y="1"/>
                    </a:cxn>
                    <a:cxn ang="0">
                      <a:pos x="3" y="0"/>
                    </a:cxn>
                    <a:cxn ang="0">
                      <a:pos x="3" y="0"/>
                    </a:cxn>
                  </a:cxnLst>
                  <a:rect l="0" t="0" r="r" b="b"/>
                  <a:pathLst>
                    <a:path w="3" h="1">
                      <a:moveTo>
                        <a:pt x="3" y="0"/>
                      </a:moveTo>
                      <a:cubicBezTo>
                        <a:pt x="1" y="0"/>
                        <a:pt x="1" y="0"/>
                        <a:pt x="1" y="0"/>
                      </a:cubicBezTo>
                      <a:cubicBezTo>
                        <a:pt x="1" y="0"/>
                        <a:pt x="1" y="0"/>
                        <a:pt x="1" y="0"/>
                      </a:cubicBezTo>
                      <a:cubicBezTo>
                        <a:pt x="1" y="0"/>
                        <a:pt x="1" y="0"/>
                        <a:pt x="0" y="1"/>
                      </a:cubicBezTo>
                      <a:cubicBezTo>
                        <a:pt x="2" y="1"/>
                        <a:pt x="2" y="1"/>
                        <a:pt x="2" y="1"/>
                      </a:cubicBezTo>
                      <a:cubicBezTo>
                        <a:pt x="3" y="1"/>
                        <a:pt x="3" y="0"/>
                        <a:pt x="3" y="0"/>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5" name="Freeform 126"/>
                <p:cNvSpPr>
                  <a:spLocks/>
                </p:cNvSpPr>
                <p:nvPr/>
              </p:nvSpPr>
              <p:spPr bwMode="auto">
                <a:xfrm>
                  <a:off x="-2796" y="3278"/>
                  <a:ext cx="102" cy="260"/>
                </a:xfrm>
                <a:custGeom>
                  <a:avLst/>
                  <a:gdLst/>
                  <a:ahLst/>
                  <a:cxnLst>
                    <a:cxn ang="0">
                      <a:pos x="43" y="0"/>
                    </a:cxn>
                    <a:cxn ang="0">
                      <a:pos x="40" y="0"/>
                    </a:cxn>
                    <a:cxn ang="0">
                      <a:pos x="0" y="108"/>
                    </a:cxn>
                    <a:cxn ang="0">
                      <a:pos x="1" y="109"/>
                    </a:cxn>
                    <a:cxn ang="0">
                      <a:pos x="2" y="109"/>
                    </a:cxn>
                    <a:cxn ang="0">
                      <a:pos x="33" y="33"/>
                    </a:cxn>
                    <a:cxn ang="0">
                      <a:pos x="33" y="32"/>
                    </a:cxn>
                    <a:cxn ang="0">
                      <a:pos x="34" y="32"/>
                    </a:cxn>
                    <a:cxn ang="0">
                      <a:pos x="43" y="0"/>
                    </a:cxn>
                  </a:cxnLst>
                  <a:rect l="0" t="0" r="r" b="b"/>
                  <a:pathLst>
                    <a:path w="43" h="109">
                      <a:moveTo>
                        <a:pt x="43" y="0"/>
                      </a:moveTo>
                      <a:cubicBezTo>
                        <a:pt x="40" y="0"/>
                        <a:pt x="40" y="0"/>
                        <a:pt x="40" y="0"/>
                      </a:cubicBezTo>
                      <a:cubicBezTo>
                        <a:pt x="32" y="34"/>
                        <a:pt x="19" y="73"/>
                        <a:pt x="0" y="108"/>
                      </a:cubicBezTo>
                      <a:cubicBezTo>
                        <a:pt x="1" y="109"/>
                        <a:pt x="1" y="109"/>
                        <a:pt x="1" y="109"/>
                      </a:cubicBezTo>
                      <a:cubicBezTo>
                        <a:pt x="2" y="109"/>
                        <a:pt x="2" y="109"/>
                        <a:pt x="2" y="109"/>
                      </a:cubicBezTo>
                      <a:cubicBezTo>
                        <a:pt x="15" y="84"/>
                        <a:pt x="26" y="58"/>
                        <a:pt x="33" y="33"/>
                      </a:cubicBezTo>
                      <a:cubicBezTo>
                        <a:pt x="33" y="32"/>
                        <a:pt x="33" y="32"/>
                        <a:pt x="33" y="32"/>
                      </a:cubicBezTo>
                      <a:cubicBezTo>
                        <a:pt x="34" y="32"/>
                        <a:pt x="34" y="32"/>
                        <a:pt x="34" y="32"/>
                      </a:cubicBezTo>
                      <a:cubicBezTo>
                        <a:pt x="37" y="21"/>
                        <a:pt x="40" y="10"/>
                        <a:pt x="4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6" name="Freeform 127"/>
                <p:cNvSpPr>
                  <a:spLocks/>
                </p:cNvSpPr>
                <p:nvPr/>
              </p:nvSpPr>
              <p:spPr bwMode="auto">
                <a:xfrm>
                  <a:off x="-2623" y="2810"/>
                  <a:ext cx="3" cy="3"/>
                </a:xfrm>
                <a:custGeom>
                  <a:avLst/>
                  <a:gdLst/>
                  <a:ahLst/>
                  <a:cxnLst>
                    <a:cxn ang="0">
                      <a:pos x="2" y="0"/>
                    </a:cxn>
                    <a:cxn ang="0">
                      <a:pos x="0" y="0"/>
                    </a:cxn>
                    <a:cxn ang="0">
                      <a:pos x="0" y="0"/>
                    </a:cxn>
                    <a:cxn ang="0">
                      <a:pos x="0" y="0"/>
                    </a:cxn>
                    <a:cxn ang="0">
                      <a:pos x="0" y="0"/>
                    </a:cxn>
                    <a:cxn ang="0">
                      <a:pos x="0" y="1"/>
                    </a:cxn>
                    <a:cxn ang="0">
                      <a:pos x="2" y="1"/>
                    </a:cxn>
                    <a:cxn ang="0">
                      <a:pos x="2" y="1"/>
                    </a:cxn>
                    <a:cxn ang="0">
                      <a:pos x="2" y="1"/>
                    </a:cxn>
                    <a:cxn ang="0">
                      <a:pos x="2" y="0"/>
                    </a:cxn>
                  </a:cxnLst>
                  <a:rect l="0" t="0" r="r" b="b"/>
                  <a:pathLst>
                    <a:path w="2" h="1">
                      <a:moveTo>
                        <a:pt x="2" y="0"/>
                      </a:move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2" y="1"/>
                        <a:pt x="2" y="1"/>
                        <a:pt x="2" y="1"/>
                      </a:cubicBezTo>
                      <a:cubicBezTo>
                        <a:pt x="2" y="1"/>
                        <a:pt x="2" y="1"/>
                        <a:pt x="2"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7" name="Freeform 128"/>
                <p:cNvSpPr>
                  <a:spLocks/>
                </p:cNvSpPr>
                <p:nvPr/>
              </p:nvSpPr>
              <p:spPr bwMode="auto">
                <a:xfrm>
                  <a:off x="-2702" y="3276"/>
                  <a:ext cx="8"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8" name="Freeform 129"/>
                <p:cNvSpPr>
                  <a:spLocks/>
                </p:cNvSpPr>
                <p:nvPr/>
              </p:nvSpPr>
              <p:spPr bwMode="auto">
                <a:xfrm>
                  <a:off x="-2718" y="3355"/>
                  <a:ext cx="2" cy="2"/>
                </a:xfrm>
                <a:custGeom>
                  <a:avLst/>
                  <a:gdLst/>
                  <a:ahLst/>
                  <a:cxnLst>
                    <a:cxn ang="0">
                      <a:pos x="1" y="0"/>
                    </a:cxn>
                    <a:cxn ang="0">
                      <a:pos x="0" y="0"/>
                    </a:cxn>
                    <a:cxn ang="0">
                      <a:pos x="0" y="1"/>
                    </a:cxn>
                    <a:cxn ang="0">
                      <a:pos x="1" y="0"/>
                    </a:cxn>
                  </a:cxnLst>
                  <a:rect l="0" t="0" r="r" b="b"/>
                  <a:pathLst>
                    <a:path w="1" h="1">
                      <a:moveTo>
                        <a:pt x="1" y="0"/>
                      </a:moveTo>
                      <a:cubicBezTo>
                        <a:pt x="0" y="0"/>
                        <a:pt x="0" y="0"/>
                        <a:pt x="0" y="0"/>
                      </a:cubicBezTo>
                      <a:cubicBezTo>
                        <a:pt x="0" y="1"/>
                        <a:pt x="0" y="1"/>
                        <a:pt x="0" y="1"/>
                      </a:cubicBezTo>
                      <a:cubicBezTo>
                        <a:pt x="0" y="1"/>
                        <a:pt x="1" y="1"/>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69" name="Freeform 130"/>
                <p:cNvSpPr>
                  <a:spLocks/>
                </p:cNvSpPr>
                <p:nvPr/>
              </p:nvSpPr>
              <p:spPr bwMode="auto">
                <a:xfrm>
                  <a:off x="-2601" y="2498"/>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0" name="Freeform 131"/>
                <p:cNvSpPr>
                  <a:spLocks noEditPoints="1"/>
                </p:cNvSpPr>
                <p:nvPr/>
              </p:nvSpPr>
              <p:spPr bwMode="auto">
                <a:xfrm>
                  <a:off x="-3769" y="1987"/>
                  <a:ext cx="118" cy="270"/>
                </a:xfrm>
                <a:custGeom>
                  <a:avLst/>
                  <a:gdLst/>
                  <a:ahLst/>
                  <a:cxnLst>
                    <a:cxn ang="0">
                      <a:pos x="6" y="101"/>
                    </a:cxn>
                    <a:cxn ang="0">
                      <a:pos x="4" y="101"/>
                    </a:cxn>
                    <a:cxn ang="0">
                      <a:pos x="0" y="114"/>
                    </a:cxn>
                    <a:cxn ang="0">
                      <a:pos x="3" y="114"/>
                    </a:cxn>
                    <a:cxn ang="0">
                      <a:pos x="6" y="101"/>
                    </a:cxn>
                    <a:cxn ang="0">
                      <a:pos x="50" y="0"/>
                    </a:cxn>
                    <a:cxn ang="0">
                      <a:pos x="48" y="0"/>
                    </a:cxn>
                    <a:cxn ang="0">
                      <a:pos x="4" y="100"/>
                    </a:cxn>
                    <a:cxn ang="0">
                      <a:pos x="6" y="100"/>
                    </a:cxn>
                    <a:cxn ang="0">
                      <a:pos x="21" y="55"/>
                    </a:cxn>
                    <a:cxn ang="0">
                      <a:pos x="41" y="13"/>
                    </a:cxn>
                    <a:cxn ang="0">
                      <a:pos x="48" y="3"/>
                    </a:cxn>
                    <a:cxn ang="0">
                      <a:pos x="50" y="0"/>
                    </a:cxn>
                    <a:cxn ang="0">
                      <a:pos x="50" y="0"/>
                    </a:cxn>
                  </a:cxnLst>
                  <a:rect l="0" t="0" r="r" b="b"/>
                  <a:pathLst>
                    <a:path w="50" h="114">
                      <a:moveTo>
                        <a:pt x="6" y="101"/>
                      </a:moveTo>
                      <a:cubicBezTo>
                        <a:pt x="4" y="101"/>
                        <a:pt x="4" y="101"/>
                        <a:pt x="4" y="101"/>
                      </a:cubicBezTo>
                      <a:cubicBezTo>
                        <a:pt x="3" y="105"/>
                        <a:pt x="1" y="109"/>
                        <a:pt x="0" y="114"/>
                      </a:cubicBezTo>
                      <a:cubicBezTo>
                        <a:pt x="3" y="114"/>
                        <a:pt x="3" y="114"/>
                        <a:pt x="3" y="114"/>
                      </a:cubicBezTo>
                      <a:cubicBezTo>
                        <a:pt x="4" y="109"/>
                        <a:pt x="5" y="105"/>
                        <a:pt x="6" y="101"/>
                      </a:cubicBezTo>
                      <a:moveTo>
                        <a:pt x="50" y="0"/>
                      </a:moveTo>
                      <a:cubicBezTo>
                        <a:pt x="48" y="0"/>
                        <a:pt x="48" y="0"/>
                        <a:pt x="48" y="0"/>
                      </a:cubicBezTo>
                      <a:cubicBezTo>
                        <a:pt x="43" y="6"/>
                        <a:pt x="20" y="40"/>
                        <a:pt x="4" y="100"/>
                      </a:cubicBezTo>
                      <a:cubicBezTo>
                        <a:pt x="6" y="100"/>
                        <a:pt x="6" y="100"/>
                        <a:pt x="6" y="100"/>
                      </a:cubicBezTo>
                      <a:cubicBezTo>
                        <a:pt x="11" y="83"/>
                        <a:pt x="16" y="68"/>
                        <a:pt x="21" y="55"/>
                      </a:cubicBezTo>
                      <a:cubicBezTo>
                        <a:pt x="28" y="36"/>
                        <a:pt x="36" y="22"/>
                        <a:pt x="41" y="13"/>
                      </a:cubicBezTo>
                      <a:cubicBezTo>
                        <a:pt x="44" y="9"/>
                        <a:pt x="46" y="5"/>
                        <a:pt x="48" y="3"/>
                      </a:cubicBezTo>
                      <a:cubicBezTo>
                        <a:pt x="49" y="2"/>
                        <a:pt x="49" y="1"/>
                        <a:pt x="50" y="0"/>
                      </a:cubicBezTo>
                      <a:cubicBezTo>
                        <a:pt x="50" y="0"/>
                        <a:pt x="50" y="0"/>
                        <a:pt x="5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1" name="Freeform 132"/>
                <p:cNvSpPr>
                  <a:spLocks/>
                </p:cNvSpPr>
                <p:nvPr/>
              </p:nvSpPr>
              <p:spPr bwMode="auto">
                <a:xfrm>
                  <a:off x="-3760" y="2222"/>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2" name="Freeform 133"/>
                <p:cNvSpPr>
                  <a:spLocks noEditPoints="1"/>
                </p:cNvSpPr>
                <p:nvPr/>
              </p:nvSpPr>
              <p:spPr bwMode="auto">
                <a:xfrm>
                  <a:off x="-3655" y="1522"/>
                  <a:ext cx="329" cy="462"/>
                </a:xfrm>
                <a:custGeom>
                  <a:avLst/>
                  <a:gdLst/>
                  <a:ahLst/>
                  <a:cxnLst>
                    <a:cxn ang="0">
                      <a:pos x="41" y="99"/>
                    </a:cxn>
                    <a:cxn ang="0">
                      <a:pos x="38" y="99"/>
                    </a:cxn>
                    <a:cxn ang="0">
                      <a:pos x="1" y="194"/>
                    </a:cxn>
                    <a:cxn ang="0">
                      <a:pos x="0" y="195"/>
                    </a:cxn>
                    <a:cxn ang="0">
                      <a:pos x="3" y="195"/>
                    </a:cxn>
                    <a:cxn ang="0">
                      <a:pos x="41" y="99"/>
                    </a:cxn>
                    <a:cxn ang="0">
                      <a:pos x="63" y="68"/>
                    </a:cxn>
                    <a:cxn ang="0">
                      <a:pos x="60" y="68"/>
                    </a:cxn>
                    <a:cxn ang="0">
                      <a:pos x="39" y="98"/>
                    </a:cxn>
                    <a:cxn ang="0">
                      <a:pos x="41" y="98"/>
                    </a:cxn>
                    <a:cxn ang="0">
                      <a:pos x="63" y="68"/>
                    </a:cxn>
                    <a:cxn ang="0">
                      <a:pos x="138" y="0"/>
                    </a:cxn>
                    <a:cxn ang="0">
                      <a:pos x="138" y="0"/>
                    </a:cxn>
                    <a:cxn ang="0">
                      <a:pos x="61" y="67"/>
                    </a:cxn>
                    <a:cxn ang="0">
                      <a:pos x="63" y="67"/>
                    </a:cxn>
                    <a:cxn ang="0">
                      <a:pos x="63" y="68"/>
                    </a:cxn>
                    <a:cxn ang="0">
                      <a:pos x="81" y="48"/>
                    </a:cxn>
                    <a:cxn ang="0">
                      <a:pos x="121" y="13"/>
                    </a:cxn>
                    <a:cxn ang="0">
                      <a:pos x="134" y="5"/>
                    </a:cxn>
                    <a:cxn ang="0">
                      <a:pos x="137" y="3"/>
                    </a:cxn>
                    <a:cxn ang="0">
                      <a:pos x="139" y="2"/>
                    </a:cxn>
                    <a:cxn ang="0">
                      <a:pos x="138" y="0"/>
                    </a:cxn>
                  </a:cxnLst>
                  <a:rect l="0" t="0" r="r" b="b"/>
                  <a:pathLst>
                    <a:path w="139" h="195">
                      <a:moveTo>
                        <a:pt x="41" y="99"/>
                      </a:moveTo>
                      <a:cubicBezTo>
                        <a:pt x="38" y="99"/>
                        <a:pt x="38" y="99"/>
                        <a:pt x="38" y="99"/>
                      </a:cubicBezTo>
                      <a:cubicBezTo>
                        <a:pt x="22" y="125"/>
                        <a:pt x="8" y="157"/>
                        <a:pt x="1" y="194"/>
                      </a:cubicBezTo>
                      <a:cubicBezTo>
                        <a:pt x="0" y="195"/>
                        <a:pt x="0" y="195"/>
                        <a:pt x="0" y="195"/>
                      </a:cubicBezTo>
                      <a:cubicBezTo>
                        <a:pt x="3" y="195"/>
                        <a:pt x="3" y="195"/>
                        <a:pt x="3" y="195"/>
                      </a:cubicBezTo>
                      <a:cubicBezTo>
                        <a:pt x="10" y="157"/>
                        <a:pt x="24" y="125"/>
                        <a:pt x="41" y="99"/>
                      </a:cubicBezTo>
                      <a:moveTo>
                        <a:pt x="63" y="68"/>
                      </a:moveTo>
                      <a:cubicBezTo>
                        <a:pt x="60" y="68"/>
                        <a:pt x="60" y="68"/>
                        <a:pt x="60" y="68"/>
                      </a:cubicBezTo>
                      <a:cubicBezTo>
                        <a:pt x="53" y="77"/>
                        <a:pt x="46" y="87"/>
                        <a:pt x="39" y="98"/>
                      </a:cubicBezTo>
                      <a:cubicBezTo>
                        <a:pt x="41" y="98"/>
                        <a:pt x="41" y="98"/>
                        <a:pt x="41" y="98"/>
                      </a:cubicBezTo>
                      <a:cubicBezTo>
                        <a:pt x="48" y="87"/>
                        <a:pt x="56" y="77"/>
                        <a:pt x="63" y="68"/>
                      </a:cubicBezTo>
                      <a:moveTo>
                        <a:pt x="138" y="0"/>
                      </a:moveTo>
                      <a:cubicBezTo>
                        <a:pt x="138" y="0"/>
                        <a:pt x="138" y="0"/>
                        <a:pt x="138" y="0"/>
                      </a:cubicBezTo>
                      <a:cubicBezTo>
                        <a:pt x="138" y="0"/>
                        <a:pt x="98" y="21"/>
                        <a:pt x="61" y="67"/>
                      </a:cubicBezTo>
                      <a:cubicBezTo>
                        <a:pt x="63" y="67"/>
                        <a:pt x="63" y="67"/>
                        <a:pt x="63" y="67"/>
                      </a:cubicBezTo>
                      <a:cubicBezTo>
                        <a:pt x="63" y="68"/>
                        <a:pt x="63" y="68"/>
                        <a:pt x="63" y="68"/>
                      </a:cubicBezTo>
                      <a:cubicBezTo>
                        <a:pt x="69" y="61"/>
                        <a:pt x="75" y="54"/>
                        <a:pt x="81" y="48"/>
                      </a:cubicBezTo>
                      <a:cubicBezTo>
                        <a:pt x="96" y="32"/>
                        <a:pt x="111" y="21"/>
                        <a:pt x="121" y="13"/>
                      </a:cubicBezTo>
                      <a:cubicBezTo>
                        <a:pt x="127" y="9"/>
                        <a:pt x="131" y="7"/>
                        <a:pt x="134" y="5"/>
                      </a:cubicBezTo>
                      <a:cubicBezTo>
                        <a:pt x="135" y="4"/>
                        <a:pt x="137" y="3"/>
                        <a:pt x="137" y="3"/>
                      </a:cubicBezTo>
                      <a:cubicBezTo>
                        <a:pt x="138" y="2"/>
                        <a:pt x="139" y="2"/>
                        <a:pt x="139" y="2"/>
                      </a:cubicBezTo>
                      <a:cubicBezTo>
                        <a:pt x="138" y="0"/>
                        <a:pt x="138" y="0"/>
                        <a:pt x="13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3" name="Freeform 134"/>
                <p:cNvSpPr>
                  <a:spLocks/>
                </p:cNvSpPr>
                <p:nvPr/>
              </p:nvSpPr>
              <p:spPr bwMode="auto">
                <a:xfrm>
                  <a:off x="-3566" y="1754"/>
                  <a:ext cx="8"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4" name="Freeform 135"/>
                <p:cNvSpPr>
                  <a:spLocks/>
                </p:cNvSpPr>
                <p:nvPr/>
              </p:nvSpPr>
              <p:spPr bwMode="auto">
                <a:xfrm>
                  <a:off x="-3513" y="1682"/>
                  <a:ext cx="6" cy="3"/>
                </a:xfrm>
                <a:custGeom>
                  <a:avLst/>
                  <a:gdLst/>
                  <a:ahLst/>
                  <a:cxnLst>
                    <a:cxn ang="0">
                      <a:pos x="3" y="0"/>
                    </a:cxn>
                    <a:cxn ang="0">
                      <a:pos x="1" y="0"/>
                    </a:cxn>
                    <a:cxn ang="0">
                      <a:pos x="0" y="1"/>
                    </a:cxn>
                    <a:cxn ang="0">
                      <a:pos x="3" y="1"/>
                    </a:cxn>
                    <a:cxn ang="0">
                      <a:pos x="3" y="1"/>
                    </a:cxn>
                    <a:cxn ang="0">
                      <a:pos x="3" y="0"/>
                    </a:cxn>
                  </a:cxnLst>
                  <a:rect l="0" t="0" r="r" b="b"/>
                  <a:pathLst>
                    <a:path w="3" h="1">
                      <a:moveTo>
                        <a:pt x="3" y="0"/>
                      </a:moveTo>
                      <a:cubicBezTo>
                        <a:pt x="1" y="0"/>
                        <a:pt x="1" y="0"/>
                        <a:pt x="1" y="0"/>
                      </a:cubicBezTo>
                      <a:cubicBezTo>
                        <a:pt x="1" y="1"/>
                        <a:pt x="1" y="1"/>
                        <a:pt x="0" y="1"/>
                      </a:cubicBezTo>
                      <a:cubicBezTo>
                        <a:pt x="3" y="1"/>
                        <a:pt x="3" y="1"/>
                        <a:pt x="3"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5" name="Freeform 136"/>
                <p:cNvSpPr>
                  <a:spLocks noEditPoints="1"/>
                </p:cNvSpPr>
                <p:nvPr/>
              </p:nvSpPr>
              <p:spPr bwMode="auto">
                <a:xfrm>
                  <a:off x="-3801" y="2260"/>
                  <a:ext cx="35" cy="1016"/>
                </a:xfrm>
                <a:custGeom>
                  <a:avLst/>
                  <a:gdLst/>
                  <a:ahLst/>
                  <a:cxnLst>
                    <a:cxn ang="0">
                      <a:pos x="4" y="343"/>
                    </a:cxn>
                    <a:cxn ang="0">
                      <a:pos x="2" y="343"/>
                    </a:cxn>
                    <a:cxn ang="0">
                      <a:pos x="2" y="355"/>
                    </a:cxn>
                    <a:cxn ang="0">
                      <a:pos x="3" y="429"/>
                    </a:cxn>
                    <a:cxn ang="0">
                      <a:pos x="5" y="429"/>
                    </a:cxn>
                    <a:cxn ang="0">
                      <a:pos x="4" y="355"/>
                    </a:cxn>
                    <a:cxn ang="0">
                      <a:pos x="4" y="343"/>
                    </a:cxn>
                    <a:cxn ang="0">
                      <a:pos x="3" y="255"/>
                    </a:cxn>
                    <a:cxn ang="0">
                      <a:pos x="1" y="255"/>
                    </a:cxn>
                    <a:cxn ang="0">
                      <a:pos x="2" y="327"/>
                    </a:cxn>
                    <a:cxn ang="0">
                      <a:pos x="2" y="342"/>
                    </a:cxn>
                    <a:cxn ang="0">
                      <a:pos x="4" y="342"/>
                    </a:cxn>
                    <a:cxn ang="0">
                      <a:pos x="4" y="335"/>
                    </a:cxn>
                    <a:cxn ang="0">
                      <a:pos x="4" y="327"/>
                    </a:cxn>
                    <a:cxn ang="0">
                      <a:pos x="4" y="327"/>
                    </a:cxn>
                    <a:cxn ang="0">
                      <a:pos x="3" y="255"/>
                    </a:cxn>
                    <a:cxn ang="0">
                      <a:pos x="3" y="233"/>
                    </a:cxn>
                    <a:cxn ang="0">
                      <a:pos x="1" y="233"/>
                    </a:cxn>
                    <a:cxn ang="0">
                      <a:pos x="1" y="254"/>
                    </a:cxn>
                    <a:cxn ang="0">
                      <a:pos x="3" y="254"/>
                    </a:cxn>
                    <a:cxn ang="0">
                      <a:pos x="3" y="233"/>
                    </a:cxn>
                    <a:cxn ang="0">
                      <a:pos x="2" y="102"/>
                    </a:cxn>
                    <a:cxn ang="0">
                      <a:pos x="0" y="102"/>
                    </a:cxn>
                    <a:cxn ang="0">
                      <a:pos x="0" y="156"/>
                    </a:cxn>
                    <a:cxn ang="0">
                      <a:pos x="1" y="232"/>
                    </a:cxn>
                    <a:cxn ang="0">
                      <a:pos x="3" y="232"/>
                    </a:cxn>
                    <a:cxn ang="0">
                      <a:pos x="2" y="108"/>
                    </a:cxn>
                    <a:cxn ang="0">
                      <a:pos x="2" y="102"/>
                    </a:cxn>
                    <a:cxn ang="0">
                      <a:pos x="15" y="0"/>
                    </a:cxn>
                    <a:cxn ang="0">
                      <a:pos x="13" y="0"/>
                    </a:cxn>
                    <a:cxn ang="0">
                      <a:pos x="0" y="93"/>
                    </a:cxn>
                    <a:cxn ang="0">
                      <a:pos x="0" y="101"/>
                    </a:cxn>
                    <a:cxn ang="0">
                      <a:pos x="2" y="101"/>
                    </a:cxn>
                    <a:cxn ang="0">
                      <a:pos x="15" y="0"/>
                    </a:cxn>
                  </a:cxnLst>
                  <a:rect l="0" t="0" r="r" b="b"/>
                  <a:pathLst>
                    <a:path w="15" h="429">
                      <a:moveTo>
                        <a:pt x="4" y="343"/>
                      </a:moveTo>
                      <a:cubicBezTo>
                        <a:pt x="2" y="343"/>
                        <a:pt x="2" y="343"/>
                        <a:pt x="2" y="343"/>
                      </a:cubicBezTo>
                      <a:cubicBezTo>
                        <a:pt x="2" y="347"/>
                        <a:pt x="2" y="351"/>
                        <a:pt x="2" y="355"/>
                      </a:cubicBezTo>
                      <a:cubicBezTo>
                        <a:pt x="2" y="374"/>
                        <a:pt x="2" y="401"/>
                        <a:pt x="3" y="429"/>
                      </a:cubicBezTo>
                      <a:cubicBezTo>
                        <a:pt x="5" y="429"/>
                        <a:pt x="5" y="429"/>
                        <a:pt x="5" y="429"/>
                      </a:cubicBezTo>
                      <a:cubicBezTo>
                        <a:pt x="4" y="401"/>
                        <a:pt x="4" y="374"/>
                        <a:pt x="4" y="355"/>
                      </a:cubicBezTo>
                      <a:cubicBezTo>
                        <a:pt x="4" y="351"/>
                        <a:pt x="4" y="347"/>
                        <a:pt x="4" y="343"/>
                      </a:cubicBezTo>
                      <a:moveTo>
                        <a:pt x="3" y="255"/>
                      </a:moveTo>
                      <a:cubicBezTo>
                        <a:pt x="1" y="255"/>
                        <a:pt x="1" y="255"/>
                        <a:pt x="1" y="255"/>
                      </a:cubicBezTo>
                      <a:cubicBezTo>
                        <a:pt x="2" y="327"/>
                        <a:pt x="2" y="327"/>
                        <a:pt x="2" y="327"/>
                      </a:cubicBezTo>
                      <a:cubicBezTo>
                        <a:pt x="2" y="327"/>
                        <a:pt x="2" y="333"/>
                        <a:pt x="2" y="342"/>
                      </a:cubicBezTo>
                      <a:cubicBezTo>
                        <a:pt x="4" y="342"/>
                        <a:pt x="4" y="342"/>
                        <a:pt x="4" y="342"/>
                      </a:cubicBezTo>
                      <a:cubicBezTo>
                        <a:pt x="4" y="339"/>
                        <a:pt x="4" y="337"/>
                        <a:pt x="4" y="335"/>
                      </a:cubicBezTo>
                      <a:cubicBezTo>
                        <a:pt x="4" y="330"/>
                        <a:pt x="4" y="327"/>
                        <a:pt x="4" y="327"/>
                      </a:cubicBezTo>
                      <a:cubicBezTo>
                        <a:pt x="4" y="327"/>
                        <a:pt x="4" y="327"/>
                        <a:pt x="4" y="327"/>
                      </a:cubicBezTo>
                      <a:cubicBezTo>
                        <a:pt x="3" y="255"/>
                        <a:pt x="3" y="255"/>
                        <a:pt x="3" y="255"/>
                      </a:cubicBezTo>
                      <a:moveTo>
                        <a:pt x="3" y="233"/>
                      </a:moveTo>
                      <a:cubicBezTo>
                        <a:pt x="1" y="233"/>
                        <a:pt x="1" y="233"/>
                        <a:pt x="1" y="233"/>
                      </a:cubicBezTo>
                      <a:cubicBezTo>
                        <a:pt x="1" y="254"/>
                        <a:pt x="1" y="254"/>
                        <a:pt x="1" y="254"/>
                      </a:cubicBezTo>
                      <a:cubicBezTo>
                        <a:pt x="3" y="254"/>
                        <a:pt x="3" y="254"/>
                        <a:pt x="3" y="254"/>
                      </a:cubicBezTo>
                      <a:cubicBezTo>
                        <a:pt x="3" y="233"/>
                        <a:pt x="3" y="233"/>
                        <a:pt x="3" y="233"/>
                      </a:cubicBezTo>
                      <a:moveTo>
                        <a:pt x="2" y="102"/>
                      </a:moveTo>
                      <a:cubicBezTo>
                        <a:pt x="0" y="102"/>
                        <a:pt x="0" y="102"/>
                        <a:pt x="0" y="102"/>
                      </a:cubicBezTo>
                      <a:cubicBezTo>
                        <a:pt x="0" y="156"/>
                        <a:pt x="0" y="156"/>
                        <a:pt x="0" y="156"/>
                      </a:cubicBezTo>
                      <a:cubicBezTo>
                        <a:pt x="1" y="232"/>
                        <a:pt x="1" y="232"/>
                        <a:pt x="1" y="232"/>
                      </a:cubicBezTo>
                      <a:cubicBezTo>
                        <a:pt x="3" y="232"/>
                        <a:pt x="3" y="232"/>
                        <a:pt x="3" y="232"/>
                      </a:cubicBezTo>
                      <a:cubicBezTo>
                        <a:pt x="2" y="108"/>
                        <a:pt x="2" y="108"/>
                        <a:pt x="2" y="108"/>
                      </a:cubicBezTo>
                      <a:cubicBezTo>
                        <a:pt x="2" y="106"/>
                        <a:pt x="2" y="104"/>
                        <a:pt x="2" y="102"/>
                      </a:cubicBezTo>
                      <a:moveTo>
                        <a:pt x="15" y="0"/>
                      </a:moveTo>
                      <a:cubicBezTo>
                        <a:pt x="13" y="0"/>
                        <a:pt x="13" y="0"/>
                        <a:pt x="13" y="0"/>
                      </a:cubicBezTo>
                      <a:cubicBezTo>
                        <a:pt x="7" y="26"/>
                        <a:pt x="2" y="57"/>
                        <a:pt x="0" y="93"/>
                      </a:cubicBezTo>
                      <a:cubicBezTo>
                        <a:pt x="0" y="101"/>
                        <a:pt x="0" y="101"/>
                        <a:pt x="0" y="101"/>
                      </a:cubicBezTo>
                      <a:cubicBezTo>
                        <a:pt x="2" y="101"/>
                        <a:pt x="2" y="101"/>
                        <a:pt x="2" y="101"/>
                      </a:cubicBezTo>
                      <a:cubicBezTo>
                        <a:pt x="3" y="62"/>
                        <a:pt x="9" y="28"/>
                        <a:pt x="1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6" name="Freeform 137"/>
                <p:cNvSpPr>
                  <a:spLocks/>
                </p:cNvSpPr>
                <p:nvPr/>
              </p:nvSpPr>
              <p:spPr bwMode="auto">
                <a:xfrm>
                  <a:off x="-3795" y="3070"/>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7" name="Freeform 138"/>
                <p:cNvSpPr>
                  <a:spLocks/>
                </p:cNvSpPr>
                <p:nvPr/>
              </p:nvSpPr>
              <p:spPr bwMode="auto">
                <a:xfrm>
                  <a:off x="-3798" y="2861"/>
                  <a:ext cx="5" cy="3"/>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8" name="Freeform 139"/>
                <p:cNvSpPr>
                  <a:spLocks/>
                </p:cNvSpPr>
                <p:nvPr/>
              </p:nvSpPr>
              <p:spPr bwMode="auto">
                <a:xfrm>
                  <a:off x="-3793" y="3278"/>
                  <a:ext cx="15" cy="246"/>
                </a:xfrm>
                <a:custGeom>
                  <a:avLst/>
                  <a:gdLst/>
                  <a:ahLst/>
                  <a:cxnLst>
                    <a:cxn ang="0">
                      <a:pos x="2" y="0"/>
                    </a:cxn>
                    <a:cxn ang="0">
                      <a:pos x="0" y="0"/>
                    </a:cxn>
                    <a:cxn ang="0">
                      <a:pos x="4" y="103"/>
                    </a:cxn>
                    <a:cxn ang="0">
                      <a:pos x="6" y="102"/>
                    </a:cxn>
                    <a:cxn ang="0">
                      <a:pos x="3" y="31"/>
                    </a:cxn>
                    <a:cxn ang="0">
                      <a:pos x="1" y="31"/>
                    </a:cxn>
                    <a:cxn ang="0">
                      <a:pos x="1" y="31"/>
                    </a:cxn>
                    <a:cxn ang="0">
                      <a:pos x="3" y="31"/>
                    </a:cxn>
                    <a:cxn ang="0">
                      <a:pos x="2" y="0"/>
                    </a:cxn>
                  </a:cxnLst>
                  <a:rect l="0" t="0" r="r" b="b"/>
                  <a:pathLst>
                    <a:path w="6" h="103">
                      <a:moveTo>
                        <a:pt x="2" y="0"/>
                      </a:moveTo>
                      <a:cubicBezTo>
                        <a:pt x="0" y="0"/>
                        <a:pt x="0" y="0"/>
                        <a:pt x="0" y="0"/>
                      </a:cubicBezTo>
                      <a:cubicBezTo>
                        <a:pt x="1" y="35"/>
                        <a:pt x="2" y="73"/>
                        <a:pt x="4" y="103"/>
                      </a:cubicBezTo>
                      <a:cubicBezTo>
                        <a:pt x="6" y="102"/>
                        <a:pt x="6" y="102"/>
                        <a:pt x="6" y="102"/>
                      </a:cubicBezTo>
                      <a:cubicBezTo>
                        <a:pt x="5" y="82"/>
                        <a:pt x="3" y="57"/>
                        <a:pt x="3" y="31"/>
                      </a:cubicBezTo>
                      <a:cubicBezTo>
                        <a:pt x="1" y="31"/>
                        <a:pt x="1" y="31"/>
                        <a:pt x="1" y="31"/>
                      </a:cubicBezTo>
                      <a:cubicBezTo>
                        <a:pt x="1" y="31"/>
                        <a:pt x="1" y="31"/>
                        <a:pt x="1" y="31"/>
                      </a:cubicBezTo>
                      <a:cubicBezTo>
                        <a:pt x="3" y="31"/>
                        <a:pt x="3" y="31"/>
                        <a:pt x="3" y="31"/>
                      </a:cubicBezTo>
                      <a:cubicBezTo>
                        <a:pt x="2" y="20"/>
                        <a:pt x="2" y="1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79" name="Freeform 140"/>
                <p:cNvSpPr>
                  <a:spLocks/>
                </p:cNvSpPr>
                <p:nvPr/>
              </p:nvSpPr>
              <p:spPr bwMode="auto">
                <a:xfrm>
                  <a:off x="-3798" y="2810"/>
                  <a:ext cx="5" cy="3"/>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0" name="Freeform 141"/>
                <p:cNvSpPr>
                  <a:spLocks/>
                </p:cNvSpPr>
                <p:nvPr/>
              </p:nvSpPr>
              <p:spPr bwMode="auto">
                <a:xfrm>
                  <a:off x="-379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1" name="Freeform 142"/>
                <p:cNvSpPr>
                  <a:spLocks/>
                </p:cNvSpPr>
                <p:nvPr/>
              </p:nvSpPr>
              <p:spPr bwMode="auto">
                <a:xfrm>
                  <a:off x="-3790" y="3352"/>
                  <a:ext cx="5" cy="0"/>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2" name="Freeform 143"/>
                <p:cNvSpPr>
                  <a:spLocks/>
                </p:cNvSpPr>
                <p:nvPr/>
              </p:nvSpPr>
              <p:spPr bwMode="auto">
                <a:xfrm>
                  <a:off x="-3801" y="2498"/>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3" name="Freeform 144"/>
                <p:cNvSpPr>
                  <a:spLocks/>
                </p:cNvSpPr>
                <p:nvPr/>
              </p:nvSpPr>
              <p:spPr bwMode="auto">
                <a:xfrm>
                  <a:off x="-3769" y="2256"/>
                  <a:ext cx="6" cy="3"/>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0"/>
                        <a:pt x="2"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4" name="Freeform 145"/>
                <p:cNvSpPr>
                  <a:spLocks noEditPoints="1"/>
                </p:cNvSpPr>
                <p:nvPr/>
              </p:nvSpPr>
              <p:spPr bwMode="auto">
                <a:xfrm>
                  <a:off x="-3669" y="1987"/>
                  <a:ext cx="168" cy="1289"/>
                </a:xfrm>
                <a:custGeom>
                  <a:avLst/>
                  <a:gdLst/>
                  <a:ahLst/>
                  <a:cxnLst>
                    <a:cxn ang="0">
                      <a:pos x="14" y="458"/>
                    </a:cxn>
                    <a:cxn ang="0">
                      <a:pos x="12" y="458"/>
                    </a:cxn>
                    <a:cxn ang="0">
                      <a:pos x="0" y="544"/>
                    </a:cxn>
                    <a:cxn ang="0">
                      <a:pos x="2" y="544"/>
                    </a:cxn>
                    <a:cxn ang="0">
                      <a:pos x="14" y="458"/>
                    </a:cxn>
                    <a:cxn ang="0">
                      <a:pos x="28" y="348"/>
                    </a:cxn>
                    <a:cxn ang="0">
                      <a:pos x="26" y="348"/>
                    </a:cxn>
                    <a:cxn ang="0">
                      <a:pos x="13" y="442"/>
                    </a:cxn>
                    <a:cxn ang="0">
                      <a:pos x="13" y="442"/>
                    </a:cxn>
                    <a:cxn ang="0">
                      <a:pos x="13" y="442"/>
                    </a:cxn>
                    <a:cxn ang="0">
                      <a:pos x="13" y="446"/>
                    </a:cxn>
                    <a:cxn ang="0">
                      <a:pos x="12" y="457"/>
                    </a:cxn>
                    <a:cxn ang="0">
                      <a:pos x="14" y="457"/>
                    </a:cxn>
                    <a:cxn ang="0">
                      <a:pos x="15" y="443"/>
                    </a:cxn>
                    <a:cxn ang="0">
                      <a:pos x="27" y="370"/>
                    </a:cxn>
                    <a:cxn ang="0">
                      <a:pos x="27" y="370"/>
                    </a:cxn>
                    <a:cxn ang="0">
                      <a:pos x="27" y="369"/>
                    </a:cxn>
                    <a:cxn ang="0">
                      <a:pos x="27" y="369"/>
                    </a:cxn>
                    <a:cxn ang="0">
                      <a:pos x="28" y="348"/>
                    </a:cxn>
                    <a:cxn ang="0">
                      <a:pos x="29" y="217"/>
                    </a:cxn>
                    <a:cxn ang="0">
                      <a:pos x="27" y="217"/>
                    </a:cxn>
                    <a:cxn ang="0">
                      <a:pos x="27" y="220"/>
                    </a:cxn>
                    <a:cxn ang="0">
                      <a:pos x="27" y="223"/>
                    </a:cxn>
                    <a:cxn ang="0">
                      <a:pos x="28" y="258"/>
                    </a:cxn>
                    <a:cxn ang="0">
                      <a:pos x="26" y="347"/>
                    </a:cxn>
                    <a:cxn ang="0">
                      <a:pos x="28" y="347"/>
                    </a:cxn>
                    <a:cxn ang="0">
                      <a:pos x="30" y="258"/>
                    </a:cxn>
                    <a:cxn ang="0">
                      <a:pos x="29" y="223"/>
                    </a:cxn>
                    <a:cxn ang="0">
                      <a:pos x="29" y="220"/>
                    </a:cxn>
                    <a:cxn ang="0">
                      <a:pos x="29" y="217"/>
                    </a:cxn>
                    <a:cxn ang="0">
                      <a:pos x="39" y="115"/>
                    </a:cxn>
                    <a:cxn ang="0">
                      <a:pos x="37" y="115"/>
                    </a:cxn>
                    <a:cxn ang="0">
                      <a:pos x="27" y="216"/>
                    </a:cxn>
                    <a:cxn ang="0">
                      <a:pos x="29" y="216"/>
                    </a:cxn>
                    <a:cxn ang="0">
                      <a:pos x="39" y="115"/>
                    </a:cxn>
                    <a:cxn ang="0">
                      <a:pos x="71" y="0"/>
                    </a:cxn>
                    <a:cxn ang="0">
                      <a:pos x="69" y="0"/>
                    </a:cxn>
                    <a:cxn ang="0">
                      <a:pos x="69" y="0"/>
                    </a:cxn>
                    <a:cxn ang="0">
                      <a:pos x="37" y="114"/>
                    </a:cxn>
                    <a:cxn ang="0">
                      <a:pos x="39" y="114"/>
                    </a:cxn>
                    <a:cxn ang="0">
                      <a:pos x="50" y="63"/>
                    </a:cxn>
                    <a:cxn ang="0">
                      <a:pos x="64" y="17"/>
                    </a:cxn>
                    <a:cxn ang="0">
                      <a:pos x="69" y="5"/>
                    </a:cxn>
                    <a:cxn ang="0">
                      <a:pos x="71" y="1"/>
                    </a:cxn>
                    <a:cxn ang="0">
                      <a:pos x="71" y="1"/>
                    </a:cxn>
                    <a:cxn ang="0">
                      <a:pos x="71" y="1"/>
                    </a:cxn>
                    <a:cxn ang="0">
                      <a:pos x="71" y="0"/>
                    </a:cxn>
                  </a:cxnLst>
                  <a:rect l="0" t="0" r="r" b="b"/>
                  <a:pathLst>
                    <a:path w="71" h="544">
                      <a:moveTo>
                        <a:pt x="14" y="458"/>
                      </a:moveTo>
                      <a:cubicBezTo>
                        <a:pt x="12" y="458"/>
                        <a:pt x="12" y="458"/>
                        <a:pt x="12" y="458"/>
                      </a:cubicBezTo>
                      <a:cubicBezTo>
                        <a:pt x="11" y="476"/>
                        <a:pt x="8" y="508"/>
                        <a:pt x="0" y="544"/>
                      </a:cubicBezTo>
                      <a:cubicBezTo>
                        <a:pt x="2" y="544"/>
                        <a:pt x="2" y="544"/>
                        <a:pt x="2" y="544"/>
                      </a:cubicBezTo>
                      <a:cubicBezTo>
                        <a:pt x="10" y="507"/>
                        <a:pt x="13" y="476"/>
                        <a:pt x="14" y="458"/>
                      </a:cubicBezTo>
                      <a:moveTo>
                        <a:pt x="28" y="348"/>
                      </a:moveTo>
                      <a:cubicBezTo>
                        <a:pt x="26" y="348"/>
                        <a:pt x="26" y="348"/>
                        <a:pt x="26" y="348"/>
                      </a:cubicBezTo>
                      <a:cubicBezTo>
                        <a:pt x="24" y="387"/>
                        <a:pt x="20" y="411"/>
                        <a:pt x="13" y="442"/>
                      </a:cubicBezTo>
                      <a:cubicBezTo>
                        <a:pt x="13" y="442"/>
                        <a:pt x="13" y="442"/>
                        <a:pt x="13" y="442"/>
                      </a:cubicBezTo>
                      <a:cubicBezTo>
                        <a:pt x="13" y="442"/>
                        <a:pt x="13" y="442"/>
                        <a:pt x="13" y="442"/>
                      </a:cubicBezTo>
                      <a:cubicBezTo>
                        <a:pt x="13" y="442"/>
                        <a:pt x="13" y="444"/>
                        <a:pt x="13" y="446"/>
                      </a:cubicBezTo>
                      <a:cubicBezTo>
                        <a:pt x="13" y="449"/>
                        <a:pt x="13" y="452"/>
                        <a:pt x="12" y="457"/>
                      </a:cubicBezTo>
                      <a:cubicBezTo>
                        <a:pt x="14" y="457"/>
                        <a:pt x="14" y="457"/>
                        <a:pt x="14" y="457"/>
                      </a:cubicBezTo>
                      <a:cubicBezTo>
                        <a:pt x="15" y="448"/>
                        <a:pt x="15" y="443"/>
                        <a:pt x="15" y="443"/>
                      </a:cubicBezTo>
                      <a:cubicBezTo>
                        <a:pt x="21" y="418"/>
                        <a:pt x="24" y="397"/>
                        <a:pt x="27" y="370"/>
                      </a:cubicBezTo>
                      <a:cubicBezTo>
                        <a:pt x="27" y="370"/>
                        <a:pt x="27" y="370"/>
                        <a:pt x="27" y="370"/>
                      </a:cubicBezTo>
                      <a:cubicBezTo>
                        <a:pt x="27" y="369"/>
                        <a:pt x="27" y="369"/>
                        <a:pt x="27" y="369"/>
                      </a:cubicBezTo>
                      <a:cubicBezTo>
                        <a:pt x="27" y="369"/>
                        <a:pt x="27" y="369"/>
                        <a:pt x="27" y="369"/>
                      </a:cubicBezTo>
                      <a:cubicBezTo>
                        <a:pt x="27" y="363"/>
                        <a:pt x="28" y="356"/>
                        <a:pt x="28" y="348"/>
                      </a:cubicBezTo>
                      <a:moveTo>
                        <a:pt x="29" y="217"/>
                      </a:moveTo>
                      <a:cubicBezTo>
                        <a:pt x="27" y="217"/>
                        <a:pt x="27" y="217"/>
                        <a:pt x="27" y="217"/>
                      </a:cubicBezTo>
                      <a:cubicBezTo>
                        <a:pt x="27" y="218"/>
                        <a:pt x="27" y="219"/>
                        <a:pt x="27" y="220"/>
                      </a:cubicBezTo>
                      <a:cubicBezTo>
                        <a:pt x="27" y="221"/>
                        <a:pt x="27" y="222"/>
                        <a:pt x="27" y="223"/>
                      </a:cubicBezTo>
                      <a:cubicBezTo>
                        <a:pt x="28" y="235"/>
                        <a:pt x="28" y="247"/>
                        <a:pt x="28" y="258"/>
                      </a:cubicBezTo>
                      <a:cubicBezTo>
                        <a:pt x="28" y="295"/>
                        <a:pt x="27" y="324"/>
                        <a:pt x="26" y="347"/>
                      </a:cubicBezTo>
                      <a:cubicBezTo>
                        <a:pt x="28" y="347"/>
                        <a:pt x="28" y="347"/>
                        <a:pt x="28" y="347"/>
                      </a:cubicBezTo>
                      <a:cubicBezTo>
                        <a:pt x="29" y="324"/>
                        <a:pt x="30" y="295"/>
                        <a:pt x="30" y="258"/>
                      </a:cubicBezTo>
                      <a:cubicBezTo>
                        <a:pt x="30" y="247"/>
                        <a:pt x="30" y="235"/>
                        <a:pt x="29" y="223"/>
                      </a:cubicBezTo>
                      <a:cubicBezTo>
                        <a:pt x="29" y="222"/>
                        <a:pt x="29" y="221"/>
                        <a:pt x="29" y="220"/>
                      </a:cubicBezTo>
                      <a:cubicBezTo>
                        <a:pt x="29" y="219"/>
                        <a:pt x="29" y="218"/>
                        <a:pt x="29" y="217"/>
                      </a:cubicBezTo>
                      <a:moveTo>
                        <a:pt x="39" y="115"/>
                      </a:moveTo>
                      <a:cubicBezTo>
                        <a:pt x="37" y="115"/>
                        <a:pt x="37" y="115"/>
                        <a:pt x="37" y="115"/>
                      </a:cubicBezTo>
                      <a:cubicBezTo>
                        <a:pt x="31" y="144"/>
                        <a:pt x="28" y="179"/>
                        <a:pt x="27" y="216"/>
                      </a:cubicBezTo>
                      <a:cubicBezTo>
                        <a:pt x="29" y="216"/>
                        <a:pt x="29" y="216"/>
                        <a:pt x="29" y="216"/>
                      </a:cubicBezTo>
                      <a:cubicBezTo>
                        <a:pt x="30" y="179"/>
                        <a:pt x="33" y="144"/>
                        <a:pt x="39" y="115"/>
                      </a:cubicBezTo>
                      <a:moveTo>
                        <a:pt x="71" y="0"/>
                      </a:moveTo>
                      <a:cubicBezTo>
                        <a:pt x="69" y="0"/>
                        <a:pt x="69" y="0"/>
                        <a:pt x="69" y="0"/>
                      </a:cubicBezTo>
                      <a:cubicBezTo>
                        <a:pt x="69" y="0"/>
                        <a:pt x="69" y="0"/>
                        <a:pt x="69" y="0"/>
                      </a:cubicBezTo>
                      <a:cubicBezTo>
                        <a:pt x="68" y="3"/>
                        <a:pt x="49" y="46"/>
                        <a:pt x="37" y="114"/>
                      </a:cubicBezTo>
                      <a:cubicBezTo>
                        <a:pt x="39" y="114"/>
                        <a:pt x="39" y="114"/>
                        <a:pt x="39" y="114"/>
                      </a:cubicBezTo>
                      <a:cubicBezTo>
                        <a:pt x="42" y="95"/>
                        <a:pt x="46" y="78"/>
                        <a:pt x="50" y="63"/>
                      </a:cubicBezTo>
                      <a:cubicBezTo>
                        <a:pt x="55" y="43"/>
                        <a:pt x="60" y="28"/>
                        <a:pt x="64" y="17"/>
                      </a:cubicBezTo>
                      <a:cubicBezTo>
                        <a:pt x="66" y="12"/>
                        <a:pt x="68" y="8"/>
                        <a:pt x="69" y="5"/>
                      </a:cubicBezTo>
                      <a:cubicBezTo>
                        <a:pt x="70" y="2"/>
                        <a:pt x="71" y="1"/>
                        <a:pt x="71" y="1"/>
                      </a:cubicBezTo>
                      <a:cubicBezTo>
                        <a:pt x="71" y="1"/>
                        <a:pt x="71" y="1"/>
                        <a:pt x="71" y="1"/>
                      </a:cubicBezTo>
                      <a:cubicBezTo>
                        <a:pt x="71" y="1"/>
                        <a:pt x="71" y="1"/>
                        <a:pt x="71" y="1"/>
                      </a:cubicBezTo>
                      <a:cubicBezTo>
                        <a:pt x="71" y="0"/>
                        <a:pt x="71" y="0"/>
                        <a:pt x="7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5" name="Freeform 146"/>
                <p:cNvSpPr>
                  <a:spLocks/>
                </p:cNvSpPr>
                <p:nvPr/>
              </p:nvSpPr>
              <p:spPr bwMode="auto">
                <a:xfrm>
                  <a:off x="-3642" y="3070"/>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6" name="Freeform 147"/>
                <p:cNvSpPr>
                  <a:spLocks/>
                </p:cNvSpPr>
                <p:nvPr/>
              </p:nvSpPr>
              <p:spPr bwMode="auto">
                <a:xfrm>
                  <a:off x="-3607" y="2861"/>
                  <a:ext cx="2" cy="3"/>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7" name="Freeform 148"/>
                <p:cNvSpPr>
                  <a:spLocks noEditPoints="1"/>
                </p:cNvSpPr>
                <p:nvPr/>
              </p:nvSpPr>
              <p:spPr bwMode="auto">
                <a:xfrm>
                  <a:off x="-3714" y="1522"/>
                  <a:ext cx="435" cy="1912"/>
                </a:xfrm>
                <a:custGeom>
                  <a:avLst/>
                  <a:gdLst/>
                  <a:ahLst/>
                  <a:cxnLst>
                    <a:cxn ang="0">
                      <a:pos x="13" y="772"/>
                    </a:cxn>
                    <a:cxn ang="0">
                      <a:pos x="11" y="772"/>
                    </a:cxn>
                    <a:cxn ang="0">
                      <a:pos x="0" y="807"/>
                    </a:cxn>
                    <a:cxn ang="0">
                      <a:pos x="1" y="807"/>
                    </a:cxn>
                    <a:cxn ang="0">
                      <a:pos x="13" y="772"/>
                    </a:cxn>
                    <a:cxn ang="0">
                      <a:pos x="20" y="741"/>
                    </a:cxn>
                    <a:cxn ang="0">
                      <a:pos x="18" y="741"/>
                    </a:cxn>
                    <a:cxn ang="0">
                      <a:pos x="11" y="772"/>
                    </a:cxn>
                    <a:cxn ang="0">
                      <a:pos x="13" y="772"/>
                    </a:cxn>
                    <a:cxn ang="0">
                      <a:pos x="20" y="741"/>
                    </a:cxn>
                    <a:cxn ang="0">
                      <a:pos x="119" y="99"/>
                    </a:cxn>
                    <a:cxn ang="0">
                      <a:pos x="116" y="99"/>
                    </a:cxn>
                    <a:cxn ang="0">
                      <a:pos x="88" y="195"/>
                    </a:cxn>
                    <a:cxn ang="0">
                      <a:pos x="90" y="195"/>
                    </a:cxn>
                    <a:cxn ang="0">
                      <a:pos x="119" y="99"/>
                    </a:cxn>
                    <a:cxn ang="0">
                      <a:pos x="183" y="0"/>
                    </a:cxn>
                    <a:cxn ang="0">
                      <a:pos x="182" y="0"/>
                    </a:cxn>
                    <a:cxn ang="0">
                      <a:pos x="117" y="98"/>
                    </a:cxn>
                    <a:cxn ang="0">
                      <a:pos x="119" y="98"/>
                    </a:cxn>
                    <a:cxn ang="0">
                      <a:pos x="149" y="41"/>
                    </a:cxn>
                    <a:cxn ang="0">
                      <a:pos x="173" y="10"/>
                    </a:cxn>
                    <a:cxn ang="0">
                      <a:pos x="181" y="4"/>
                    </a:cxn>
                    <a:cxn ang="0">
                      <a:pos x="183" y="2"/>
                    </a:cxn>
                    <a:cxn ang="0">
                      <a:pos x="184" y="2"/>
                    </a:cxn>
                    <a:cxn ang="0">
                      <a:pos x="183" y="0"/>
                    </a:cxn>
                  </a:cxnLst>
                  <a:rect l="0" t="0" r="r" b="b"/>
                  <a:pathLst>
                    <a:path w="184" h="807">
                      <a:moveTo>
                        <a:pt x="13" y="772"/>
                      </a:moveTo>
                      <a:cubicBezTo>
                        <a:pt x="11" y="772"/>
                        <a:pt x="11" y="772"/>
                        <a:pt x="11" y="772"/>
                      </a:cubicBezTo>
                      <a:cubicBezTo>
                        <a:pt x="7" y="784"/>
                        <a:pt x="4" y="795"/>
                        <a:pt x="0" y="807"/>
                      </a:cubicBezTo>
                      <a:cubicBezTo>
                        <a:pt x="1" y="807"/>
                        <a:pt x="1" y="807"/>
                        <a:pt x="1" y="807"/>
                      </a:cubicBezTo>
                      <a:cubicBezTo>
                        <a:pt x="6" y="796"/>
                        <a:pt x="9" y="784"/>
                        <a:pt x="13" y="772"/>
                      </a:cubicBezTo>
                      <a:moveTo>
                        <a:pt x="20" y="741"/>
                      </a:moveTo>
                      <a:cubicBezTo>
                        <a:pt x="18" y="741"/>
                        <a:pt x="18" y="741"/>
                        <a:pt x="18" y="741"/>
                      </a:cubicBezTo>
                      <a:cubicBezTo>
                        <a:pt x="16" y="751"/>
                        <a:pt x="14" y="761"/>
                        <a:pt x="11" y="772"/>
                      </a:cubicBezTo>
                      <a:cubicBezTo>
                        <a:pt x="13" y="772"/>
                        <a:pt x="13" y="772"/>
                        <a:pt x="13" y="772"/>
                      </a:cubicBezTo>
                      <a:cubicBezTo>
                        <a:pt x="16" y="761"/>
                        <a:pt x="18" y="751"/>
                        <a:pt x="20" y="741"/>
                      </a:cubicBezTo>
                      <a:moveTo>
                        <a:pt x="119" y="99"/>
                      </a:moveTo>
                      <a:cubicBezTo>
                        <a:pt x="116" y="99"/>
                        <a:pt x="116" y="99"/>
                        <a:pt x="116" y="99"/>
                      </a:cubicBezTo>
                      <a:cubicBezTo>
                        <a:pt x="106" y="124"/>
                        <a:pt x="96" y="156"/>
                        <a:pt x="88" y="195"/>
                      </a:cubicBezTo>
                      <a:cubicBezTo>
                        <a:pt x="90" y="195"/>
                        <a:pt x="90" y="195"/>
                        <a:pt x="90" y="195"/>
                      </a:cubicBezTo>
                      <a:cubicBezTo>
                        <a:pt x="98" y="156"/>
                        <a:pt x="108" y="124"/>
                        <a:pt x="119" y="99"/>
                      </a:cubicBezTo>
                      <a:moveTo>
                        <a:pt x="183" y="0"/>
                      </a:moveTo>
                      <a:cubicBezTo>
                        <a:pt x="182" y="0"/>
                        <a:pt x="182" y="0"/>
                        <a:pt x="182" y="0"/>
                      </a:cubicBezTo>
                      <a:cubicBezTo>
                        <a:pt x="179" y="2"/>
                        <a:pt x="146" y="26"/>
                        <a:pt x="117" y="98"/>
                      </a:cubicBezTo>
                      <a:cubicBezTo>
                        <a:pt x="119" y="98"/>
                        <a:pt x="119" y="98"/>
                        <a:pt x="119" y="98"/>
                      </a:cubicBezTo>
                      <a:cubicBezTo>
                        <a:pt x="129" y="74"/>
                        <a:pt x="139" y="55"/>
                        <a:pt x="149" y="41"/>
                      </a:cubicBezTo>
                      <a:cubicBezTo>
                        <a:pt x="158" y="26"/>
                        <a:pt x="167" y="16"/>
                        <a:pt x="173" y="10"/>
                      </a:cubicBezTo>
                      <a:cubicBezTo>
                        <a:pt x="177" y="7"/>
                        <a:pt x="179" y="5"/>
                        <a:pt x="181" y="4"/>
                      </a:cubicBezTo>
                      <a:cubicBezTo>
                        <a:pt x="182" y="3"/>
                        <a:pt x="182" y="3"/>
                        <a:pt x="183" y="2"/>
                      </a:cubicBezTo>
                      <a:cubicBezTo>
                        <a:pt x="184" y="2"/>
                        <a:pt x="184" y="2"/>
                        <a:pt x="184" y="2"/>
                      </a:cubicBezTo>
                      <a:cubicBezTo>
                        <a:pt x="183" y="0"/>
                        <a:pt x="183" y="0"/>
                        <a:pt x="18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8" name="Freeform 149"/>
                <p:cNvSpPr>
                  <a:spLocks/>
                </p:cNvSpPr>
                <p:nvPr/>
              </p:nvSpPr>
              <p:spPr bwMode="auto">
                <a:xfrm>
                  <a:off x="-3440" y="1754"/>
                  <a:ext cx="6"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89" name="Freeform 150"/>
                <p:cNvSpPr>
                  <a:spLocks/>
                </p:cNvSpPr>
                <p:nvPr/>
              </p:nvSpPr>
              <p:spPr bwMode="auto">
                <a:xfrm>
                  <a:off x="-3608"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0" name="Freeform 151"/>
                <p:cNvSpPr>
                  <a:spLocks/>
                </p:cNvSpPr>
                <p:nvPr/>
              </p:nvSpPr>
              <p:spPr bwMode="auto">
                <a:xfrm>
                  <a:off x="-3672" y="3276"/>
                  <a:ext cx="6"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1" name="Freeform 152"/>
                <p:cNvSpPr>
                  <a:spLocks/>
                </p:cNvSpPr>
                <p:nvPr/>
              </p:nvSpPr>
              <p:spPr bwMode="auto">
                <a:xfrm>
                  <a:off x="-3689" y="3352"/>
                  <a:ext cx="5" cy="0"/>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2" name="Freeform 153"/>
                <p:cNvSpPr>
                  <a:spLocks/>
                </p:cNvSpPr>
                <p:nvPr/>
              </p:nvSpPr>
              <p:spPr bwMode="auto">
                <a:xfrm>
                  <a:off x="-3607" y="2498"/>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3" name="Freeform 154"/>
                <p:cNvSpPr>
                  <a:spLocks/>
                </p:cNvSpPr>
                <p:nvPr/>
              </p:nvSpPr>
              <p:spPr bwMode="auto">
                <a:xfrm>
                  <a:off x="-3583"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4" name="Freeform 155"/>
                <p:cNvSpPr>
                  <a:spLocks noEditPoints="1"/>
                </p:cNvSpPr>
                <p:nvPr/>
              </p:nvSpPr>
              <p:spPr bwMode="auto">
                <a:xfrm>
                  <a:off x="-3395" y="1987"/>
                  <a:ext cx="44" cy="270"/>
                </a:xfrm>
                <a:custGeom>
                  <a:avLst/>
                  <a:gdLst/>
                  <a:ahLst/>
                  <a:cxnLst>
                    <a:cxn ang="0">
                      <a:pos x="3" y="101"/>
                    </a:cxn>
                    <a:cxn ang="0">
                      <a:pos x="1" y="101"/>
                    </a:cxn>
                    <a:cxn ang="0">
                      <a:pos x="0" y="114"/>
                    </a:cxn>
                    <a:cxn ang="0">
                      <a:pos x="2" y="114"/>
                    </a:cxn>
                    <a:cxn ang="0">
                      <a:pos x="3" y="101"/>
                    </a:cxn>
                    <a:cxn ang="0">
                      <a:pos x="19" y="0"/>
                    </a:cxn>
                    <a:cxn ang="0">
                      <a:pos x="17" y="0"/>
                    </a:cxn>
                    <a:cxn ang="0">
                      <a:pos x="17" y="2"/>
                    </a:cxn>
                    <a:cxn ang="0">
                      <a:pos x="17" y="2"/>
                    </a:cxn>
                    <a:cxn ang="0">
                      <a:pos x="16" y="10"/>
                    </a:cxn>
                    <a:cxn ang="0">
                      <a:pos x="13" y="25"/>
                    </a:cxn>
                    <a:cxn ang="0">
                      <a:pos x="1" y="100"/>
                    </a:cxn>
                    <a:cxn ang="0">
                      <a:pos x="3" y="100"/>
                    </a:cxn>
                    <a:cxn ang="0">
                      <a:pos x="15" y="25"/>
                    </a:cxn>
                    <a:cxn ang="0">
                      <a:pos x="19" y="2"/>
                    </a:cxn>
                    <a:cxn ang="0">
                      <a:pos x="19" y="2"/>
                    </a:cxn>
                    <a:cxn ang="0">
                      <a:pos x="19" y="2"/>
                    </a:cxn>
                    <a:cxn ang="0">
                      <a:pos x="19" y="0"/>
                    </a:cxn>
                  </a:cxnLst>
                  <a:rect l="0" t="0" r="r" b="b"/>
                  <a:pathLst>
                    <a:path w="19" h="114">
                      <a:moveTo>
                        <a:pt x="3" y="101"/>
                      </a:moveTo>
                      <a:cubicBezTo>
                        <a:pt x="1" y="101"/>
                        <a:pt x="1" y="101"/>
                        <a:pt x="1" y="101"/>
                      </a:cubicBezTo>
                      <a:cubicBezTo>
                        <a:pt x="0" y="105"/>
                        <a:pt x="0" y="109"/>
                        <a:pt x="0" y="114"/>
                      </a:cubicBezTo>
                      <a:cubicBezTo>
                        <a:pt x="2" y="114"/>
                        <a:pt x="2" y="114"/>
                        <a:pt x="2" y="114"/>
                      </a:cubicBezTo>
                      <a:cubicBezTo>
                        <a:pt x="2" y="109"/>
                        <a:pt x="2" y="105"/>
                        <a:pt x="3" y="101"/>
                      </a:cubicBezTo>
                      <a:moveTo>
                        <a:pt x="19" y="0"/>
                      </a:moveTo>
                      <a:cubicBezTo>
                        <a:pt x="17" y="0"/>
                        <a:pt x="17" y="0"/>
                        <a:pt x="17" y="0"/>
                      </a:cubicBezTo>
                      <a:cubicBezTo>
                        <a:pt x="17" y="0"/>
                        <a:pt x="17" y="1"/>
                        <a:pt x="17" y="2"/>
                      </a:cubicBezTo>
                      <a:cubicBezTo>
                        <a:pt x="17" y="2"/>
                        <a:pt x="17" y="2"/>
                        <a:pt x="17" y="2"/>
                      </a:cubicBezTo>
                      <a:cubicBezTo>
                        <a:pt x="17" y="2"/>
                        <a:pt x="16" y="5"/>
                        <a:pt x="16" y="10"/>
                      </a:cubicBezTo>
                      <a:cubicBezTo>
                        <a:pt x="15" y="14"/>
                        <a:pt x="14" y="20"/>
                        <a:pt x="13" y="25"/>
                      </a:cubicBezTo>
                      <a:cubicBezTo>
                        <a:pt x="12" y="36"/>
                        <a:pt x="5" y="62"/>
                        <a:pt x="1" y="100"/>
                      </a:cubicBezTo>
                      <a:cubicBezTo>
                        <a:pt x="3" y="100"/>
                        <a:pt x="3" y="100"/>
                        <a:pt x="3" y="100"/>
                      </a:cubicBezTo>
                      <a:cubicBezTo>
                        <a:pt x="7" y="63"/>
                        <a:pt x="14" y="36"/>
                        <a:pt x="15" y="25"/>
                      </a:cubicBezTo>
                      <a:cubicBezTo>
                        <a:pt x="17" y="15"/>
                        <a:pt x="19" y="2"/>
                        <a:pt x="19" y="2"/>
                      </a:cubicBezTo>
                      <a:cubicBezTo>
                        <a:pt x="19" y="2"/>
                        <a:pt x="19" y="2"/>
                        <a:pt x="19" y="2"/>
                      </a:cubicBezTo>
                      <a:cubicBezTo>
                        <a:pt x="19" y="2"/>
                        <a:pt x="19" y="2"/>
                        <a:pt x="19" y="2"/>
                      </a:cubicBezTo>
                      <a:cubicBezTo>
                        <a:pt x="19" y="1"/>
                        <a:pt x="19" y="0"/>
                        <a:pt x="19"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5" name="Freeform 156"/>
                <p:cNvSpPr>
                  <a:spLocks/>
                </p:cNvSpPr>
                <p:nvPr/>
              </p:nvSpPr>
              <p:spPr bwMode="auto">
                <a:xfrm>
                  <a:off x="-3393" y="2222"/>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6" name="Freeform 157"/>
                <p:cNvSpPr>
                  <a:spLocks noEditPoints="1"/>
                </p:cNvSpPr>
                <p:nvPr/>
              </p:nvSpPr>
              <p:spPr bwMode="auto">
                <a:xfrm>
                  <a:off x="-3355" y="1522"/>
                  <a:ext cx="118" cy="462"/>
                </a:xfrm>
                <a:custGeom>
                  <a:avLst/>
                  <a:gdLst/>
                  <a:ahLst/>
                  <a:cxnLst>
                    <a:cxn ang="0">
                      <a:pos x="12" y="99"/>
                    </a:cxn>
                    <a:cxn ang="0">
                      <a:pos x="9" y="99"/>
                    </a:cxn>
                    <a:cxn ang="0">
                      <a:pos x="0" y="195"/>
                    </a:cxn>
                    <a:cxn ang="0">
                      <a:pos x="2" y="195"/>
                    </a:cxn>
                    <a:cxn ang="0">
                      <a:pos x="12" y="99"/>
                    </a:cxn>
                    <a:cxn ang="0">
                      <a:pos x="19" y="68"/>
                    </a:cxn>
                    <a:cxn ang="0">
                      <a:pos x="17" y="68"/>
                    </a:cxn>
                    <a:cxn ang="0">
                      <a:pos x="10" y="98"/>
                    </a:cxn>
                    <a:cxn ang="0">
                      <a:pos x="12" y="98"/>
                    </a:cxn>
                    <a:cxn ang="0">
                      <a:pos x="19" y="68"/>
                    </a:cxn>
                    <a:cxn ang="0">
                      <a:pos x="48" y="0"/>
                    </a:cxn>
                    <a:cxn ang="0">
                      <a:pos x="48" y="0"/>
                    </a:cxn>
                    <a:cxn ang="0">
                      <a:pos x="17" y="67"/>
                    </a:cxn>
                    <a:cxn ang="0">
                      <a:pos x="19" y="67"/>
                    </a:cxn>
                    <a:cxn ang="0">
                      <a:pos x="26" y="47"/>
                    </a:cxn>
                    <a:cxn ang="0">
                      <a:pos x="42" y="12"/>
                    </a:cxn>
                    <a:cxn ang="0">
                      <a:pos x="48" y="4"/>
                    </a:cxn>
                    <a:cxn ang="0">
                      <a:pos x="49" y="2"/>
                    </a:cxn>
                    <a:cxn ang="0">
                      <a:pos x="50" y="2"/>
                    </a:cxn>
                    <a:cxn ang="0">
                      <a:pos x="48" y="0"/>
                    </a:cxn>
                  </a:cxnLst>
                  <a:rect l="0" t="0" r="r" b="b"/>
                  <a:pathLst>
                    <a:path w="50" h="195">
                      <a:moveTo>
                        <a:pt x="12" y="99"/>
                      </a:moveTo>
                      <a:cubicBezTo>
                        <a:pt x="9" y="99"/>
                        <a:pt x="9" y="99"/>
                        <a:pt x="9" y="99"/>
                      </a:cubicBezTo>
                      <a:cubicBezTo>
                        <a:pt x="4" y="125"/>
                        <a:pt x="0" y="157"/>
                        <a:pt x="0" y="195"/>
                      </a:cubicBezTo>
                      <a:cubicBezTo>
                        <a:pt x="2" y="195"/>
                        <a:pt x="2" y="195"/>
                        <a:pt x="2" y="195"/>
                      </a:cubicBezTo>
                      <a:cubicBezTo>
                        <a:pt x="2" y="157"/>
                        <a:pt x="6" y="125"/>
                        <a:pt x="12" y="99"/>
                      </a:cubicBezTo>
                      <a:moveTo>
                        <a:pt x="19" y="68"/>
                      </a:moveTo>
                      <a:cubicBezTo>
                        <a:pt x="17" y="68"/>
                        <a:pt x="17" y="68"/>
                        <a:pt x="17" y="68"/>
                      </a:cubicBezTo>
                      <a:cubicBezTo>
                        <a:pt x="14" y="77"/>
                        <a:pt x="12" y="87"/>
                        <a:pt x="10" y="98"/>
                      </a:cubicBezTo>
                      <a:cubicBezTo>
                        <a:pt x="12" y="98"/>
                        <a:pt x="12" y="98"/>
                        <a:pt x="12" y="98"/>
                      </a:cubicBezTo>
                      <a:cubicBezTo>
                        <a:pt x="14" y="87"/>
                        <a:pt x="16" y="77"/>
                        <a:pt x="19" y="68"/>
                      </a:cubicBezTo>
                      <a:moveTo>
                        <a:pt x="48" y="0"/>
                      </a:moveTo>
                      <a:cubicBezTo>
                        <a:pt x="48" y="0"/>
                        <a:pt x="48" y="0"/>
                        <a:pt x="48" y="0"/>
                      </a:cubicBezTo>
                      <a:cubicBezTo>
                        <a:pt x="48" y="0"/>
                        <a:pt x="31" y="21"/>
                        <a:pt x="17" y="67"/>
                      </a:cubicBezTo>
                      <a:cubicBezTo>
                        <a:pt x="19" y="67"/>
                        <a:pt x="19" y="67"/>
                        <a:pt x="19" y="67"/>
                      </a:cubicBezTo>
                      <a:cubicBezTo>
                        <a:pt x="22" y="60"/>
                        <a:pt x="24" y="53"/>
                        <a:pt x="26" y="47"/>
                      </a:cubicBezTo>
                      <a:cubicBezTo>
                        <a:pt x="32" y="31"/>
                        <a:pt x="38" y="20"/>
                        <a:pt x="42" y="12"/>
                      </a:cubicBezTo>
                      <a:cubicBezTo>
                        <a:pt x="45" y="9"/>
                        <a:pt x="46" y="6"/>
                        <a:pt x="48" y="4"/>
                      </a:cubicBezTo>
                      <a:cubicBezTo>
                        <a:pt x="48" y="3"/>
                        <a:pt x="49" y="3"/>
                        <a:pt x="49" y="2"/>
                      </a:cubicBezTo>
                      <a:cubicBezTo>
                        <a:pt x="50" y="2"/>
                        <a:pt x="50" y="2"/>
                        <a:pt x="50" y="2"/>
                      </a:cubicBezTo>
                      <a:cubicBezTo>
                        <a:pt x="48" y="0"/>
                        <a:pt x="48" y="0"/>
                        <a:pt x="4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7" name="Freeform 158"/>
                <p:cNvSpPr>
                  <a:spLocks/>
                </p:cNvSpPr>
                <p:nvPr/>
              </p:nvSpPr>
              <p:spPr bwMode="auto">
                <a:xfrm>
                  <a:off x="-3334" y="1754"/>
                  <a:ext cx="8"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8" name="Freeform 159"/>
                <p:cNvSpPr>
                  <a:spLocks/>
                </p:cNvSpPr>
                <p:nvPr/>
              </p:nvSpPr>
              <p:spPr bwMode="auto">
                <a:xfrm>
                  <a:off x="-3314" y="1682"/>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299" name="Freeform 160"/>
                <p:cNvSpPr>
                  <a:spLocks noEditPoints="1"/>
                </p:cNvSpPr>
                <p:nvPr/>
              </p:nvSpPr>
              <p:spPr bwMode="auto">
                <a:xfrm>
                  <a:off x="-3557" y="2260"/>
                  <a:ext cx="167" cy="1016"/>
                </a:xfrm>
                <a:custGeom>
                  <a:avLst/>
                  <a:gdLst/>
                  <a:ahLst/>
                  <a:cxnLst>
                    <a:cxn ang="0">
                      <a:pos x="28" y="343"/>
                    </a:cxn>
                    <a:cxn ang="0">
                      <a:pos x="26" y="343"/>
                    </a:cxn>
                    <a:cxn ang="0">
                      <a:pos x="0" y="429"/>
                    </a:cxn>
                    <a:cxn ang="0">
                      <a:pos x="2" y="429"/>
                    </a:cxn>
                    <a:cxn ang="0">
                      <a:pos x="28" y="343"/>
                    </a:cxn>
                    <a:cxn ang="0">
                      <a:pos x="54" y="255"/>
                    </a:cxn>
                    <a:cxn ang="0">
                      <a:pos x="52" y="255"/>
                    </a:cxn>
                    <a:cxn ang="0">
                      <a:pos x="48" y="267"/>
                    </a:cxn>
                    <a:cxn ang="0">
                      <a:pos x="35" y="312"/>
                    </a:cxn>
                    <a:cxn ang="0">
                      <a:pos x="30" y="324"/>
                    </a:cxn>
                    <a:cxn ang="0">
                      <a:pos x="29" y="329"/>
                    </a:cxn>
                    <a:cxn ang="0">
                      <a:pos x="29" y="329"/>
                    </a:cxn>
                    <a:cxn ang="0">
                      <a:pos x="29" y="329"/>
                    </a:cxn>
                    <a:cxn ang="0">
                      <a:pos x="26" y="342"/>
                    </a:cxn>
                    <a:cxn ang="0">
                      <a:pos x="28" y="342"/>
                    </a:cxn>
                    <a:cxn ang="0">
                      <a:pos x="31" y="329"/>
                    </a:cxn>
                    <a:cxn ang="0">
                      <a:pos x="31" y="329"/>
                    </a:cxn>
                    <a:cxn ang="0">
                      <a:pos x="54" y="255"/>
                    </a:cxn>
                    <a:cxn ang="0">
                      <a:pos x="59" y="233"/>
                    </a:cxn>
                    <a:cxn ang="0">
                      <a:pos x="57" y="233"/>
                    </a:cxn>
                    <a:cxn ang="0">
                      <a:pos x="52" y="254"/>
                    </a:cxn>
                    <a:cxn ang="0">
                      <a:pos x="54" y="254"/>
                    </a:cxn>
                    <a:cxn ang="0">
                      <a:pos x="59" y="233"/>
                    </a:cxn>
                    <a:cxn ang="0">
                      <a:pos x="68" y="102"/>
                    </a:cxn>
                    <a:cxn ang="0">
                      <a:pos x="66" y="102"/>
                    </a:cxn>
                    <a:cxn ang="0">
                      <a:pos x="67" y="110"/>
                    </a:cxn>
                    <a:cxn ang="0">
                      <a:pos x="68" y="136"/>
                    </a:cxn>
                    <a:cxn ang="0">
                      <a:pos x="57" y="232"/>
                    </a:cxn>
                    <a:cxn ang="0">
                      <a:pos x="59" y="232"/>
                    </a:cxn>
                    <a:cxn ang="0">
                      <a:pos x="70" y="136"/>
                    </a:cxn>
                    <a:cxn ang="0">
                      <a:pos x="69" y="110"/>
                    </a:cxn>
                    <a:cxn ang="0">
                      <a:pos x="68" y="102"/>
                    </a:cxn>
                    <a:cxn ang="0">
                      <a:pos x="70" y="0"/>
                    </a:cxn>
                    <a:cxn ang="0">
                      <a:pos x="68" y="0"/>
                    </a:cxn>
                    <a:cxn ang="0">
                      <a:pos x="65" y="58"/>
                    </a:cxn>
                    <a:cxn ang="0">
                      <a:pos x="66" y="101"/>
                    </a:cxn>
                    <a:cxn ang="0">
                      <a:pos x="68" y="101"/>
                    </a:cxn>
                    <a:cxn ang="0">
                      <a:pos x="67" y="58"/>
                    </a:cxn>
                    <a:cxn ang="0">
                      <a:pos x="70" y="0"/>
                    </a:cxn>
                  </a:cxnLst>
                  <a:rect l="0" t="0" r="r" b="b"/>
                  <a:pathLst>
                    <a:path w="70" h="429">
                      <a:moveTo>
                        <a:pt x="28" y="343"/>
                      </a:moveTo>
                      <a:cubicBezTo>
                        <a:pt x="26" y="343"/>
                        <a:pt x="26" y="343"/>
                        <a:pt x="26" y="343"/>
                      </a:cubicBezTo>
                      <a:cubicBezTo>
                        <a:pt x="18" y="376"/>
                        <a:pt x="9" y="405"/>
                        <a:pt x="0" y="429"/>
                      </a:cubicBezTo>
                      <a:cubicBezTo>
                        <a:pt x="2" y="429"/>
                        <a:pt x="2" y="429"/>
                        <a:pt x="2" y="429"/>
                      </a:cubicBezTo>
                      <a:cubicBezTo>
                        <a:pt x="11" y="405"/>
                        <a:pt x="20" y="376"/>
                        <a:pt x="28" y="343"/>
                      </a:cubicBezTo>
                      <a:moveTo>
                        <a:pt x="54" y="255"/>
                      </a:moveTo>
                      <a:cubicBezTo>
                        <a:pt x="52" y="255"/>
                        <a:pt x="52" y="255"/>
                        <a:pt x="52" y="255"/>
                      </a:cubicBezTo>
                      <a:cubicBezTo>
                        <a:pt x="51" y="259"/>
                        <a:pt x="49" y="263"/>
                        <a:pt x="48" y="267"/>
                      </a:cubicBezTo>
                      <a:cubicBezTo>
                        <a:pt x="43" y="286"/>
                        <a:pt x="39" y="301"/>
                        <a:pt x="35" y="312"/>
                      </a:cubicBezTo>
                      <a:cubicBezTo>
                        <a:pt x="33" y="317"/>
                        <a:pt x="31" y="321"/>
                        <a:pt x="30" y="324"/>
                      </a:cubicBezTo>
                      <a:cubicBezTo>
                        <a:pt x="29" y="327"/>
                        <a:pt x="29" y="329"/>
                        <a:pt x="29" y="329"/>
                      </a:cubicBezTo>
                      <a:cubicBezTo>
                        <a:pt x="29" y="329"/>
                        <a:pt x="29" y="329"/>
                        <a:pt x="29" y="329"/>
                      </a:cubicBezTo>
                      <a:cubicBezTo>
                        <a:pt x="29" y="329"/>
                        <a:pt x="29" y="329"/>
                        <a:pt x="29" y="329"/>
                      </a:cubicBezTo>
                      <a:cubicBezTo>
                        <a:pt x="28" y="333"/>
                        <a:pt x="27" y="338"/>
                        <a:pt x="26" y="342"/>
                      </a:cubicBezTo>
                      <a:cubicBezTo>
                        <a:pt x="28" y="342"/>
                        <a:pt x="28" y="342"/>
                        <a:pt x="28" y="342"/>
                      </a:cubicBezTo>
                      <a:cubicBezTo>
                        <a:pt x="29" y="338"/>
                        <a:pt x="30" y="334"/>
                        <a:pt x="31" y="329"/>
                      </a:cubicBezTo>
                      <a:cubicBezTo>
                        <a:pt x="31" y="329"/>
                        <a:pt x="31" y="329"/>
                        <a:pt x="31" y="329"/>
                      </a:cubicBezTo>
                      <a:cubicBezTo>
                        <a:pt x="32" y="327"/>
                        <a:pt x="43" y="297"/>
                        <a:pt x="54" y="255"/>
                      </a:cubicBezTo>
                      <a:moveTo>
                        <a:pt x="59" y="233"/>
                      </a:moveTo>
                      <a:cubicBezTo>
                        <a:pt x="57" y="233"/>
                        <a:pt x="57" y="233"/>
                        <a:pt x="57" y="233"/>
                      </a:cubicBezTo>
                      <a:cubicBezTo>
                        <a:pt x="55" y="240"/>
                        <a:pt x="53" y="247"/>
                        <a:pt x="52" y="254"/>
                      </a:cubicBezTo>
                      <a:cubicBezTo>
                        <a:pt x="54" y="254"/>
                        <a:pt x="54" y="254"/>
                        <a:pt x="54" y="254"/>
                      </a:cubicBezTo>
                      <a:cubicBezTo>
                        <a:pt x="56" y="247"/>
                        <a:pt x="57" y="240"/>
                        <a:pt x="59" y="233"/>
                      </a:cubicBezTo>
                      <a:moveTo>
                        <a:pt x="68" y="102"/>
                      </a:moveTo>
                      <a:cubicBezTo>
                        <a:pt x="66" y="102"/>
                        <a:pt x="66" y="102"/>
                        <a:pt x="66" y="102"/>
                      </a:cubicBezTo>
                      <a:cubicBezTo>
                        <a:pt x="67" y="105"/>
                        <a:pt x="67" y="107"/>
                        <a:pt x="67" y="110"/>
                      </a:cubicBezTo>
                      <a:cubicBezTo>
                        <a:pt x="68" y="118"/>
                        <a:pt x="68" y="127"/>
                        <a:pt x="68" y="136"/>
                      </a:cubicBezTo>
                      <a:cubicBezTo>
                        <a:pt x="68" y="169"/>
                        <a:pt x="63" y="202"/>
                        <a:pt x="57" y="232"/>
                      </a:cubicBezTo>
                      <a:cubicBezTo>
                        <a:pt x="59" y="232"/>
                        <a:pt x="59" y="232"/>
                        <a:pt x="59" y="232"/>
                      </a:cubicBezTo>
                      <a:cubicBezTo>
                        <a:pt x="65" y="202"/>
                        <a:pt x="70" y="169"/>
                        <a:pt x="70" y="136"/>
                      </a:cubicBezTo>
                      <a:cubicBezTo>
                        <a:pt x="70" y="127"/>
                        <a:pt x="70" y="118"/>
                        <a:pt x="69" y="110"/>
                      </a:cubicBezTo>
                      <a:cubicBezTo>
                        <a:pt x="69" y="107"/>
                        <a:pt x="69" y="105"/>
                        <a:pt x="68" y="102"/>
                      </a:cubicBezTo>
                      <a:moveTo>
                        <a:pt x="70" y="0"/>
                      </a:moveTo>
                      <a:cubicBezTo>
                        <a:pt x="68" y="0"/>
                        <a:pt x="68" y="0"/>
                        <a:pt x="68" y="0"/>
                      </a:cubicBezTo>
                      <a:cubicBezTo>
                        <a:pt x="66" y="17"/>
                        <a:pt x="65" y="37"/>
                        <a:pt x="65" y="58"/>
                      </a:cubicBezTo>
                      <a:cubicBezTo>
                        <a:pt x="65" y="72"/>
                        <a:pt x="65" y="86"/>
                        <a:pt x="66" y="101"/>
                      </a:cubicBezTo>
                      <a:cubicBezTo>
                        <a:pt x="68" y="101"/>
                        <a:pt x="68" y="101"/>
                        <a:pt x="68" y="101"/>
                      </a:cubicBezTo>
                      <a:cubicBezTo>
                        <a:pt x="67" y="86"/>
                        <a:pt x="67" y="72"/>
                        <a:pt x="67" y="58"/>
                      </a:cubicBezTo>
                      <a:cubicBezTo>
                        <a:pt x="67" y="37"/>
                        <a:pt x="68" y="17"/>
                        <a:pt x="7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0" name="Freeform 161"/>
                <p:cNvSpPr>
                  <a:spLocks/>
                </p:cNvSpPr>
                <p:nvPr/>
              </p:nvSpPr>
              <p:spPr bwMode="auto">
                <a:xfrm>
                  <a:off x="-3495" y="3070"/>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1" name="Freeform 162"/>
                <p:cNvSpPr>
                  <a:spLocks/>
                </p:cNvSpPr>
                <p:nvPr/>
              </p:nvSpPr>
              <p:spPr bwMode="auto">
                <a:xfrm>
                  <a:off x="-3434" y="2861"/>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2" name="Freeform 163"/>
                <p:cNvSpPr>
                  <a:spLocks noEditPoints="1"/>
                </p:cNvSpPr>
                <p:nvPr/>
              </p:nvSpPr>
              <p:spPr bwMode="auto">
                <a:xfrm>
                  <a:off x="-3630" y="3278"/>
                  <a:ext cx="76" cy="156"/>
                </a:xfrm>
                <a:custGeom>
                  <a:avLst/>
                  <a:gdLst/>
                  <a:ahLst/>
                  <a:cxnLst>
                    <a:cxn ang="0">
                      <a:pos x="19" y="31"/>
                    </a:cxn>
                    <a:cxn ang="0">
                      <a:pos x="17" y="31"/>
                    </a:cxn>
                    <a:cxn ang="0">
                      <a:pos x="7" y="52"/>
                    </a:cxn>
                    <a:cxn ang="0">
                      <a:pos x="2" y="61"/>
                    </a:cxn>
                    <a:cxn ang="0">
                      <a:pos x="0" y="64"/>
                    </a:cxn>
                    <a:cxn ang="0">
                      <a:pos x="2" y="65"/>
                    </a:cxn>
                    <a:cxn ang="0">
                      <a:pos x="19" y="31"/>
                    </a:cxn>
                    <a:cxn ang="0">
                      <a:pos x="32" y="0"/>
                    </a:cxn>
                    <a:cxn ang="0">
                      <a:pos x="30" y="0"/>
                    </a:cxn>
                    <a:cxn ang="0">
                      <a:pos x="23" y="18"/>
                    </a:cxn>
                    <a:cxn ang="0">
                      <a:pos x="17" y="31"/>
                    </a:cxn>
                    <a:cxn ang="0">
                      <a:pos x="19" y="31"/>
                    </a:cxn>
                    <a:cxn ang="0">
                      <a:pos x="32" y="0"/>
                    </a:cxn>
                  </a:cxnLst>
                  <a:rect l="0" t="0" r="r" b="b"/>
                  <a:pathLst>
                    <a:path w="32" h="65">
                      <a:moveTo>
                        <a:pt x="19" y="31"/>
                      </a:moveTo>
                      <a:cubicBezTo>
                        <a:pt x="17" y="31"/>
                        <a:pt x="17" y="31"/>
                        <a:pt x="17" y="31"/>
                      </a:cubicBezTo>
                      <a:cubicBezTo>
                        <a:pt x="13" y="40"/>
                        <a:pt x="9" y="47"/>
                        <a:pt x="7" y="52"/>
                      </a:cubicBezTo>
                      <a:cubicBezTo>
                        <a:pt x="5" y="56"/>
                        <a:pt x="3" y="59"/>
                        <a:pt x="2" y="61"/>
                      </a:cubicBezTo>
                      <a:cubicBezTo>
                        <a:pt x="1" y="63"/>
                        <a:pt x="0" y="64"/>
                        <a:pt x="0" y="64"/>
                      </a:cubicBezTo>
                      <a:cubicBezTo>
                        <a:pt x="2" y="65"/>
                        <a:pt x="2" y="65"/>
                        <a:pt x="2" y="65"/>
                      </a:cubicBezTo>
                      <a:cubicBezTo>
                        <a:pt x="2" y="65"/>
                        <a:pt x="9" y="53"/>
                        <a:pt x="19" y="31"/>
                      </a:cubicBezTo>
                      <a:moveTo>
                        <a:pt x="32" y="0"/>
                      </a:moveTo>
                      <a:cubicBezTo>
                        <a:pt x="30" y="0"/>
                        <a:pt x="30" y="0"/>
                        <a:pt x="30" y="0"/>
                      </a:cubicBezTo>
                      <a:cubicBezTo>
                        <a:pt x="28" y="7"/>
                        <a:pt x="25" y="13"/>
                        <a:pt x="23" y="18"/>
                      </a:cubicBezTo>
                      <a:cubicBezTo>
                        <a:pt x="21" y="23"/>
                        <a:pt x="19" y="27"/>
                        <a:pt x="17" y="31"/>
                      </a:cubicBezTo>
                      <a:cubicBezTo>
                        <a:pt x="19" y="31"/>
                        <a:pt x="19" y="31"/>
                        <a:pt x="19" y="31"/>
                      </a:cubicBezTo>
                      <a:cubicBezTo>
                        <a:pt x="23" y="22"/>
                        <a:pt x="28" y="12"/>
                        <a:pt x="3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3" name="Freeform 164"/>
                <p:cNvSpPr>
                  <a:spLocks/>
                </p:cNvSpPr>
                <p:nvPr/>
              </p:nvSpPr>
              <p:spPr bwMode="auto">
                <a:xfrm>
                  <a:off x="-3422" y="2810"/>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4" name="Freeform 165"/>
                <p:cNvSpPr>
                  <a:spLocks/>
                </p:cNvSpPr>
                <p:nvPr/>
              </p:nvSpPr>
              <p:spPr bwMode="auto">
                <a:xfrm>
                  <a:off x="-3558" y="3276"/>
                  <a:ext cx="8"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5" name="Freeform 166"/>
                <p:cNvSpPr>
                  <a:spLocks/>
                </p:cNvSpPr>
                <p:nvPr/>
              </p:nvSpPr>
              <p:spPr bwMode="auto">
                <a:xfrm>
                  <a:off x="-3589" y="3352"/>
                  <a:ext cx="5" cy="0"/>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6" name="Freeform 167"/>
                <p:cNvSpPr>
                  <a:spLocks/>
                </p:cNvSpPr>
                <p:nvPr/>
              </p:nvSpPr>
              <p:spPr bwMode="auto">
                <a:xfrm>
                  <a:off x="-3401" y="2498"/>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7" name="Freeform 168"/>
                <p:cNvSpPr>
                  <a:spLocks/>
                </p:cNvSpPr>
                <p:nvPr/>
              </p:nvSpPr>
              <p:spPr bwMode="auto">
                <a:xfrm>
                  <a:off x="-3395"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8" name="Freeform 169"/>
                <p:cNvSpPr>
                  <a:spLocks/>
                </p:cNvSpPr>
                <p:nvPr/>
              </p:nvSpPr>
              <p:spPr bwMode="auto">
                <a:xfrm>
                  <a:off x="-3200" y="1987"/>
                  <a:ext cx="3" cy="270"/>
                </a:xfrm>
                <a:custGeom>
                  <a:avLst/>
                  <a:gdLst/>
                  <a:ahLst/>
                  <a:cxnLst>
                    <a:cxn ang="0">
                      <a:pos x="3" y="0"/>
                    </a:cxn>
                    <a:cxn ang="0">
                      <a:pos x="0" y="0"/>
                    </a:cxn>
                    <a:cxn ang="0">
                      <a:pos x="0" y="270"/>
                    </a:cxn>
                    <a:cxn ang="0">
                      <a:pos x="3" y="270"/>
                    </a:cxn>
                    <a:cxn ang="0">
                      <a:pos x="3" y="240"/>
                    </a:cxn>
                    <a:cxn ang="0">
                      <a:pos x="0" y="240"/>
                    </a:cxn>
                    <a:cxn ang="0">
                      <a:pos x="0" y="237"/>
                    </a:cxn>
                    <a:cxn ang="0">
                      <a:pos x="3" y="237"/>
                    </a:cxn>
                    <a:cxn ang="0">
                      <a:pos x="3" y="0"/>
                    </a:cxn>
                    <a:cxn ang="0">
                      <a:pos x="3" y="0"/>
                    </a:cxn>
                  </a:cxnLst>
                  <a:rect l="0" t="0" r="r" b="b"/>
                  <a:pathLst>
                    <a:path w="3" h="270">
                      <a:moveTo>
                        <a:pt x="3" y="0"/>
                      </a:moveTo>
                      <a:lnTo>
                        <a:pt x="0" y="0"/>
                      </a:lnTo>
                      <a:lnTo>
                        <a:pt x="0" y="270"/>
                      </a:lnTo>
                      <a:lnTo>
                        <a:pt x="3" y="270"/>
                      </a:lnTo>
                      <a:lnTo>
                        <a:pt x="3" y="240"/>
                      </a:lnTo>
                      <a:lnTo>
                        <a:pt x="0" y="240"/>
                      </a:lnTo>
                      <a:lnTo>
                        <a:pt x="0" y="237"/>
                      </a:lnTo>
                      <a:lnTo>
                        <a:pt x="3" y="237"/>
                      </a:lnTo>
                      <a:lnTo>
                        <a:pt x="3" y="0"/>
                      </a:lnTo>
                      <a:lnTo>
                        <a:pt x="3"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09" name="Freeform 170"/>
                <p:cNvSpPr>
                  <a:spLocks/>
                </p:cNvSpPr>
                <p:nvPr/>
              </p:nvSpPr>
              <p:spPr bwMode="auto">
                <a:xfrm>
                  <a:off x="-3200" y="2222"/>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0" name="Freeform 171"/>
                <p:cNvSpPr>
                  <a:spLocks noEditPoints="1"/>
                </p:cNvSpPr>
                <p:nvPr/>
              </p:nvSpPr>
              <p:spPr bwMode="auto">
                <a:xfrm>
                  <a:off x="-3203" y="1524"/>
                  <a:ext cx="8" cy="998"/>
                </a:xfrm>
                <a:custGeom>
                  <a:avLst/>
                  <a:gdLst/>
                  <a:ahLst/>
                  <a:cxnLst>
                    <a:cxn ang="0">
                      <a:pos x="7" y="977"/>
                    </a:cxn>
                    <a:cxn ang="0">
                      <a:pos x="5" y="977"/>
                    </a:cxn>
                    <a:cxn ang="0">
                      <a:pos x="5" y="998"/>
                    </a:cxn>
                    <a:cxn ang="0">
                      <a:pos x="7" y="998"/>
                    </a:cxn>
                    <a:cxn ang="0">
                      <a:pos x="7" y="977"/>
                    </a:cxn>
                    <a:cxn ang="0">
                      <a:pos x="7" y="977"/>
                    </a:cxn>
                    <a:cxn ang="0">
                      <a:pos x="5" y="735"/>
                    </a:cxn>
                    <a:cxn ang="0">
                      <a:pos x="2" y="735"/>
                    </a:cxn>
                    <a:cxn ang="0">
                      <a:pos x="5" y="974"/>
                    </a:cxn>
                    <a:cxn ang="0">
                      <a:pos x="7" y="974"/>
                    </a:cxn>
                    <a:cxn ang="0">
                      <a:pos x="5" y="735"/>
                    </a:cxn>
                    <a:cxn ang="0">
                      <a:pos x="5" y="735"/>
                    </a:cxn>
                    <a:cxn ang="0">
                      <a:pos x="2" y="232"/>
                    </a:cxn>
                    <a:cxn ang="0">
                      <a:pos x="0" y="232"/>
                    </a:cxn>
                    <a:cxn ang="0">
                      <a:pos x="2" y="460"/>
                    </a:cxn>
                    <a:cxn ang="0">
                      <a:pos x="2" y="460"/>
                    </a:cxn>
                    <a:cxn ang="0">
                      <a:pos x="2" y="232"/>
                    </a:cxn>
                    <a:cxn ang="0">
                      <a:pos x="2" y="232"/>
                    </a:cxn>
                    <a:cxn ang="0">
                      <a:pos x="2" y="0"/>
                    </a:cxn>
                    <a:cxn ang="0">
                      <a:pos x="0" y="0"/>
                    </a:cxn>
                    <a:cxn ang="0">
                      <a:pos x="0" y="230"/>
                    </a:cxn>
                    <a:cxn ang="0">
                      <a:pos x="2" y="230"/>
                    </a:cxn>
                    <a:cxn ang="0">
                      <a:pos x="2" y="0"/>
                    </a:cxn>
                    <a:cxn ang="0">
                      <a:pos x="2" y="0"/>
                    </a:cxn>
                  </a:cxnLst>
                  <a:rect l="0" t="0" r="r" b="b"/>
                  <a:pathLst>
                    <a:path w="7" h="998">
                      <a:moveTo>
                        <a:pt x="7" y="977"/>
                      </a:moveTo>
                      <a:lnTo>
                        <a:pt x="5" y="977"/>
                      </a:lnTo>
                      <a:lnTo>
                        <a:pt x="5" y="998"/>
                      </a:lnTo>
                      <a:lnTo>
                        <a:pt x="7" y="998"/>
                      </a:lnTo>
                      <a:lnTo>
                        <a:pt x="7" y="977"/>
                      </a:lnTo>
                      <a:lnTo>
                        <a:pt x="7" y="977"/>
                      </a:lnTo>
                      <a:close/>
                      <a:moveTo>
                        <a:pt x="5" y="735"/>
                      </a:moveTo>
                      <a:lnTo>
                        <a:pt x="2" y="735"/>
                      </a:lnTo>
                      <a:lnTo>
                        <a:pt x="5" y="974"/>
                      </a:lnTo>
                      <a:lnTo>
                        <a:pt x="7" y="974"/>
                      </a:lnTo>
                      <a:lnTo>
                        <a:pt x="5" y="735"/>
                      </a:lnTo>
                      <a:lnTo>
                        <a:pt x="5" y="735"/>
                      </a:lnTo>
                      <a:close/>
                      <a:moveTo>
                        <a:pt x="2" y="232"/>
                      </a:moveTo>
                      <a:lnTo>
                        <a:pt x="0" y="232"/>
                      </a:lnTo>
                      <a:lnTo>
                        <a:pt x="2" y="460"/>
                      </a:lnTo>
                      <a:lnTo>
                        <a:pt x="2" y="460"/>
                      </a:lnTo>
                      <a:lnTo>
                        <a:pt x="2" y="232"/>
                      </a:lnTo>
                      <a:lnTo>
                        <a:pt x="2" y="232"/>
                      </a:lnTo>
                      <a:close/>
                      <a:moveTo>
                        <a:pt x="2" y="0"/>
                      </a:moveTo>
                      <a:lnTo>
                        <a:pt x="0" y="0"/>
                      </a:lnTo>
                      <a:lnTo>
                        <a:pt x="0" y="230"/>
                      </a:lnTo>
                      <a:lnTo>
                        <a:pt x="2" y="230"/>
                      </a:lnTo>
                      <a:lnTo>
                        <a:pt x="2" y="0"/>
                      </a:lnTo>
                      <a:lnTo>
                        <a:pt x="2"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1" name="Freeform 172"/>
                <p:cNvSpPr>
                  <a:spLocks/>
                </p:cNvSpPr>
                <p:nvPr/>
              </p:nvSpPr>
              <p:spPr bwMode="auto">
                <a:xfrm>
                  <a:off x="-3203" y="1754"/>
                  <a:ext cx="3" cy="2"/>
                </a:xfrm>
                <a:custGeom>
                  <a:avLst/>
                  <a:gdLst/>
                  <a:ahLst/>
                  <a:cxnLst>
                    <a:cxn ang="0">
                      <a:pos x="2" y="0"/>
                    </a:cxn>
                    <a:cxn ang="0">
                      <a:pos x="0" y="0"/>
                    </a:cxn>
                    <a:cxn ang="0">
                      <a:pos x="0" y="2"/>
                    </a:cxn>
                    <a:cxn ang="0">
                      <a:pos x="2" y="2"/>
                    </a:cxn>
                    <a:cxn ang="0">
                      <a:pos x="2" y="0"/>
                    </a:cxn>
                    <a:cxn ang="0">
                      <a:pos x="2" y="0"/>
                    </a:cxn>
                  </a:cxnLst>
                  <a:rect l="0" t="0" r="r" b="b"/>
                  <a:pathLst>
                    <a:path w="2" h="2">
                      <a:moveTo>
                        <a:pt x="2" y="0"/>
                      </a:moveTo>
                      <a:lnTo>
                        <a:pt x="0" y="0"/>
                      </a:lnTo>
                      <a:lnTo>
                        <a:pt x="0" y="2"/>
                      </a:lnTo>
                      <a:lnTo>
                        <a:pt x="2" y="2"/>
                      </a:lnTo>
                      <a:lnTo>
                        <a:pt x="2" y="0"/>
                      </a:lnTo>
                      <a:lnTo>
                        <a:pt x="2"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2" name="Freeform 173"/>
                <p:cNvSpPr>
                  <a:spLocks/>
                </p:cNvSpPr>
                <p:nvPr/>
              </p:nvSpPr>
              <p:spPr bwMode="auto">
                <a:xfrm>
                  <a:off x="-3197" y="2498"/>
                  <a:ext cx="2" cy="3"/>
                </a:xfrm>
                <a:custGeom>
                  <a:avLst/>
                  <a:gdLst/>
                  <a:ahLst/>
                  <a:cxnLst>
                    <a:cxn ang="0">
                      <a:pos x="2" y="0"/>
                    </a:cxn>
                    <a:cxn ang="0">
                      <a:pos x="0" y="0"/>
                    </a:cxn>
                    <a:cxn ang="0">
                      <a:pos x="0" y="3"/>
                    </a:cxn>
                    <a:cxn ang="0">
                      <a:pos x="2" y="3"/>
                    </a:cxn>
                    <a:cxn ang="0">
                      <a:pos x="2" y="0"/>
                    </a:cxn>
                    <a:cxn ang="0">
                      <a:pos x="2" y="0"/>
                    </a:cxn>
                  </a:cxnLst>
                  <a:rect l="0" t="0" r="r" b="b"/>
                  <a:pathLst>
                    <a:path w="2" h="3">
                      <a:moveTo>
                        <a:pt x="2" y="0"/>
                      </a:moveTo>
                      <a:lnTo>
                        <a:pt x="0" y="0"/>
                      </a:lnTo>
                      <a:lnTo>
                        <a:pt x="0" y="3"/>
                      </a:lnTo>
                      <a:lnTo>
                        <a:pt x="2" y="3"/>
                      </a:lnTo>
                      <a:lnTo>
                        <a:pt x="2" y="0"/>
                      </a:lnTo>
                      <a:lnTo>
                        <a:pt x="2"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3" name="Freeform 174"/>
                <p:cNvSpPr>
                  <a:spLocks/>
                </p:cNvSpPr>
                <p:nvPr/>
              </p:nvSpPr>
              <p:spPr bwMode="auto">
                <a:xfrm>
                  <a:off x="-3200" y="2256"/>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4" name="Freeform 175"/>
                <p:cNvSpPr>
                  <a:spLocks noEditPoints="1"/>
                </p:cNvSpPr>
                <p:nvPr/>
              </p:nvSpPr>
              <p:spPr bwMode="auto">
                <a:xfrm>
                  <a:off x="-3161" y="1524"/>
                  <a:ext cx="152" cy="733"/>
                </a:xfrm>
                <a:custGeom>
                  <a:avLst/>
                  <a:gdLst/>
                  <a:ahLst/>
                  <a:cxnLst>
                    <a:cxn ang="0">
                      <a:pos x="50" y="195"/>
                    </a:cxn>
                    <a:cxn ang="0">
                      <a:pos x="48" y="195"/>
                    </a:cxn>
                    <a:cxn ang="0">
                      <a:pos x="62" y="309"/>
                    </a:cxn>
                    <a:cxn ang="0">
                      <a:pos x="64" y="309"/>
                    </a:cxn>
                    <a:cxn ang="0">
                      <a:pos x="50" y="195"/>
                    </a:cxn>
                    <a:cxn ang="0">
                      <a:pos x="29" y="98"/>
                    </a:cxn>
                    <a:cxn ang="0">
                      <a:pos x="27" y="98"/>
                    </a:cxn>
                    <a:cxn ang="0">
                      <a:pos x="48" y="194"/>
                    </a:cxn>
                    <a:cxn ang="0">
                      <a:pos x="50" y="194"/>
                    </a:cxn>
                    <a:cxn ang="0">
                      <a:pos x="29" y="98"/>
                    </a:cxn>
                    <a:cxn ang="0">
                      <a:pos x="2" y="0"/>
                    </a:cxn>
                    <a:cxn ang="0">
                      <a:pos x="0" y="0"/>
                    </a:cxn>
                    <a:cxn ang="0">
                      <a:pos x="2" y="9"/>
                    </a:cxn>
                    <a:cxn ang="0">
                      <a:pos x="19" y="66"/>
                    </a:cxn>
                    <a:cxn ang="0">
                      <a:pos x="21" y="66"/>
                    </a:cxn>
                    <a:cxn ang="0">
                      <a:pos x="21" y="67"/>
                    </a:cxn>
                    <a:cxn ang="0">
                      <a:pos x="19" y="67"/>
                    </a:cxn>
                    <a:cxn ang="0">
                      <a:pos x="27" y="97"/>
                    </a:cxn>
                    <a:cxn ang="0">
                      <a:pos x="29" y="97"/>
                    </a:cxn>
                    <a:cxn ang="0">
                      <a:pos x="2" y="0"/>
                    </a:cxn>
                  </a:cxnLst>
                  <a:rect l="0" t="0" r="r" b="b"/>
                  <a:pathLst>
                    <a:path w="64" h="309">
                      <a:moveTo>
                        <a:pt x="50" y="195"/>
                      </a:moveTo>
                      <a:cubicBezTo>
                        <a:pt x="48" y="195"/>
                        <a:pt x="48" y="195"/>
                        <a:pt x="48" y="195"/>
                      </a:cubicBezTo>
                      <a:cubicBezTo>
                        <a:pt x="55" y="233"/>
                        <a:pt x="61" y="273"/>
                        <a:pt x="62" y="309"/>
                      </a:cubicBezTo>
                      <a:cubicBezTo>
                        <a:pt x="64" y="309"/>
                        <a:pt x="64" y="309"/>
                        <a:pt x="64" y="309"/>
                      </a:cubicBezTo>
                      <a:cubicBezTo>
                        <a:pt x="63" y="273"/>
                        <a:pt x="57" y="233"/>
                        <a:pt x="50" y="195"/>
                      </a:cubicBezTo>
                      <a:moveTo>
                        <a:pt x="29" y="98"/>
                      </a:moveTo>
                      <a:cubicBezTo>
                        <a:pt x="27" y="98"/>
                        <a:pt x="27" y="98"/>
                        <a:pt x="27" y="98"/>
                      </a:cubicBezTo>
                      <a:cubicBezTo>
                        <a:pt x="34" y="127"/>
                        <a:pt x="42" y="160"/>
                        <a:pt x="48" y="194"/>
                      </a:cubicBezTo>
                      <a:cubicBezTo>
                        <a:pt x="50" y="194"/>
                        <a:pt x="50" y="194"/>
                        <a:pt x="50" y="194"/>
                      </a:cubicBezTo>
                      <a:cubicBezTo>
                        <a:pt x="44" y="160"/>
                        <a:pt x="36" y="127"/>
                        <a:pt x="29" y="98"/>
                      </a:cubicBezTo>
                      <a:moveTo>
                        <a:pt x="2" y="0"/>
                      </a:moveTo>
                      <a:cubicBezTo>
                        <a:pt x="0" y="0"/>
                        <a:pt x="0" y="0"/>
                        <a:pt x="0" y="0"/>
                      </a:cubicBezTo>
                      <a:cubicBezTo>
                        <a:pt x="0" y="0"/>
                        <a:pt x="1" y="3"/>
                        <a:pt x="2" y="9"/>
                      </a:cubicBezTo>
                      <a:cubicBezTo>
                        <a:pt x="5" y="19"/>
                        <a:pt x="12" y="40"/>
                        <a:pt x="19" y="66"/>
                      </a:cubicBezTo>
                      <a:cubicBezTo>
                        <a:pt x="21" y="66"/>
                        <a:pt x="21" y="66"/>
                        <a:pt x="21" y="66"/>
                      </a:cubicBezTo>
                      <a:cubicBezTo>
                        <a:pt x="21" y="67"/>
                        <a:pt x="21" y="67"/>
                        <a:pt x="21" y="67"/>
                      </a:cubicBezTo>
                      <a:cubicBezTo>
                        <a:pt x="19" y="67"/>
                        <a:pt x="19" y="67"/>
                        <a:pt x="19" y="67"/>
                      </a:cubicBezTo>
                      <a:cubicBezTo>
                        <a:pt x="21" y="77"/>
                        <a:pt x="24" y="87"/>
                        <a:pt x="27" y="97"/>
                      </a:cubicBezTo>
                      <a:cubicBezTo>
                        <a:pt x="29" y="97"/>
                        <a:pt x="29" y="97"/>
                        <a:pt x="29" y="97"/>
                      </a:cubicBezTo>
                      <a:cubicBezTo>
                        <a:pt x="15" y="41"/>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5" name="Freeform 176"/>
                <p:cNvSpPr>
                  <a:spLocks/>
                </p:cNvSpPr>
                <p:nvPr/>
              </p:nvSpPr>
              <p:spPr bwMode="auto">
                <a:xfrm>
                  <a:off x="-3097"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6" name="Freeform 177"/>
                <p:cNvSpPr>
                  <a:spLocks/>
                </p:cNvSpPr>
                <p:nvPr/>
              </p:nvSpPr>
              <p:spPr bwMode="auto">
                <a:xfrm>
                  <a:off x="-3116" y="1682"/>
                  <a:ext cx="5" cy="3"/>
                </a:xfrm>
                <a:custGeom>
                  <a:avLst/>
                  <a:gdLst/>
                  <a:ahLst/>
                  <a:cxnLst>
                    <a:cxn ang="0">
                      <a:pos x="0" y="0"/>
                    </a:cxn>
                    <a:cxn ang="0">
                      <a:pos x="0" y="1"/>
                    </a:cxn>
                    <a:cxn ang="0">
                      <a:pos x="2" y="1"/>
                    </a:cxn>
                    <a:cxn ang="0">
                      <a:pos x="2" y="0"/>
                    </a:cxn>
                  </a:cxnLst>
                  <a:rect l="0" t="0" r="r" b="b"/>
                  <a:pathLst>
                    <a:path w="2" h="1">
                      <a:moveTo>
                        <a:pt x="0" y="0"/>
                      </a:move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7" name="Line 178"/>
                <p:cNvSpPr>
                  <a:spLocks noChangeShapeType="1"/>
                </p:cNvSpPr>
                <p:nvPr/>
              </p:nvSpPr>
              <p:spPr bwMode="auto">
                <a:xfrm>
                  <a:off x="-3111" y="1682"/>
                  <a:ext cx="2" cy="0"/>
                </a:xfrm>
                <a:prstGeom prst="line">
                  <a:avLst/>
                </a:prstGeom>
                <a:no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8" name="Line 179"/>
                <p:cNvSpPr>
                  <a:spLocks noChangeShapeType="1"/>
                </p:cNvSpPr>
                <p:nvPr/>
              </p:nvSpPr>
              <p:spPr bwMode="auto">
                <a:xfrm>
                  <a:off x="-3111" y="1682"/>
                  <a:ext cx="2" cy="0"/>
                </a:xfrm>
                <a:prstGeom prst="line">
                  <a:avLst/>
                </a:prstGeom>
                <a:no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19" name="Freeform 180"/>
                <p:cNvSpPr>
                  <a:spLocks noEditPoints="1"/>
                </p:cNvSpPr>
                <p:nvPr/>
              </p:nvSpPr>
              <p:spPr bwMode="auto">
                <a:xfrm>
                  <a:off x="-3014" y="2260"/>
                  <a:ext cx="92" cy="1016"/>
                </a:xfrm>
                <a:custGeom>
                  <a:avLst/>
                  <a:gdLst/>
                  <a:ahLst/>
                  <a:cxnLst>
                    <a:cxn ang="0">
                      <a:pos x="26" y="343"/>
                    </a:cxn>
                    <a:cxn ang="0">
                      <a:pos x="24" y="343"/>
                    </a:cxn>
                    <a:cxn ang="0">
                      <a:pos x="37" y="429"/>
                    </a:cxn>
                    <a:cxn ang="0">
                      <a:pos x="39" y="429"/>
                    </a:cxn>
                    <a:cxn ang="0">
                      <a:pos x="30" y="378"/>
                    </a:cxn>
                    <a:cxn ang="0">
                      <a:pos x="26" y="345"/>
                    </a:cxn>
                    <a:cxn ang="0">
                      <a:pos x="26" y="343"/>
                    </a:cxn>
                    <a:cxn ang="0">
                      <a:pos x="13" y="255"/>
                    </a:cxn>
                    <a:cxn ang="0">
                      <a:pos x="11" y="255"/>
                    </a:cxn>
                    <a:cxn ang="0">
                      <a:pos x="23" y="333"/>
                    </a:cxn>
                    <a:cxn ang="0">
                      <a:pos x="23" y="333"/>
                    </a:cxn>
                    <a:cxn ang="0">
                      <a:pos x="24" y="342"/>
                    </a:cxn>
                    <a:cxn ang="0">
                      <a:pos x="26" y="342"/>
                    </a:cxn>
                    <a:cxn ang="0">
                      <a:pos x="25" y="333"/>
                    </a:cxn>
                    <a:cxn ang="0">
                      <a:pos x="25" y="333"/>
                    </a:cxn>
                    <a:cxn ang="0">
                      <a:pos x="25" y="333"/>
                    </a:cxn>
                    <a:cxn ang="0">
                      <a:pos x="13" y="255"/>
                    </a:cxn>
                    <a:cxn ang="0">
                      <a:pos x="10" y="233"/>
                    </a:cxn>
                    <a:cxn ang="0">
                      <a:pos x="8" y="233"/>
                    </a:cxn>
                    <a:cxn ang="0">
                      <a:pos x="11" y="254"/>
                    </a:cxn>
                    <a:cxn ang="0">
                      <a:pos x="13" y="254"/>
                    </a:cxn>
                    <a:cxn ang="0">
                      <a:pos x="10" y="233"/>
                    </a:cxn>
                    <a:cxn ang="0">
                      <a:pos x="4" y="102"/>
                    </a:cxn>
                    <a:cxn ang="0">
                      <a:pos x="2" y="102"/>
                    </a:cxn>
                    <a:cxn ang="0">
                      <a:pos x="2" y="113"/>
                    </a:cxn>
                    <a:cxn ang="0">
                      <a:pos x="2" y="132"/>
                    </a:cxn>
                    <a:cxn ang="0">
                      <a:pos x="8" y="232"/>
                    </a:cxn>
                    <a:cxn ang="0">
                      <a:pos x="10" y="232"/>
                    </a:cxn>
                    <a:cxn ang="0">
                      <a:pos x="4" y="132"/>
                    </a:cxn>
                    <a:cxn ang="0">
                      <a:pos x="4" y="118"/>
                    </a:cxn>
                    <a:cxn ang="0">
                      <a:pos x="4" y="113"/>
                    </a:cxn>
                    <a:cxn ang="0">
                      <a:pos x="4" y="113"/>
                    </a:cxn>
                    <a:cxn ang="0">
                      <a:pos x="4" y="113"/>
                    </a:cxn>
                    <a:cxn ang="0">
                      <a:pos x="4" y="102"/>
                    </a:cxn>
                    <a:cxn ang="0">
                      <a:pos x="2" y="0"/>
                    </a:cxn>
                    <a:cxn ang="0">
                      <a:pos x="0" y="0"/>
                    </a:cxn>
                    <a:cxn ang="0">
                      <a:pos x="0" y="5"/>
                    </a:cxn>
                    <a:cxn ang="0">
                      <a:pos x="0" y="5"/>
                    </a:cxn>
                    <a:cxn ang="0">
                      <a:pos x="0" y="5"/>
                    </a:cxn>
                    <a:cxn ang="0">
                      <a:pos x="0" y="5"/>
                    </a:cxn>
                    <a:cxn ang="0">
                      <a:pos x="2" y="101"/>
                    </a:cxn>
                    <a:cxn ang="0">
                      <a:pos x="4" y="101"/>
                    </a:cxn>
                    <a:cxn ang="0">
                      <a:pos x="2" y="5"/>
                    </a:cxn>
                    <a:cxn ang="0">
                      <a:pos x="2" y="5"/>
                    </a:cxn>
                    <a:cxn ang="0">
                      <a:pos x="2" y="0"/>
                    </a:cxn>
                  </a:cxnLst>
                  <a:rect l="0" t="0" r="r" b="b"/>
                  <a:pathLst>
                    <a:path w="39" h="429">
                      <a:moveTo>
                        <a:pt x="26" y="343"/>
                      </a:moveTo>
                      <a:cubicBezTo>
                        <a:pt x="24" y="343"/>
                        <a:pt x="24" y="343"/>
                        <a:pt x="24" y="343"/>
                      </a:cubicBezTo>
                      <a:cubicBezTo>
                        <a:pt x="26" y="358"/>
                        <a:pt x="29" y="390"/>
                        <a:pt x="37" y="429"/>
                      </a:cubicBezTo>
                      <a:cubicBezTo>
                        <a:pt x="39" y="429"/>
                        <a:pt x="39" y="429"/>
                        <a:pt x="39" y="429"/>
                      </a:cubicBezTo>
                      <a:cubicBezTo>
                        <a:pt x="35" y="410"/>
                        <a:pt x="32" y="393"/>
                        <a:pt x="30" y="378"/>
                      </a:cubicBezTo>
                      <a:cubicBezTo>
                        <a:pt x="28" y="364"/>
                        <a:pt x="27" y="353"/>
                        <a:pt x="26" y="345"/>
                      </a:cubicBezTo>
                      <a:cubicBezTo>
                        <a:pt x="26" y="344"/>
                        <a:pt x="26" y="344"/>
                        <a:pt x="26" y="343"/>
                      </a:cubicBezTo>
                      <a:moveTo>
                        <a:pt x="13" y="255"/>
                      </a:moveTo>
                      <a:cubicBezTo>
                        <a:pt x="11" y="255"/>
                        <a:pt x="11" y="255"/>
                        <a:pt x="11" y="255"/>
                      </a:cubicBezTo>
                      <a:cubicBezTo>
                        <a:pt x="14" y="279"/>
                        <a:pt x="18" y="305"/>
                        <a:pt x="23" y="333"/>
                      </a:cubicBezTo>
                      <a:cubicBezTo>
                        <a:pt x="23" y="333"/>
                        <a:pt x="23" y="333"/>
                        <a:pt x="23" y="333"/>
                      </a:cubicBezTo>
                      <a:cubicBezTo>
                        <a:pt x="23" y="334"/>
                        <a:pt x="24" y="337"/>
                        <a:pt x="24" y="342"/>
                      </a:cubicBezTo>
                      <a:cubicBezTo>
                        <a:pt x="26" y="342"/>
                        <a:pt x="26" y="342"/>
                        <a:pt x="26" y="342"/>
                      </a:cubicBezTo>
                      <a:cubicBezTo>
                        <a:pt x="25" y="336"/>
                        <a:pt x="25" y="333"/>
                        <a:pt x="25" y="333"/>
                      </a:cubicBezTo>
                      <a:cubicBezTo>
                        <a:pt x="25" y="333"/>
                        <a:pt x="25" y="333"/>
                        <a:pt x="25" y="333"/>
                      </a:cubicBezTo>
                      <a:cubicBezTo>
                        <a:pt x="25" y="333"/>
                        <a:pt x="25" y="333"/>
                        <a:pt x="25" y="333"/>
                      </a:cubicBezTo>
                      <a:cubicBezTo>
                        <a:pt x="20" y="305"/>
                        <a:pt x="16" y="279"/>
                        <a:pt x="13" y="255"/>
                      </a:cubicBezTo>
                      <a:moveTo>
                        <a:pt x="10" y="233"/>
                      </a:moveTo>
                      <a:cubicBezTo>
                        <a:pt x="8" y="233"/>
                        <a:pt x="8" y="233"/>
                        <a:pt x="8" y="233"/>
                      </a:cubicBezTo>
                      <a:cubicBezTo>
                        <a:pt x="9" y="240"/>
                        <a:pt x="10" y="247"/>
                        <a:pt x="11" y="254"/>
                      </a:cubicBezTo>
                      <a:cubicBezTo>
                        <a:pt x="13" y="254"/>
                        <a:pt x="13" y="254"/>
                        <a:pt x="13" y="254"/>
                      </a:cubicBezTo>
                      <a:cubicBezTo>
                        <a:pt x="12" y="247"/>
                        <a:pt x="11" y="240"/>
                        <a:pt x="10" y="233"/>
                      </a:cubicBezTo>
                      <a:moveTo>
                        <a:pt x="4" y="102"/>
                      </a:moveTo>
                      <a:cubicBezTo>
                        <a:pt x="2" y="102"/>
                        <a:pt x="2" y="102"/>
                        <a:pt x="2" y="102"/>
                      </a:cubicBezTo>
                      <a:cubicBezTo>
                        <a:pt x="2" y="105"/>
                        <a:pt x="2" y="109"/>
                        <a:pt x="2" y="113"/>
                      </a:cubicBezTo>
                      <a:cubicBezTo>
                        <a:pt x="2" y="113"/>
                        <a:pt x="2" y="120"/>
                        <a:pt x="2" y="132"/>
                      </a:cubicBezTo>
                      <a:cubicBezTo>
                        <a:pt x="2" y="152"/>
                        <a:pt x="3" y="186"/>
                        <a:pt x="8" y="232"/>
                      </a:cubicBezTo>
                      <a:cubicBezTo>
                        <a:pt x="10" y="232"/>
                        <a:pt x="10" y="232"/>
                        <a:pt x="10" y="232"/>
                      </a:cubicBezTo>
                      <a:cubicBezTo>
                        <a:pt x="5" y="186"/>
                        <a:pt x="4" y="152"/>
                        <a:pt x="4" y="132"/>
                      </a:cubicBezTo>
                      <a:cubicBezTo>
                        <a:pt x="4" y="126"/>
                        <a:pt x="4" y="121"/>
                        <a:pt x="4" y="118"/>
                      </a:cubicBezTo>
                      <a:cubicBezTo>
                        <a:pt x="4" y="115"/>
                        <a:pt x="4" y="113"/>
                        <a:pt x="4" y="113"/>
                      </a:cubicBezTo>
                      <a:cubicBezTo>
                        <a:pt x="4" y="113"/>
                        <a:pt x="4" y="113"/>
                        <a:pt x="4" y="113"/>
                      </a:cubicBezTo>
                      <a:cubicBezTo>
                        <a:pt x="4" y="113"/>
                        <a:pt x="4" y="113"/>
                        <a:pt x="4" y="113"/>
                      </a:cubicBezTo>
                      <a:cubicBezTo>
                        <a:pt x="4" y="109"/>
                        <a:pt x="4" y="106"/>
                        <a:pt x="4" y="102"/>
                      </a:cubicBezTo>
                      <a:moveTo>
                        <a:pt x="2" y="0"/>
                      </a:moveTo>
                      <a:cubicBezTo>
                        <a:pt x="0" y="0"/>
                        <a:pt x="0" y="0"/>
                        <a:pt x="0" y="0"/>
                      </a:cubicBezTo>
                      <a:cubicBezTo>
                        <a:pt x="0" y="1"/>
                        <a:pt x="0" y="3"/>
                        <a:pt x="0" y="5"/>
                      </a:cubicBezTo>
                      <a:cubicBezTo>
                        <a:pt x="0" y="5"/>
                        <a:pt x="0" y="5"/>
                        <a:pt x="0" y="5"/>
                      </a:cubicBezTo>
                      <a:cubicBezTo>
                        <a:pt x="0" y="5"/>
                        <a:pt x="0" y="5"/>
                        <a:pt x="0" y="5"/>
                      </a:cubicBezTo>
                      <a:cubicBezTo>
                        <a:pt x="0" y="5"/>
                        <a:pt x="0" y="5"/>
                        <a:pt x="0" y="5"/>
                      </a:cubicBezTo>
                      <a:cubicBezTo>
                        <a:pt x="0" y="6"/>
                        <a:pt x="1" y="19"/>
                        <a:pt x="2" y="101"/>
                      </a:cubicBezTo>
                      <a:cubicBezTo>
                        <a:pt x="4" y="101"/>
                        <a:pt x="4" y="101"/>
                        <a:pt x="4" y="101"/>
                      </a:cubicBezTo>
                      <a:cubicBezTo>
                        <a:pt x="3" y="13"/>
                        <a:pt x="2" y="5"/>
                        <a:pt x="2" y="5"/>
                      </a:cubicBezTo>
                      <a:cubicBezTo>
                        <a:pt x="2" y="5"/>
                        <a:pt x="2" y="5"/>
                        <a:pt x="2" y="5"/>
                      </a:cubicBezTo>
                      <a:cubicBezTo>
                        <a:pt x="2" y="3"/>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0" name="Freeform 181"/>
                <p:cNvSpPr>
                  <a:spLocks/>
                </p:cNvSpPr>
                <p:nvPr/>
              </p:nvSpPr>
              <p:spPr bwMode="auto">
                <a:xfrm>
                  <a:off x="-2958" y="3070"/>
                  <a:ext cx="6"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1" name="Freeform 182"/>
                <p:cNvSpPr>
                  <a:spLocks/>
                </p:cNvSpPr>
                <p:nvPr/>
              </p:nvSpPr>
              <p:spPr bwMode="auto">
                <a:xfrm>
                  <a:off x="-2988" y="2861"/>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2" name="Freeform 183"/>
                <p:cNvSpPr>
                  <a:spLocks/>
                </p:cNvSpPr>
                <p:nvPr/>
              </p:nvSpPr>
              <p:spPr bwMode="auto">
                <a:xfrm>
                  <a:off x="-2926" y="3278"/>
                  <a:ext cx="23" cy="77"/>
                </a:xfrm>
                <a:custGeom>
                  <a:avLst/>
                  <a:gdLst/>
                  <a:ahLst/>
                  <a:cxnLst>
                    <a:cxn ang="0">
                      <a:pos x="2" y="0"/>
                    </a:cxn>
                    <a:cxn ang="0">
                      <a:pos x="0" y="0"/>
                    </a:cxn>
                    <a:cxn ang="0">
                      <a:pos x="8" y="32"/>
                    </a:cxn>
                    <a:cxn ang="0">
                      <a:pos x="10" y="32"/>
                    </a:cxn>
                    <a:cxn ang="0">
                      <a:pos x="2" y="0"/>
                    </a:cxn>
                  </a:cxnLst>
                  <a:rect l="0" t="0" r="r" b="b"/>
                  <a:pathLst>
                    <a:path w="10" h="32">
                      <a:moveTo>
                        <a:pt x="2" y="0"/>
                      </a:moveTo>
                      <a:cubicBezTo>
                        <a:pt x="0" y="0"/>
                        <a:pt x="0" y="0"/>
                        <a:pt x="0" y="0"/>
                      </a:cubicBezTo>
                      <a:cubicBezTo>
                        <a:pt x="2" y="10"/>
                        <a:pt x="5" y="21"/>
                        <a:pt x="8" y="32"/>
                      </a:cubicBezTo>
                      <a:cubicBezTo>
                        <a:pt x="10" y="32"/>
                        <a:pt x="10" y="32"/>
                        <a:pt x="10" y="32"/>
                      </a:cubicBezTo>
                      <a:cubicBezTo>
                        <a:pt x="7" y="21"/>
                        <a:pt x="5" y="1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3" name="Freeform 184"/>
                <p:cNvSpPr>
                  <a:spLocks/>
                </p:cNvSpPr>
                <p:nvPr/>
              </p:nvSpPr>
              <p:spPr bwMode="auto">
                <a:xfrm>
                  <a:off x="-2996" y="2810"/>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4" name="Freeform 185"/>
                <p:cNvSpPr>
                  <a:spLocks/>
                </p:cNvSpPr>
                <p:nvPr/>
              </p:nvSpPr>
              <p:spPr bwMode="auto">
                <a:xfrm>
                  <a:off x="-2926"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5" name="Freeform 186"/>
                <p:cNvSpPr>
                  <a:spLocks/>
                </p:cNvSpPr>
                <p:nvPr/>
              </p:nvSpPr>
              <p:spPr bwMode="auto">
                <a:xfrm>
                  <a:off x="-2908" y="3357"/>
                  <a:ext cx="20" cy="57"/>
                </a:xfrm>
                <a:custGeom>
                  <a:avLst/>
                  <a:gdLst/>
                  <a:ahLst/>
                  <a:cxnLst>
                    <a:cxn ang="0">
                      <a:pos x="2" y="0"/>
                    </a:cxn>
                    <a:cxn ang="0">
                      <a:pos x="0" y="0"/>
                    </a:cxn>
                    <a:cxn ang="0">
                      <a:pos x="6" y="24"/>
                    </a:cxn>
                    <a:cxn ang="0">
                      <a:pos x="8" y="24"/>
                    </a:cxn>
                    <a:cxn ang="0">
                      <a:pos x="2" y="0"/>
                    </a:cxn>
                  </a:cxnLst>
                  <a:rect l="0" t="0" r="r" b="b"/>
                  <a:pathLst>
                    <a:path w="8" h="24">
                      <a:moveTo>
                        <a:pt x="2" y="0"/>
                      </a:moveTo>
                      <a:cubicBezTo>
                        <a:pt x="0" y="0"/>
                        <a:pt x="0" y="0"/>
                        <a:pt x="0" y="0"/>
                      </a:cubicBezTo>
                      <a:cubicBezTo>
                        <a:pt x="2" y="8"/>
                        <a:pt x="4" y="16"/>
                        <a:pt x="6" y="24"/>
                      </a:cubicBezTo>
                      <a:cubicBezTo>
                        <a:pt x="8" y="24"/>
                        <a:pt x="8" y="24"/>
                        <a:pt x="8" y="24"/>
                      </a:cubicBezTo>
                      <a:cubicBezTo>
                        <a:pt x="6" y="16"/>
                        <a:pt x="4" y="8"/>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6" name="Freeform 187"/>
                <p:cNvSpPr>
                  <a:spLocks/>
                </p:cNvSpPr>
                <p:nvPr/>
              </p:nvSpPr>
              <p:spPr bwMode="auto">
                <a:xfrm>
                  <a:off x="-2908" y="3355"/>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7" name="Freeform 188"/>
                <p:cNvSpPr>
                  <a:spLocks/>
                </p:cNvSpPr>
                <p:nvPr/>
              </p:nvSpPr>
              <p:spPr bwMode="auto">
                <a:xfrm>
                  <a:off x="-3009"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8" name="Freeform 189"/>
                <p:cNvSpPr>
                  <a:spLocks/>
                </p:cNvSpPr>
                <p:nvPr/>
              </p:nvSpPr>
              <p:spPr bwMode="auto">
                <a:xfrm>
                  <a:off x="-3014"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29" name="Freeform 190"/>
                <p:cNvSpPr>
                  <a:spLocks/>
                </p:cNvSpPr>
                <p:nvPr/>
              </p:nvSpPr>
              <p:spPr bwMode="auto">
                <a:xfrm>
                  <a:off x="-2903" y="1987"/>
                  <a:ext cx="83" cy="270"/>
                </a:xfrm>
                <a:custGeom>
                  <a:avLst/>
                  <a:gdLst/>
                  <a:ahLst/>
                  <a:cxnLst>
                    <a:cxn ang="0">
                      <a:pos x="2" y="0"/>
                    </a:cxn>
                    <a:cxn ang="0">
                      <a:pos x="0" y="0"/>
                    </a:cxn>
                    <a:cxn ang="0">
                      <a:pos x="0" y="5"/>
                    </a:cxn>
                    <a:cxn ang="0">
                      <a:pos x="1" y="5"/>
                    </a:cxn>
                    <a:cxn ang="0">
                      <a:pos x="1" y="5"/>
                    </a:cxn>
                    <a:cxn ang="0">
                      <a:pos x="2" y="8"/>
                    </a:cxn>
                    <a:cxn ang="0">
                      <a:pos x="33" y="114"/>
                    </a:cxn>
                    <a:cxn ang="0">
                      <a:pos x="35" y="114"/>
                    </a:cxn>
                    <a:cxn ang="0">
                      <a:pos x="32" y="101"/>
                    </a:cxn>
                    <a:cxn ang="0">
                      <a:pos x="30" y="101"/>
                    </a:cxn>
                    <a:cxn ang="0">
                      <a:pos x="30" y="100"/>
                    </a:cxn>
                    <a:cxn ang="0">
                      <a:pos x="32" y="100"/>
                    </a:cxn>
                    <a:cxn ang="0">
                      <a:pos x="2" y="4"/>
                    </a:cxn>
                    <a:cxn ang="0">
                      <a:pos x="2" y="0"/>
                    </a:cxn>
                  </a:cxnLst>
                  <a:rect l="0" t="0" r="r" b="b"/>
                  <a:pathLst>
                    <a:path w="35" h="114">
                      <a:moveTo>
                        <a:pt x="2" y="0"/>
                      </a:moveTo>
                      <a:cubicBezTo>
                        <a:pt x="0" y="0"/>
                        <a:pt x="0" y="0"/>
                        <a:pt x="0" y="0"/>
                      </a:cubicBezTo>
                      <a:cubicBezTo>
                        <a:pt x="0" y="1"/>
                        <a:pt x="0" y="3"/>
                        <a:pt x="0" y="5"/>
                      </a:cubicBezTo>
                      <a:cubicBezTo>
                        <a:pt x="1" y="5"/>
                        <a:pt x="1" y="5"/>
                        <a:pt x="1" y="5"/>
                      </a:cubicBezTo>
                      <a:cubicBezTo>
                        <a:pt x="1" y="5"/>
                        <a:pt x="1" y="5"/>
                        <a:pt x="1" y="5"/>
                      </a:cubicBezTo>
                      <a:cubicBezTo>
                        <a:pt x="1" y="5"/>
                        <a:pt x="1" y="6"/>
                        <a:pt x="2" y="8"/>
                      </a:cubicBezTo>
                      <a:cubicBezTo>
                        <a:pt x="7" y="20"/>
                        <a:pt x="23" y="60"/>
                        <a:pt x="33" y="114"/>
                      </a:cubicBezTo>
                      <a:cubicBezTo>
                        <a:pt x="35" y="114"/>
                        <a:pt x="35" y="114"/>
                        <a:pt x="35" y="114"/>
                      </a:cubicBezTo>
                      <a:cubicBezTo>
                        <a:pt x="34" y="109"/>
                        <a:pt x="33" y="105"/>
                        <a:pt x="32" y="101"/>
                      </a:cubicBezTo>
                      <a:cubicBezTo>
                        <a:pt x="30" y="101"/>
                        <a:pt x="30" y="101"/>
                        <a:pt x="30" y="101"/>
                      </a:cubicBezTo>
                      <a:cubicBezTo>
                        <a:pt x="30" y="100"/>
                        <a:pt x="30" y="100"/>
                        <a:pt x="30" y="100"/>
                      </a:cubicBezTo>
                      <a:cubicBezTo>
                        <a:pt x="32" y="100"/>
                        <a:pt x="32" y="100"/>
                        <a:pt x="32" y="100"/>
                      </a:cubicBezTo>
                      <a:cubicBezTo>
                        <a:pt x="20" y="45"/>
                        <a:pt x="3" y="7"/>
                        <a:pt x="2" y="4"/>
                      </a:cubicBezTo>
                      <a:cubicBezTo>
                        <a:pt x="2" y="3"/>
                        <a:pt x="2" y="1"/>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0" name="Freeform 191"/>
                <p:cNvSpPr>
                  <a:spLocks/>
                </p:cNvSpPr>
                <p:nvPr/>
              </p:nvSpPr>
              <p:spPr bwMode="auto">
                <a:xfrm>
                  <a:off x="-2832" y="2222"/>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1" name="Freeform 192"/>
                <p:cNvSpPr>
                  <a:spLocks noEditPoints="1"/>
                </p:cNvSpPr>
                <p:nvPr/>
              </p:nvSpPr>
              <p:spPr bwMode="auto">
                <a:xfrm>
                  <a:off x="-3112" y="1522"/>
                  <a:ext cx="214" cy="462"/>
                </a:xfrm>
                <a:custGeom>
                  <a:avLst/>
                  <a:gdLst/>
                  <a:ahLst/>
                  <a:cxnLst>
                    <a:cxn ang="0">
                      <a:pos x="67" y="99"/>
                    </a:cxn>
                    <a:cxn ang="0">
                      <a:pos x="65" y="99"/>
                    </a:cxn>
                    <a:cxn ang="0">
                      <a:pos x="89" y="195"/>
                    </a:cxn>
                    <a:cxn ang="0">
                      <a:pos x="91" y="195"/>
                    </a:cxn>
                    <a:cxn ang="0">
                      <a:pos x="67" y="99"/>
                    </a:cxn>
                    <a:cxn ang="0">
                      <a:pos x="53" y="68"/>
                    </a:cxn>
                    <a:cxn ang="0">
                      <a:pos x="53" y="68"/>
                    </a:cxn>
                    <a:cxn ang="0">
                      <a:pos x="51" y="68"/>
                    </a:cxn>
                    <a:cxn ang="0">
                      <a:pos x="64" y="98"/>
                    </a:cxn>
                    <a:cxn ang="0">
                      <a:pos x="66" y="98"/>
                    </a:cxn>
                    <a:cxn ang="0">
                      <a:pos x="53" y="68"/>
                    </a:cxn>
                    <a:cxn ang="0">
                      <a:pos x="2" y="0"/>
                    </a:cxn>
                    <a:cxn ang="0">
                      <a:pos x="1" y="0"/>
                    </a:cxn>
                    <a:cxn ang="0">
                      <a:pos x="0" y="1"/>
                    </a:cxn>
                    <a:cxn ang="0">
                      <a:pos x="1" y="2"/>
                    </a:cxn>
                    <a:cxn ang="0">
                      <a:pos x="50" y="67"/>
                    </a:cxn>
                    <a:cxn ang="0">
                      <a:pos x="52" y="67"/>
                    </a:cxn>
                    <a:cxn ang="0">
                      <a:pos x="2" y="0"/>
                    </a:cxn>
                  </a:cxnLst>
                  <a:rect l="0" t="0" r="r" b="b"/>
                  <a:pathLst>
                    <a:path w="91" h="195">
                      <a:moveTo>
                        <a:pt x="67" y="99"/>
                      </a:moveTo>
                      <a:cubicBezTo>
                        <a:pt x="65" y="99"/>
                        <a:pt x="65" y="99"/>
                        <a:pt x="65" y="99"/>
                      </a:cubicBezTo>
                      <a:cubicBezTo>
                        <a:pt x="75" y="125"/>
                        <a:pt x="84" y="157"/>
                        <a:pt x="89" y="195"/>
                      </a:cubicBezTo>
                      <a:cubicBezTo>
                        <a:pt x="91" y="195"/>
                        <a:pt x="91" y="195"/>
                        <a:pt x="91" y="195"/>
                      </a:cubicBezTo>
                      <a:cubicBezTo>
                        <a:pt x="86" y="157"/>
                        <a:pt x="77" y="125"/>
                        <a:pt x="67" y="99"/>
                      </a:cubicBezTo>
                      <a:moveTo>
                        <a:pt x="53" y="68"/>
                      </a:moveTo>
                      <a:cubicBezTo>
                        <a:pt x="53" y="68"/>
                        <a:pt x="53" y="68"/>
                        <a:pt x="53" y="68"/>
                      </a:cubicBezTo>
                      <a:cubicBezTo>
                        <a:pt x="51" y="68"/>
                        <a:pt x="51" y="68"/>
                        <a:pt x="51" y="68"/>
                      </a:cubicBezTo>
                      <a:cubicBezTo>
                        <a:pt x="55" y="77"/>
                        <a:pt x="60" y="87"/>
                        <a:pt x="64" y="98"/>
                      </a:cubicBezTo>
                      <a:cubicBezTo>
                        <a:pt x="66" y="98"/>
                        <a:pt x="66" y="98"/>
                        <a:pt x="66" y="98"/>
                      </a:cubicBezTo>
                      <a:cubicBezTo>
                        <a:pt x="62" y="87"/>
                        <a:pt x="57" y="77"/>
                        <a:pt x="53" y="68"/>
                      </a:cubicBezTo>
                      <a:moveTo>
                        <a:pt x="2" y="0"/>
                      </a:moveTo>
                      <a:cubicBezTo>
                        <a:pt x="1" y="0"/>
                        <a:pt x="1" y="0"/>
                        <a:pt x="1" y="0"/>
                      </a:cubicBezTo>
                      <a:cubicBezTo>
                        <a:pt x="0" y="1"/>
                        <a:pt x="0" y="1"/>
                        <a:pt x="0" y="1"/>
                      </a:cubicBezTo>
                      <a:cubicBezTo>
                        <a:pt x="1" y="2"/>
                        <a:pt x="1" y="2"/>
                        <a:pt x="1" y="2"/>
                      </a:cubicBezTo>
                      <a:cubicBezTo>
                        <a:pt x="6" y="6"/>
                        <a:pt x="28" y="26"/>
                        <a:pt x="50" y="67"/>
                      </a:cubicBezTo>
                      <a:cubicBezTo>
                        <a:pt x="52" y="67"/>
                        <a:pt x="52" y="67"/>
                        <a:pt x="52" y="67"/>
                      </a:cubicBezTo>
                      <a:cubicBezTo>
                        <a:pt x="30" y="24"/>
                        <a:pt x="6" y="3"/>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2" name="Freeform 193"/>
                <p:cNvSpPr>
                  <a:spLocks/>
                </p:cNvSpPr>
                <p:nvPr/>
              </p:nvSpPr>
              <p:spPr bwMode="auto">
                <a:xfrm>
                  <a:off x="-2962" y="1754"/>
                  <a:ext cx="8" cy="2"/>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1"/>
                        <a:pt x="1" y="1"/>
                      </a:cubicBezTo>
                      <a:cubicBezTo>
                        <a:pt x="3" y="1"/>
                        <a:pt x="3" y="1"/>
                        <a:pt x="3"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3" name="Freeform 194"/>
                <p:cNvSpPr>
                  <a:spLocks/>
                </p:cNvSpPr>
                <p:nvPr/>
              </p:nvSpPr>
              <p:spPr bwMode="auto">
                <a:xfrm>
                  <a:off x="-2990" y="1682"/>
                  <a:ext cx="2" cy="3"/>
                </a:xfrm>
                <a:custGeom>
                  <a:avLst/>
                  <a:gdLst/>
                  <a:ahLst/>
                  <a:cxnLst>
                    <a:cxn ang="0">
                      <a:pos x="1" y="1"/>
                    </a:cxn>
                    <a:cxn ang="0">
                      <a:pos x="0" y="0"/>
                    </a:cxn>
                  </a:cxnLst>
                  <a:rect l="0" t="0" r="r" b="b"/>
                  <a:pathLst>
                    <a:path w="1" h="1">
                      <a:moveTo>
                        <a:pt x="1" y="1"/>
                      </a:moveTo>
                      <a:cubicBezTo>
                        <a:pt x="1" y="1"/>
                        <a:pt x="0" y="1"/>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4" name="Freeform 195"/>
                <p:cNvSpPr>
                  <a:spLocks/>
                </p:cNvSpPr>
                <p:nvPr/>
              </p:nvSpPr>
              <p:spPr bwMode="auto">
                <a:xfrm>
                  <a:off x="-2996" y="1682"/>
                  <a:ext cx="6" cy="3"/>
                </a:xfrm>
                <a:custGeom>
                  <a:avLst/>
                  <a:gdLst/>
                  <a:ahLst/>
                  <a:cxnLst>
                    <a:cxn ang="0">
                      <a:pos x="2" y="0"/>
                    </a:cxn>
                    <a:cxn ang="0">
                      <a:pos x="0" y="0"/>
                    </a:cxn>
                    <a:cxn ang="0">
                      <a:pos x="1" y="1"/>
                    </a:cxn>
                  </a:cxnLst>
                  <a:rect l="0" t="0" r="r" b="b"/>
                  <a:pathLst>
                    <a:path w="2" h="1">
                      <a:moveTo>
                        <a:pt x="2" y="0"/>
                      </a:moveTo>
                      <a:cubicBezTo>
                        <a:pt x="0" y="0"/>
                        <a:pt x="0" y="0"/>
                        <a:pt x="0" y="0"/>
                      </a:cubicBezTo>
                      <a:cubicBezTo>
                        <a:pt x="0" y="1"/>
                        <a:pt x="0" y="1"/>
                        <a:pt x="1" y="1"/>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5" name="Freeform 196"/>
                <p:cNvSpPr>
                  <a:spLocks noEditPoints="1"/>
                </p:cNvSpPr>
                <p:nvPr/>
              </p:nvSpPr>
              <p:spPr bwMode="auto">
                <a:xfrm>
                  <a:off x="-2824" y="2260"/>
                  <a:ext cx="26" cy="1016"/>
                </a:xfrm>
                <a:custGeom>
                  <a:avLst/>
                  <a:gdLst/>
                  <a:ahLst/>
                  <a:cxnLst>
                    <a:cxn ang="0">
                      <a:pos x="8" y="343"/>
                    </a:cxn>
                    <a:cxn ang="0">
                      <a:pos x="6" y="343"/>
                    </a:cxn>
                    <a:cxn ang="0">
                      <a:pos x="6" y="429"/>
                    </a:cxn>
                    <a:cxn ang="0">
                      <a:pos x="8" y="429"/>
                    </a:cxn>
                    <a:cxn ang="0">
                      <a:pos x="8" y="343"/>
                    </a:cxn>
                    <a:cxn ang="0">
                      <a:pos x="11" y="233"/>
                    </a:cxn>
                    <a:cxn ang="0">
                      <a:pos x="9" y="233"/>
                    </a:cxn>
                    <a:cxn ang="0">
                      <a:pos x="5" y="333"/>
                    </a:cxn>
                    <a:cxn ang="0">
                      <a:pos x="6" y="342"/>
                    </a:cxn>
                    <a:cxn ang="0">
                      <a:pos x="8" y="342"/>
                    </a:cxn>
                    <a:cxn ang="0">
                      <a:pos x="8" y="333"/>
                    </a:cxn>
                    <a:cxn ang="0">
                      <a:pos x="11" y="233"/>
                    </a:cxn>
                    <a:cxn ang="0">
                      <a:pos x="10" y="102"/>
                    </a:cxn>
                    <a:cxn ang="0">
                      <a:pos x="8" y="102"/>
                    </a:cxn>
                    <a:cxn ang="0">
                      <a:pos x="9" y="178"/>
                    </a:cxn>
                    <a:cxn ang="0">
                      <a:pos x="9" y="232"/>
                    </a:cxn>
                    <a:cxn ang="0">
                      <a:pos x="11" y="232"/>
                    </a:cxn>
                    <a:cxn ang="0">
                      <a:pos x="11" y="178"/>
                    </a:cxn>
                    <a:cxn ang="0">
                      <a:pos x="10" y="102"/>
                    </a:cxn>
                    <a:cxn ang="0">
                      <a:pos x="2" y="0"/>
                    </a:cxn>
                    <a:cxn ang="0">
                      <a:pos x="0" y="0"/>
                    </a:cxn>
                    <a:cxn ang="0">
                      <a:pos x="7" y="60"/>
                    </a:cxn>
                    <a:cxn ang="0">
                      <a:pos x="7" y="69"/>
                    </a:cxn>
                    <a:cxn ang="0">
                      <a:pos x="8" y="101"/>
                    </a:cxn>
                    <a:cxn ang="0">
                      <a:pos x="10" y="101"/>
                    </a:cxn>
                    <a:cxn ang="0">
                      <a:pos x="9" y="60"/>
                    </a:cxn>
                    <a:cxn ang="0">
                      <a:pos x="2" y="0"/>
                    </a:cxn>
                  </a:cxnLst>
                  <a:rect l="0" t="0" r="r" b="b"/>
                  <a:pathLst>
                    <a:path w="11" h="429">
                      <a:moveTo>
                        <a:pt x="8" y="343"/>
                      </a:moveTo>
                      <a:cubicBezTo>
                        <a:pt x="6" y="343"/>
                        <a:pt x="6" y="343"/>
                        <a:pt x="6" y="343"/>
                      </a:cubicBezTo>
                      <a:cubicBezTo>
                        <a:pt x="6" y="429"/>
                        <a:pt x="6" y="429"/>
                        <a:pt x="6" y="429"/>
                      </a:cubicBezTo>
                      <a:cubicBezTo>
                        <a:pt x="8" y="429"/>
                        <a:pt x="8" y="429"/>
                        <a:pt x="8" y="429"/>
                      </a:cubicBezTo>
                      <a:cubicBezTo>
                        <a:pt x="8" y="343"/>
                        <a:pt x="8" y="343"/>
                        <a:pt x="8" y="343"/>
                      </a:cubicBezTo>
                      <a:moveTo>
                        <a:pt x="11" y="233"/>
                      </a:moveTo>
                      <a:cubicBezTo>
                        <a:pt x="9" y="233"/>
                        <a:pt x="9" y="233"/>
                        <a:pt x="9" y="233"/>
                      </a:cubicBezTo>
                      <a:cubicBezTo>
                        <a:pt x="8" y="264"/>
                        <a:pt x="7" y="298"/>
                        <a:pt x="5" y="333"/>
                      </a:cubicBezTo>
                      <a:cubicBezTo>
                        <a:pt x="6" y="342"/>
                        <a:pt x="6" y="342"/>
                        <a:pt x="6" y="342"/>
                      </a:cubicBezTo>
                      <a:cubicBezTo>
                        <a:pt x="8" y="342"/>
                        <a:pt x="8" y="342"/>
                        <a:pt x="8" y="342"/>
                      </a:cubicBezTo>
                      <a:cubicBezTo>
                        <a:pt x="8" y="333"/>
                        <a:pt x="8" y="333"/>
                        <a:pt x="8" y="333"/>
                      </a:cubicBezTo>
                      <a:cubicBezTo>
                        <a:pt x="9" y="298"/>
                        <a:pt x="10" y="264"/>
                        <a:pt x="11" y="233"/>
                      </a:cubicBezTo>
                      <a:moveTo>
                        <a:pt x="10" y="102"/>
                      </a:moveTo>
                      <a:cubicBezTo>
                        <a:pt x="8" y="102"/>
                        <a:pt x="8" y="102"/>
                        <a:pt x="8" y="102"/>
                      </a:cubicBezTo>
                      <a:cubicBezTo>
                        <a:pt x="9" y="122"/>
                        <a:pt x="9" y="147"/>
                        <a:pt x="9" y="178"/>
                      </a:cubicBezTo>
                      <a:cubicBezTo>
                        <a:pt x="9" y="195"/>
                        <a:pt x="9" y="213"/>
                        <a:pt x="9" y="232"/>
                      </a:cubicBezTo>
                      <a:cubicBezTo>
                        <a:pt x="11" y="232"/>
                        <a:pt x="11" y="232"/>
                        <a:pt x="11" y="232"/>
                      </a:cubicBezTo>
                      <a:cubicBezTo>
                        <a:pt x="11" y="213"/>
                        <a:pt x="11" y="195"/>
                        <a:pt x="11" y="178"/>
                      </a:cubicBezTo>
                      <a:cubicBezTo>
                        <a:pt x="11" y="147"/>
                        <a:pt x="11" y="122"/>
                        <a:pt x="10" y="102"/>
                      </a:cubicBezTo>
                      <a:moveTo>
                        <a:pt x="2" y="0"/>
                      </a:moveTo>
                      <a:cubicBezTo>
                        <a:pt x="0" y="0"/>
                        <a:pt x="0" y="0"/>
                        <a:pt x="0" y="0"/>
                      </a:cubicBezTo>
                      <a:cubicBezTo>
                        <a:pt x="3" y="18"/>
                        <a:pt x="6" y="39"/>
                        <a:pt x="7" y="60"/>
                      </a:cubicBezTo>
                      <a:cubicBezTo>
                        <a:pt x="7" y="60"/>
                        <a:pt x="7" y="63"/>
                        <a:pt x="7" y="69"/>
                      </a:cubicBezTo>
                      <a:cubicBezTo>
                        <a:pt x="8" y="76"/>
                        <a:pt x="8" y="87"/>
                        <a:pt x="8" y="101"/>
                      </a:cubicBezTo>
                      <a:cubicBezTo>
                        <a:pt x="10" y="101"/>
                        <a:pt x="10" y="101"/>
                        <a:pt x="10" y="101"/>
                      </a:cubicBezTo>
                      <a:cubicBezTo>
                        <a:pt x="10" y="75"/>
                        <a:pt x="9" y="60"/>
                        <a:pt x="9" y="60"/>
                      </a:cubicBezTo>
                      <a:cubicBezTo>
                        <a:pt x="8" y="39"/>
                        <a:pt x="5" y="18"/>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6" name="Freeform 197"/>
                <p:cNvSpPr>
                  <a:spLocks/>
                </p:cNvSpPr>
                <p:nvPr/>
              </p:nvSpPr>
              <p:spPr bwMode="auto">
                <a:xfrm>
                  <a:off x="-2811" y="3070"/>
                  <a:ext cx="5" cy="2"/>
                </a:xfrm>
                <a:custGeom>
                  <a:avLst/>
                  <a:gdLst/>
                  <a:ahLst/>
                  <a:cxnLst>
                    <a:cxn ang="0">
                      <a:pos x="4" y="0"/>
                    </a:cxn>
                    <a:cxn ang="0">
                      <a:pos x="0" y="0"/>
                    </a:cxn>
                    <a:cxn ang="0">
                      <a:pos x="0" y="3"/>
                    </a:cxn>
                    <a:cxn ang="0">
                      <a:pos x="4" y="3"/>
                    </a:cxn>
                    <a:cxn ang="0">
                      <a:pos x="4" y="0"/>
                    </a:cxn>
                    <a:cxn ang="0">
                      <a:pos x="4" y="0"/>
                    </a:cxn>
                  </a:cxnLst>
                  <a:rect l="0" t="0" r="r" b="b"/>
                  <a:pathLst>
                    <a:path w="4" h="3">
                      <a:moveTo>
                        <a:pt x="4" y="0"/>
                      </a:moveTo>
                      <a:lnTo>
                        <a:pt x="0" y="0"/>
                      </a:lnTo>
                      <a:lnTo>
                        <a:pt x="0" y="3"/>
                      </a:lnTo>
                      <a:lnTo>
                        <a:pt x="4" y="3"/>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7" name="Freeform 198"/>
                <p:cNvSpPr>
                  <a:spLocks/>
                </p:cNvSpPr>
                <p:nvPr/>
              </p:nvSpPr>
              <p:spPr bwMode="auto">
                <a:xfrm>
                  <a:off x="-2811" y="3278"/>
                  <a:ext cx="5" cy="77"/>
                </a:xfrm>
                <a:custGeom>
                  <a:avLst/>
                  <a:gdLst/>
                  <a:ahLst/>
                  <a:cxnLst>
                    <a:cxn ang="0">
                      <a:pos x="4" y="0"/>
                    </a:cxn>
                    <a:cxn ang="0">
                      <a:pos x="0" y="0"/>
                    </a:cxn>
                    <a:cxn ang="0">
                      <a:pos x="0" y="76"/>
                    </a:cxn>
                    <a:cxn ang="0">
                      <a:pos x="4" y="76"/>
                    </a:cxn>
                    <a:cxn ang="0">
                      <a:pos x="4" y="0"/>
                    </a:cxn>
                    <a:cxn ang="0">
                      <a:pos x="4" y="0"/>
                    </a:cxn>
                  </a:cxnLst>
                  <a:rect l="0" t="0" r="r" b="b"/>
                  <a:pathLst>
                    <a:path w="4" h="76">
                      <a:moveTo>
                        <a:pt x="4" y="0"/>
                      </a:moveTo>
                      <a:lnTo>
                        <a:pt x="0" y="0"/>
                      </a:lnTo>
                      <a:lnTo>
                        <a:pt x="0" y="76"/>
                      </a:lnTo>
                      <a:lnTo>
                        <a:pt x="4" y="76"/>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8" name="Freeform 199"/>
                <p:cNvSpPr>
                  <a:spLocks/>
                </p:cNvSpPr>
                <p:nvPr/>
              </p:nvSpPr>
              <p:spPr bwMode="auto">
                <a:xfrm>
                  <a:off x="-2803" y="2810"/>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39" name="Freeform 200"/>
                <p:cNvSpPr>
                  <a:spLocks/>
                </p:cNvSpPr>
                <p:nvPr/>
              </p:nvSpPr>
              <p:spPr bwMode="auto">
                <a:xfrm>
                  <a:off x="-2811" y="3276"/>
                  <a:ext cx="5"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40" name="Freeform 201"/>
                <p:cNvSpPr>
                  <a:spLocks/>
                </p:cNvSpPr>
                <p:nvPr/>
              </p:nvSpPr>
              <p:spPr bwMode="auto">
                <a:xfrm>
                  <a:off x="-2811" y="3357"/>
                  <a:ext cx="5" cy="71"/>
                </a:xfrm>
                <a:custGeom>
                  <a:avLst/>
                  <a:gdLst/>
                  <a:ahLst/>
                  <a:cxnLst>
                    <a:cxn ang="0">
                      <a:pos x="4" y="0"/>
                    </a:cxn>
                    <a:cxn ang="0">
                      <a:pos x="0" y="0"/>
                    </a:cxn>
                    <a:cxn ang="0">
                      <a:pos x="0" y="71"/>
                    </a:cxn>
                    <a:cxn ang="0">
                      <a:pos x="4" y="71"/>
                    </a:cxn>
                    <a:cxn ang="0">
                      <a:pos x="4" y="0"/>
                    </a:cxn>
                    <a:cxn ang="0">
                      <a:pos x="4" y="0"/>
                    </a:cxn>
                  </a:cxnLst>
                  <a:rect l="0" t="0" r="r" b="b"/>
                  <a:pathLst>
                    <a:path w="4" h="71">
                      <a:moveTo>
                        <a:pt x="4" y="0"/>
                      </a:moveTo>
                      <a:lnTo>
                        <a:pt x="0" y="0"/>
                      </a:lnTo>
                      <a:lnTo>
                        <a:pt x="0" y="71"/>
                      </a:lnTo>
                      <a:lnTo>
                        <a:pt x="4" y="71"/>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41" name="Freeform 202"/>
                <p:cNvSpPr>
                  <a:spLocks/>
                </p:cNvSpPr>
                <p:nvPr/>
              </p:nvSpPr>
              <p:spPr bwMode="auto">
                <a:xfrm>
                  <a:off x="-2811" y="3355"/>
                  <a:ext cx="5"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42" name="Freeform 203"/>
                <p:cNvSpPr>
                  <a:spLocks/>
                </p:cNvSpPr>
                <p:nvPr/>
              </p:nvSpPr>
              <p:spPr bwMode="auto">
                <a:xfrm>
                  <a:off x="-28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343" name="Freeform 204"/>
                <p:cNvSpPr>
                  <a:spLocks/>
                </p:cNvSpPr>
                <p:nvPr/>
              </p:nvSpPr>
              <p:spPr bwMode="auto">
                <a:xfrm>
                  <a:off x="-2824" y="2256"/>
                  <a:ext cx="6"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grpSp>
          <p:sp>
            <p:nvSpPr>
              <p:cNvPr id="50" name="Freeform 206"/>
              <p:cNvSpPr>
                <a:spLocks/>
              </p:cNvSpPr>
              <p:nvPr/>
            </p:nvSpPr>
            <p:spPr bwMode="auto">
              <a:xfrm>
                <a:off x="-4871258" y="2416156"/>
                <a:ext cx="349031" cy="368969"/>
              </a:xfrm>
              <a:custGeom>
                <a:avLst/>
                <a:gdLst/>
                <a:ahLst/>
                <a:cxnLst>
                  <a:cxn ang="0">
                    <a:pos x="0" y="0"/>
                  </a:cxn>
                  <a:cxn ang="0">
                    <a:pos x="0" y="1"/>
                  </a:cxn>
                  <a:cxn ang="0">
                    <a:pos x="1" y="2"/>
                  </a:cxn>
                  <a:cxn ang="0">
                    <a:pos x="91" y="98"/>
                  </a:cxn>
                  <a:cxn ang="0">
                    <a:pos x="93" y="98"/>
                  </a:cxn>
                  <a:cxn ang="0">
                    <a:pos x="71" y="68"/>
                  </a:cxn>
                  <a:cxn ang="0">
                    <a:pos x="70" y="68"/>
                  </a:cxn>
                  <a:cxn ang="0">
                    <a:pos x="70" y="68"/>
                  </a:cxn>
                  <a:cxn ang="0">
                    <a:pos x="0" y="0"/>
                  </a:cxn>
                </a:cxnLst>
                <a:rect l="0" t="0" r="r" b="b"/>
                <a:pathLst>
                  <a:path w="93" h="98">
                    <a:moveTo>
                      <a:pt x="0" y="0"/>
                    </a:moveTo>
                    <a:cubicBezTo>
                      <a:pt x="0" y="1"/>
                      <a:pt x="0" y="1"/>
                      <a:pt x="0" y="1"/>
                    </a:cubicBezTo>
                    <a:cubicBezTo>
                      <a:pt x="0" y="1"/>
                      <a:pt x="0" y="2"/>
                      <a:pt x="1" y="2"/>
                    </a:cubicBezTo>
                    <a:cubicBezTo>
                      <a:pt x="9" y="6"/>
                      <a:pt x="41" y="26"/>
                      <a:pt x="91" y="98"/>
                    </a:cubicBezTo>
                    <a:cubicBezTo>
                      <a:pt x="93" y="98"/>
                      <a:pt x="93" y="98"/>
                      <a:pt x="93" y="98"/>
                    </a:cubicBezTo>
                    <a:cubicBezTo>
                      <a:pt x="85" y="87"/>
                      <a:pt x="77" y="77"/>
                      <a:pt x="71" y="68"/>
                    </a:cubicBezTo>
                    <a:cubicBezTo>
                      <a:pt x="70" y="68"/>
                      <a:pt x="70" y="68"/>
                      <a:pt x="70" y="68"/>
                    </a:cubicBezTo>
                    <a:cubicBezTo>
                      <a:pt x="70" y="68"/>
                      <a:pt x="70" y="68"/>
                      <a:pt x="70" y="68"/>
                    </a:cubicBezTo>
                    <a:cubicBezTo>
                      <a:pt x="26" y="11"/>
                      <a:pt x="0" y="1"/>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1" name="Freeform 207"/>
              <p:cNvSpPr>
                <a:spLocks/>
              </p:cNvSpPr>
              <p:nvPr/>
            </p:nvSpPr>
            <p:spPr bwMode="auto">
              <a:xfrm>
                <a:off x="-4608883" y="2671974"/>
                <a:ext cx="4814" cy="2459"/>
              </a:xfrm>
              <a:custGeom>
                <a:avLst/>
                <a:gdLst/>
                <a:ahLst/>
                <a:cxnLst>
                  <a:cxn ang="0">
                    <a:pos x="0" y="0"/>
                  </a:cxn>
                  <a:cxn ang="0">
                    <a:pos x="0" y="0"/>
                  </a:cxn>
                  <a:cxn ang="0">
                    <a:pos x="1" y="0"/>
                  </a:cxn>
                  <a:cxn ang="0">
                    <a:pos x="0" y="0"/>
                  </a:cxn>
                </a:cxnLst>
                <a:rect l="0" t="0" r="r" b="b"/>
                <a:pathLst>
                  <a:path w="1">
                    <a:moveTo>
                      <a:pt x="0" y="0"/>
                    </a:moveTo>
                    <a:cubicBezTo>
                      <a:pt x="0" y="0"/>
                      <a:pt x="0" y="0"/>
                      <a:pt x="0" y="0"/>
                    </a:cubicBezTo>
                    <a:cubicBezTo>
                      <a:pt x="1" y="0"/>
                      <a:pt x="1" y="0"/>
                      <a:pt x="1" y="0"/>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2" name="Freeform 208"/>
              <p:cNvSpPr>
                <a:spLocks/>
              </p:cNvSpPr>
              <p:nvPr/>
            </p:nvSpPr>
            <p:spPr bwMode="auto">
              <a:xfrm>
                <a:off x="-4818302" y="2418615"/>
                <a:ext cx="481423" cy="366510"/>
              </a:xfrm>
              <a:custGeom>
                <a:avLst/>
                <a:gdLst/>
                <a:ahLst/>
                <a:cxnLst>
                  <a:cxn ang="0">
                    <a:pos x="1" y="0"/>
                  </a:cxn>
                  <a:cxn ang="0">
                    <a:pos x="0" y="1"/>
                  </a:cxn>
                  <a:cxn ang="0">
                    <a:pos x="3" y="1"/>
                  </a:cxn>
                  <a:cxn ang="0">
                    <a:pos x="102" y="66"/>
                  </a:cxn>
                  <a:cxn ang="0">
                    <a:pos x="103" y="66"/>
                  </a:cxn>
                  <a:cxn ang="0">
                    <a:pos x="103" y="67"/>
                  </a:cxn>
                  <a:cxn ang="0">
                    <a:pos x="103" y="67"/>
                  </a:cxn>
                  <a:cxn ang="0">
                    <a:pos x="127" y="97"/>
                  </a:cxn>
                  <a:cxn ang="0">
                    <a:pos x="128" y="97"/>
                  </a:cxn>
                  <a:cxn ang="0">
                    <a:pos x="1" y="0"/>
                  </a:cxn>
                </a:cxnLst>
                <a:rect l="0" t="0" r="r" b="b"/>
                <a:pathLst>
                  <a:path w="128" h="97">
                    <a:moveTo>
                      <a:pt x="1" y="0"/>
                    </a:moveTo>
                    <a:cubicBezTo>
                      <a:pt x="0" y="1"/>
                      <a:pt x="0" y="1"/>
                      <a:pt x="0" y="1"/>
                    </a:cubicBezTo>
                    <a:cubicBezTo>
                      <a:pt x="0" y="1"/>
                      <a:pt x="1" y="1"/>
                      <a:pt x="3" y="1"/>
                    </a:cubicBezTo>
                    <a:cubicBezTo>
                      <a:pt x="15" y="4"/>
                      <a:pt x="57" y="19"/>
                      <a:pt x="102" y="66"/>
                    </a:cubicBezTo>
                    <a:cubicBezTo>
                      <a:pt x="103" y="66"/>
                      <a:pt x="103" y="66"/>
                      <a:pt x="103" y="66"/>
                    </a:cubicBezTo>
                    <a:cubicBezTo>
                      <a:pt x="103" y="67"/>
                      <a:pt x="103" y="67"/>
                      <a:pt x="103" y="67"/>
                    </a:cubicBezTo>
                    <a:cubicBezTo>
                      <a:pt x="103" y="67"/>
                      <a:pt x="103" y="67"/>
                      <a:pt x="103" y="67"/>
                    </a:cubicBezTo>
                    <a:cubicBezTo>
                      <a:pt x="111" y="76"/>
                      <a:pt x="119" y="86"/>
                      <a:pt x="127" y="97"/>
                    </a:cubicBezTo>
                    <a:cubicBezTo>
                      <a:pt x="128" y="97"/>
                      <a:pt x="128" y="97"/>
                      <a:pt x="128" y="97"/>
                    </a:cubicBezTo>
                    <a:cubicBezTo>
                      <a:pt x="68" y="13"/>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3" name="Freeform 209"/>
              <p:cNvSpPr>
                <a:spLocks/>
              </p:cNvSpPr>
              <p:nvPr/>
            </p:nvSpPr>
            <p:spPr bwMode="auto">
              <a:xfrm>
                <a:off x="-4435571" y="2669513"/>
                <a:ext cx="4814" cy="2461"/>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1"/>
                      <a:pt x="0" y="1"/>
                      <a:pt x="1"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4" name="Freeform 210"/>
              <p:cNvSpPr>
                <a:spLocks noEditPoints="1"/>
              </p:cNvSpPr>
              <p:nvPr/>
            </p:nvSpPr>
            <p:spPr bwMode="auto">
              <a:xfrm>
                <a:off x="-2680782" y="3151632"/>
                <a:ext cx="72214" cy="430464"/>
              </a:xfrm>
              <a:custGeom>
                <a:avLst/>
                <a:gdLst/>
                <a:ahLst/>
                <a:cxnLst>
                  <a:cxn ang="0">
                    <a:pos x="17" y="101"/>
                  </a:cxn>
                  <a:cxn ang="0">
                    <a:pos x="15" y="101"/>
                  </a:cxn>
                  <a:cxn ang="0">
                    <a:pos x="16" y="110"/>
                  </a:cxn>
                  <a:cxn ang="0">
                    <a:pos x="16" y="110"/>
                  </a:cxn>
                  <a:cxn ang="0">
                    <a:pos x="16" y="110"/>
                  </a:cxn>
                  <a:cxn ang="0">
                    <a:pos x="17" y="114"/>
                  </a:cxn>
                  <a:cxn ang="0">
                    <a:pos x="19" y="114"/>
                  </a:cxn>
                  <a:cxn ang="0">
                    <a:pos x="18" y="109"/>
                  </a:cxn>
                  <a:cxn ang="0">
                    <a:pos x="18" y="109"/>
                  </a:cxn>
                  <a:cxn ang="0">
                    <a:pos x="17" y="101"/>
                  </a:cxn>
                  <a:cxn ang="0">
                    <a:pos x="2" y="0"/>
                  </a:cxn>
                  <a:cxn ang="0">
                    <a:pos x="0" y="0"/>
                  </a:cxn>
                  <a:cxn ang="0">
                    <a:pos x="15" y="100"/>
                  </a:cxn>
                  <a:cxn ang="0">
                    <a:pos x="17" y="100"/>
                  </a:cxn>
                  <a:cxn ang="0">
                    <a:pos x="2" y="0"/>
                  </a:cxn>
                </a:cxnLst>
                <a:rect l="0" t="0" r="r" b="b"/>
                <a:pathLst>
                  <a:path w="19" h="114">
                    <a:moveTo>
                      <a:pt x="17" y="101"/>
                    </a:moveTo>
                    <a:cubicBezTo>
                      <a:pt x="15" y="101"/>
                      <a:pt x="15" y="101"/>
                      <a:pt x="15" y="101"/>
                    </a:cubicBezTo>
                    <a:cubicBezTo>
                      <a:pt x="16" y="104"/>
                      <a:pt x="16" y="107"/>
                      <a:pt x="16" y="110"/>
                    </a:cubicBezTo>
                    <a:cubicBezTo>
                      <a:pt x="16" y="110"/>
                      <a:pt x="16" y="110"/>
                      <a:pt x="16" y="110"/>
                    </a:cubicBezTo>
                    <a:cubicBezTo>
                      <a:pt x="16" y="110"/>
                      <a:pt x="16" y="110"/>
                      <a:pt x="16" y="110"/>
                    </a:cubicBezTo>
                    <a:cubicBezTo>
                      <a:pt x="16" y="110"/>
                      <a:pt x="16" y="111"/>
                      <a:pt x="17" y="114"/>
                    </a:cubicBezTo>
                    <a:cubicBezTo>
                      <a:pt x="19" y="114"/>
                      <a:pt x="19" y="114"/>
                      <a:pt x="19" y="114"/>
                    </a:cubicBezTo>
                    <a:cubicBezTo>
                      <a:pt x="18" y="111"/>
                      <a:pt x="18" y="109"/>
                      <a:pt x="18" y="109"/>
                    </a:cubicBezTo>
                    <a:cubicBezTo>
                      <a:pt x="18" y="109"/>
                      <a:pt x="18" y="109"/>
                      <a:pt x="18" y="109"/>
                    </a:cubicBezTo>
                    <a:cubicBezTo>
                      <a:pt x="18" y="106"/>
                      <a:pt x="18" y="104"/>
                      <a:pt x="17" y="101"/>
                    </a:cubicBezTo>
                    <a:moveTo>
                      <a:pt x="2" y="0"/>
                    </a:moveTo>
                    <a:cubicBezTo>
                      <a:pt x="0" y="0"/>
                      <a:pt x="0" y="0"/>
                      <a:pt x="0" y="0"/>
                    </a:cubicBezTo>
                    <a:cubicBezTo>
                      <a:pt x="6" y="29"/>
                      <a:pt x="11" y="62"/>
                      <a:pt x="15" y="100"/>
                    </a:cubicBezTo>
                    <a:cubicBezTo>
                      <a:pt x="17" y="100"/>
                      <a:pt x="17" y="100"/>
                      <a:pt x="17" y="100"/>
                    </a:cubicBezTo>
                    <a:cubicBezTo>
                      <a:pt x="13" y="62"/>
                      <a:pt x="8" y="29"/>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5" name="Freeform 211"/>
              <p:cNvSpPr>
                <a:spLocks/>
              </p:cNvSpPr>
              <p:nvPr/>
            </p:nvSpPr>
            <p:spPr bwMode="auto">
              <a:xfrm>
                <a:off x="-2623011" y="3527981"/>
                <a:ext cx="7221" cy="4920"/>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6" name="Freeform 212"/>
              <p:cNvSpPr>
                <a:spLocks noEditPoints="1"/>
              </p:cNvSpPr>
              <p:nvPr/>
            </p:nvSpPr>
            <p:spPr bwMode="auto">
              <a:xfrm>
                <a:off x="-2810766" y="3587016"/>
                <a:ext cx="233490" cy="1613622"/>
              </a:xfrm>
              <a:custGeom>
                <a:avLst/>
                <a:gdLst/>
                <a:ahLst/>
                <a:cxnLst>
                  <a:cxn ang="0">
                    <a:pos x="31" y="343"/>
                  </a:cxn>
                  <a:cxn ang="0">
                    <a:pos x="29" y="343"/>
                  </a:cxn>
                  <a:cxn ang="0">
                    <a:pos x="0" y="429"/>
                  </a:cxn>
                  <a:cxn ang="0">
                    <a:pos x="2" y="429"/>
                  </a:cxn>
                  <a:cxn ang="0">
                    <a:pos x="31" y="343"/>
                  </a:cxn>
                  <a:cxn ang="0">
                    <a:pos x="55" y="233"/>
                  </a:cxn>
                  <a:cxn ang="0">
                    <a:pos x="53" y="233"/>
                  </a:cxn>
                  <a:cxn ang="0">
                    <a:pos x="52" y="239"/>
                  </a:cxn>
                  <a:cxn ang="0">
                    <a:pos x="29" y="342"/>
                  </a:cxn>
                  <a:cxn ang="0">
                    <a:pos x="29" y="342"/>
                  </a:cxn>
                  <a:cxn ang="0">
                    <a:pos x="31" y="342"/>
                  </a:cxn>
                  <a:cxn ang="0">
                    <a:pos x="55" y="233"/>
                  </a:cxn>
                  <a:cxn ang="0">
                    <a:pos x="61" y="102"/>
                  </a:cxn>
                  <a:cxn ang="0">
                    <a:pos x="59" y="102"/>
                  </a:cxn>
                  <a:cxn ang="0">
                    <a:pos x="60" y="129"/>
                  </a:cxn>
                  <a:cxn ang="0">
                    <a:pos x="54" y="231"/>
                  </a:cxn>
                  <a:cxn ang="0">
                    <a:pos x="54" y="231"/>
                  </a:cxn>
                  <a:cxn ang="0">
                    <a:pos x="54" y="232"/>
                  </a:cxn>
                  <a:cxn ang="0">
                    <a:pos x="56" y="232"/>
                  </a:cxn>
                  <a:cxn ang="0">
                    <a:pos x="56" y="231"/>
                  </a:cxn>
                  <a:cxn ang="0">
                    <a:pos x="56" y="231"/>
                  </a:cxn>
                  <a:cxn ang="0">
                    <a:pos x="62" y="129"/>
                  </a:cxn>
                  <a:cxn ang="0">
                    <a:pos x="61" y="102"/>
                  </a:cxn>
                  <a:cxn ang="0">
                    <a:pos x="54" y="0"/>
                  </a:cxn>
                  <a:cxn ang="0">
                    <a:pos x="52" y="0"/>
                  </a:cxn>
                  <a:cxn ang="0">
                    <a:pos x="53" y="5"/>
                  </a:cxn>
                  <a:cxn ang="0">
                    <a:pos x="59" y="101"/>
                  </a:cxn>
                  <a:cxn ang="0">
                    <a:pos x="61" y="101"/>
                  </a:cxn>
                  <a:cxn ang="0">
                    <a:pos x="54" y="0"/>
                  </a:cxn>
                </a:cxnLst>
                <a:rect l="0" t="0" r="r" b="b"/>
                <a:pathLst>
                  <a:path w="62" h="429">
                    <a:moveTo>
                      <a:pt x="31" y="343"/>
                    </a:moveTo>
                    <a:cubicBezTo>
                      <a:pt x="29" y="343"/>
                      <a:pt x="29" y="343"/>
                      <a:pt x="29" y="343"/>
                    </a:cubicBezTo>
                    <a:cubicBezTo>
                      <a:pt x="18" y="386"/>
                      <a:pt x="8" y="411"/>
                      <a:pt x="0" y="429"/>
                    </a:cubicBezTo>
                    <a:cubicBezTo>
                      <a:pt x="2" y="429"/>
                      <a:pt x="2" y="429"/>
                      <a:pt x="2" y="429"/>
                    </a:cubicBezTo>
                    <a:cubicBezTo>
                      <a:pt x="10" y="411"/>
                      <a:pt x="20" y="385"/>
                      <a:pt x="31" y="343"/>
                    </a:cubicBezTo>
                    <a:moveTo>
                      <a:pt x="55" y="233"/>
                    </a:moveTo>
                    <a:cubicBezTo>
                      <a:pt x="53" y="233"/>
                      <a:pt x="53" y="233"/>
                      <a:pt x="53" y="233"/>
                    </a:cubicBezTo>
                    <a:cubicBezTo>
                      <a:pt x="53" y="234"/>
                      <a:pt x="53" y="236"/>
                      <a:pt x="52" y="239"/>
                    </a:cubicBezTo>
                    <a:cubicBezTo>
                      <a:pt x="50" y="254"/>
                      <a:pt x="42" y="290"/>
                      <a:pt x="29" y="342"/>
                    </a:cubicBezTo>
                    <a:cubicBezTo>
                      <a:pt x="29" y="342"/>
                      <a:pt x="29" y="342"/>
                      <a:pt x="29" y="342"/>
                    </a:cubicBezTo>
                    <a:cubicBezTo>
                      <a:pt x="31" y="342"/>
                      <a:pt x="31" y="342"/>
                      <a:pt x="31" y="342"/>
                    </a:cubicBezTo>
                    <a:cubicBezTo>
                      <a:pt x="46" y="282"/>
                      <a:pt x="54" y="242"/>
                      <a:pt x="55" y="233"/>
                    </a:cubicBezTo>
                    <a:moveTo>
                      <a:pt x="61" y="102"/>
                    </a:moveTo>
                    <a:cubicBezTo>
                      <a:pt x="59" y="102"/>
                      <a:pt x="59" y="102"/>
                      <a:pt x="59" y="102"/>
                    </a:cubicBezTo>
                    <a:cubicBezTo>
                      <a:pt x="60" y="111"/>
                      <a:pt x="60" y="119"/>
                      <a:pt x="60" y="129"/>
                    </a:cubicBezTo>
                    <a:cubicBezTo>
                      <a:pt x="60" y="161"/>
                      <a:pt x="58" y="196"/>
                      <a:pt x="54" y="231"/>
                    </a:cubicBezTo>
                    <a:cubicBezTo>
                      <a:pt x="54" y="231"/>
                      <a:pt x="54" y="231"/>
                      <a:pt x="54" y="231"/>
                    </a:cubicBezTo>
                    <a:cubicBezTo>
                      <a:pt x="54" y="231"/>
                      <a:pt x="54" y="231"/>
                      <a:pt x="54" y="232"/>
                    </a:cubicBezTo>
                    <a:cubicBezTo>
                      <a:pt x="56" y="232"/>
                      <a:pt x="56" y="232"/>
                      <a:pt x="56" y="232"/>
                    </a:cubicBezTo>
                    <a:cubicBezTo>
                      <a:pt x="56" y="231"/>
                      <a:pt x="56" y="231"/>
                      <a:pt x="56" y="231"/>
                    </a:cubicBezTo>
                    <a:cubicBezTo>
                      <a:pt x="56" y="231"/>
                      <a:pt x="56" y="231"/>
                      <a:pt x="56" y="231"/>
                    </a:cubicBezTo>
                    <a:cubicBezTo>
                      <a:pt x="60" y="196"/>
                      <a:pt x="62" y="161"/>
                      <a:pt x="62" y="129"/>
                    </a:cubicBezTo>
                    <a:cubicBezTo>
                      <a:pt x="62" y="119"/>
                      <a:pt x="62" y="111"/>
                      <a:pt x="61" y="102"/>
                    </a:cubicBezTo>
                    <a:moveTo>
                      <a:pt x="54" y="0"/>
                    </a:moveTo>
                    <a:cubicBezTo>
                      <a:pt x="52" y="0"/>
                      <a:pt x="52" y="0"/>
                      <a:pt x="52" y="0"/>
                    </a:cubicBezTo>
                    <a:cubicBezTo>
                      <a:pt x="52" y="1"/>
                      <a:pt x="52" y="3"/>
                      <a:pt x="53" y="5"/>
                    </a:cubicBezTo>
                    <a:cubicBezTo>
                      <a:pt x="55" y="22"/>
                      <a:pt x="58" y="57"/>
                      <a:pt x="59" y="101"/>
                    </a:cubicBezTo>
                    <a:cubicBezTo>
                      <a:pt x="61" y="101"/>
                      <a:pt x="61" y="101"/>
                      <a:pt x="61" y="101"/>
                    </a:cubicBezTo>
                    <a:cubicBezTo>
                      <a:pt x="60" y="51"/>
                      <a:pt x="56" y="13"/>
                      <a:pt x="54"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7" name="Freeform 213"/>
              <p:cNvSpPr>
                <a:spLocks/>
              </p:cNvSpPr>
              <p:nvPr/>
            </p:nvSpPr>
            <p:spPr bwMode="auto">
              <a:xfrm>
                <a:off x="-2702447" y="4871026"/>
                <a:ext cx="7222" cy="4920"/>
              </a:xfrm>
              <a:custGeom>
                <a:avLst/>
                <a:gdLst/>
                <a:ahLst/>
                <a:cxnLst>
                  <a:cxn ang="0">
                    <a:pos x="2" y="0"/>
                  </a:cxn>
                  <a:cxn ang="0">
                    <a:pos x="0" y="0"/>
                  </a:cxn>
                  <a:cxn ang="0">
                    <a:pos x="0" y="1"/>
                  </a:cxn>
                  <a:cxn ang="0">
                    <a:pos x="2" y="1"/>
                  </a:cxn>
                  <a:cxn ang="0">
                    <a:pos x="2" y="0"/>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8" name="Freeform 214"/>
              <p:cNvSpPr>
                <a:spLocks noEditPoints="1"/>
              </p:cNvSpPr>
              <p:nvPr/>
            </p:nvSpPr>
            <p:spPr bwMode="auto">
              <a:xfrm>
                <a:off x="-2955193" y="2418615"/>
                <a:ext cx="281632" cy="2954209"/>
              </a:xfrm>
              <a:custGeom>
                <a:avLst/>
                <a:gdLst/>
                <a:ahLst/>
                <a:cxnLst>
                  <a:cxn ang="0">
                    <a:pos x="39" y="740"/>
                  </a:cxn>
                  <a:cxn ang="0">
                    <a:pos x="37" y="740"/>
                  </a:cxn>
                  <a:cxn ang="0">
                    <a:pos x="19" y="774"/>
                  </a:cxn>
                  <a:cxn ang="0">
                    <a:pos x="19" y="774"/>
                  </a:cxn>
                  <a:cxn ang="0">
                    <a:pos x="15" y="784"/>
                  </a:cxn>
                  <a:cxn ang="0">
                    <a:pos x="16" y="785"/>
                  </a:cxn>
                  <a:cxn ang="0">
                    <a:pos x="21" y="775"/>
                  </a:cxn>
                  <a:cxn ang="0">
                    <a:pos x="21" y="775"/>
                  </a:cxn>
                  <a:cxn ang="0">
                    <a:pos x="22" y="773"/>
                  </a:cxn>
                  <a:cxn ang="0">
                    <a:pos x="21" y="773"/>
                  </a:cxn>
                  <a:cxn ang="0">
                    <a:pos x="21" y="772"/>
                  </a:cxn>
                  <a:cxn ang="0">
                    <a:pos x="22" y="772"/>
                  </a:cxn>
                  <a:cxn ang="0">
                    <a:pos x="39" y="740"/>
                  </a:cxn>
                  <a:cxn ang="0">
                    <a:pos x="49" y="98"/>
                  </a:cxn>
                  <a:cxn ang="0">
                    <a:pos x="47" y="98"/>
                  </a:cxn>
                  <a:cxn ang="0">
                    <a:pos x="73" y="194"/>
                  </a:cxn>
                  <a:cxn ang="0">
                    <a:pos x="75" y="194"/>
                  </a:cxn>
                  <a:cxn ang="0">
                    <a:pos x="49" y="98"/>
                  </a:cxn>
                  <a:cxn ang="0">
                    <a:pos x="1" y="0"/>
                  </a:cxn>
                  <a:cxn ang="0">
                    <a:pos x="0" y="1"/>
                  </a:cxn>
                  <a:cxn ang="0">
                    <a:pos x="1" y="2"/>
                  </a:cxn>
                  <a:cxn ang="0">
                    <a:pos x="47" y="97"/>
                  </a:cxn>
                  <a:cxn ang="0">
                    <a:pos x="49" y="97"/>
                  </a:cxn>
                  <a:cxn ang="0">
                    <a:pos x="1" y="0"/>
                  </a:cxn>
                </a:cxnLst>
                <a:rect l="0" t="0" r="r" b="b"/>
                <a:pathLst>
                  <a:path w="75" h="785">
                    <a:moveTo>
                      <a:pt x="39" y="740"/>
                    </a:moveTo>
                    <a:cubicBezTo>
                      <a:pt x="37" y="740"/>
                      <a:pt x="37" y="740"/>
                      <a:pt x="37" y="740"/>
                    </a:cubicBezTo>
                    <a:cubicBezTo>
                      <a:pt x="30" y="755"/>
                      <a:pt x="24" y="764"/>
                      <a:pt x="19" y="774"/>
                    </a:cubicBezTo>
                    <a:cubicBezTo>
                      <a:pt x="19" y="774"/>
                      <a:pt x="19" y="774"/>
                      <a:pt x="19" y="774"/>
                    </a:cubicBezTo>
                    <a:cubicBezTo>
                      <a:pt x="15" y="784"/>
                      <a:pt x="15" y="784"/>
                      <a:pt x="15" y="784"/>
                    </a:cubicBezTo>
                    <a:cubicBezTo>
                      <a:pt x="16" y="785"/>
                      <a:pt x="16" y="785"/>
                      <a:pt x="16" y="785"/>
                    </a:cubicBezTo>
                    <a:cubicBezTo>
                      <a:pt x="21" y="775"/>
                      <a:pt x="21" y="775"/>
                      <a:pt x="21" y="775"/>
                    </a:cubicBezTo>
                    <a:cubicBezTo>
                      <a:pt x="21" y="775"/>
                      <a:pt x="21" y="775"/>
                      <a:pt x="21" y="775"/>
                    </a:cubicBezTo>
                    <a:cubicBezTo>
                      <a:pt x="21" y="774"/>
                      <a:pt x="21" y="774"/>
                      <a:pt x="22" y="773"/>
                    </a:cubicBezTo>
                    <a:cubicBezTo>
                      <a:pt x="21" y="773"/>
                      <a:pt x="21" y="773"/>
                      <a:pt x="21" y="773"/>
                    </a:cubicBezTo>
                    <a:cubicBezTo>
                      <a:pt x="21" y="772"/>
                      <a:pt x="21" y="772"/>
                      <a:pt x="21" y="772"/>
                    </a:cubicBezTo>
                    <a:cubicBezTo>
                      <a:pt x="22" y="772"/>
                      <a:pt x="22" y="772"/>
                      <a:pt x="22" y="772"/>
                    </a:cubicBezTo>
                    <a:cubicBezTo>
                      <a:pt x="27" y="763"/>
                      <a:pt x="33" y="754"/>
                      <a:pt x="39" y="740"/>
                    </a:cubicBezTo>
                    <a:moveTo>
                      <a:pt x="49" y="98"/>
                    </a:moveTo>
                    <a:cubicBezTo>
                      <a:pt x="47" y="98"/>
                      <a:pt x="47" y="98"/>
                      <a:pt x="47" y="98"/>
                    </a:cubicBezTo>
                    <a:cubicBezTo>
                      <a:pt x="56" y="124"/>
                      <a:pt x="65" y="156"/>
                      <a:pt x="73" y="194"/>
                    </a:cubicBezTo>
                    <a:cubicBezTo>
                      <a:pt x="75" y="194"/>
                      <a:pt x="75" y="194"/>
                      <a:pt x="75" y="194"/>
                    </a:cubicBezTo>
                    <a:cubicBezTo>
                      <a:pt x="67" y="156"/>
                      <a:pt x="58" y="124"/>
                      <a:pt x="49" y="98"/>
                    </a:cubicBezTo>
                    <a:moveTo>
                      <a:pt x="1" y="0"/>
                    </a:moveTo>
                    <a:cubicBezTo>
                      <a:pt x="0" y="1"/>
                      <a:pt x="0" y="1"/>
                      <a:pt x="0" y="1"/>
                    </a:cubicBezTo>
                    <a:cubicBezTo>
                      <a:pt x="0" y="1"/>
                      <a:pt x="0" y="1"/>
                      <a:pt x="1" y="2"/>
                    </a:cubicBezTo>
                    <a:cubicBezTo>
                      <a:pt x="5" y="7"/>
                      <a:pt x="26" y="36"/>
                      <a:pt x="47" y="97"/>
                    </a:cubicBezTo>
                    <a:cubicBezTo>
                      <a:pt x="49" y="97"/>
                      <a:pt x="49" y="97"/>
                      <a:pt x="49" y="97"/>
                    </a:cubicBezTo>
                    <a:cubicBezTo>
                      <a:pt x="25" y="28"/>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59" name="Freeform 215"/>
              <p:cNvSpPr>
                <a:spLocks/>
              </p:cNvSpPr>
              <p:nvPr/>
            </p:nvSpPr>
            <p:spPr bwMode="auto">
              <a:xfrm>
                <a:off x="-2777067" y="2785124"/>
                <a:ext cx="7221"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0" name="Freeform 216"/>
              <p:cNvSpPr>
                <a:spLocks/>
              </p:cNvSpPr>
              <p:nvPr/>
            </p:nvSpPr>
            <p:spPr bwMode="auto">
              <a:xfrm>
                <a:off x="-2613383" y="4460241"/>
                <a:ext cx="12035" cy="2461"/>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1" y="0"/>
                      <a:pt x="1" y="1"/>
                      <a:pt x="0" y="1"/>
                    </a:cubicBezTo>
                    <a:cubicBezTo>
                      <a:pt x="2" y="1"/>
                      <a:pt x="2" y="1"/>
                      <a:pt x="2" y="1"/>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1" name="Freeform 217"/>
              <p:cNvSpPr>
                <a:spLocks/>
              </p:cNvSpPr>
              <p:nvPr/>
            </p:nvSpPr>
            <p:spPr bwMode="auto">
              <a:xfrm>
                <a:off x="-2815581" y="5200638"/>
                <a:ext cx="12035" cy="2459"/>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1"/>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2" name="Freeform 218"/>
              <p:cNvSpPr>
                <a:spLocks/>
              </p:cNvSpPr>
              <p:nvPr/>
            </p:nvSpPr>
            <p:spPr bwMode="auto">
              <a:xfrm>
                <a:off x="-2875759" y="5323628"/>
                <a:ext cx="4814" cy="4920"/>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1"/>
                      <a:pt x="1" y="1"/>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3" name="Freeform 219"/>
              <p:cNvSpPr>
                <a:spLocks/>
              </p:cNvSpPr>
              <p:nvPr/>
            </p:nvSpPr>
            <p:spPr bwMode="auto">
              <a:xfrm>
                <a:off x="-2591719" y="3965824"/>
                <a:ext cx="9628" cy="4920"/>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4" name="Freeform 220"/>
              <p:cNvSpPr>
                <a:spLocks/>
              </p:cNvSpPr>
              <p:nvPr/>
            </p:nvSpPr>
            <p:spPr bwMode="auto">
              <a:xfrm>
                <a:off x="-2615791" y="3582096"/>
                <a:ext cx="7222" cy="4920"/>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5" name="Freeform 221"/>
              <p:cNvSpPr>
                <a:spLocks/>
              </p:cNvSpPr>
              <p:nvPr/>
            </p:nvSpPr>
            <p:spPr bwMode="auto">
              <a:xfrm>
                <a:off x="-5802814" y="3149173"/>
                <a:ext cx="12036" cy="2459"/>
              </a:xfrm>
              <a:custGeom>
                <a:avLst/>
                <a:gdLst/>
                <a:ahLst/>
                <a:cxnLst>
                  <a:cxn ang="0">
                    <a:pos x="3" y="0"/>
                  </a:cxn>
                  <a:cxn ang="0">
                    <a:pos x="0" y="0"/>
                  </a:cxn>
                  <a:cxn ang="0">
                    <a:pos x="0" y="1"/>
                  </a:cxn>
                  <a:cxn ang="0">
                    <a:pos x="2" y="1"/>
                  </a:cxn>
                  <a:cxn ang="0">
                    <a:pos x="2" y="1"/>
                  </a:cxn>
                  <a:cxn ang="0">
                    <a:pos x="2" y="0"/>
                  </a:cxn>
                  <a:cxn ang="0">
                    <a:pos x="2" y="0"/>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1"/>
                      <a:pt x="2" y="1"/>
                      <a:pt x="2" y="1"/>
                    </a:cubicBezTo>
                    <a:cubicBezTo>
                      <a:pt x="2" y="0"/>
                      <a:pt x="2" y="0"/>
                      <a:pt x="2" y="0"/>
                    </a:cubicBezTo>
                    <a:cubicBezTo>
                      <a:pt x="2" y="0"/>
                      <a:pt x="2" y="0"/>
                      <a:pt x="2" y="0"/>
                    </a:cubicBezTo>
                    <a:cubicBezTo>
                      <a:pt x="2" y="0"/>
                      <a:pt x="2"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6" name="Freeform 222"/>
              <p:cNvSpPr>
                <a:spLocks/>
              </p:cNvSpPr>
              <p:nvPr/>
            </p:nvSpPr>
            <p:spPr bwMode="auto">
              <a:xfrm>
                <a:off x="-5566916" y="3149173"/>
                <a:ext cx="9628"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7" name="Freeform 223"/>
              <p:cNvSpPr>
                <a:spLocks/>
              </p:cNvSpPr>
              <p:nvPr/>
            </p:nvSpPr>
            <p:spPr bwMode="auto">
              <a:xfrm>
                <a:off x="-5326204" y="3149173"/>
                <a:ext cx="7222"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8" name="Freeform 224"/>
              <p:cNvSpPr>
                <a:spLocks/>
              </p:cNvSpPr>
              <p:nvPr/>
            </p:nvSpPr>
            <p:spPr bwMode="auto">
              <a:xfrm>
                <a:off x="-5080678" y="3149173"/>
                <a:ext cx="4814" cy="2459"/>
              </a:xfrm>
              <a:custGeom>
                <a:avLst/>
                <a:gdLst/>
                <a:ahLst/>
                <a:cxnLst>
                  <a:cxn ang="0">
                    <a:pos x="0" y="0"/>
                  </a:cxn>
                  <a:cxn ang="0">
                    <a:pos x="0" y="0"/>
                  </a:cxn>
                  <a:cxn ang="0">
                    <a:pos x="0" y="2"/>
                  </a:cxn>
                  <a:cxn ang="0">
                    <a:pos x="3" y="2"/>
                  </a:cxn>
                  <a:cxn ang="0">
                    <a:pos x="0" y="0"/>
                  </a:cxn>
                  <a:cxn ang="0">
                    <a:pos x="0" y="0"/>
                  </a:cxn>
                </a:cxnLst>
                <a:rect l="0" t="0" r="r" b="b"/>
                <a:pathLst>
                  <a:path w="3" h="2">
                    <a:moveTo>
                      <a:pt x="0" y="0"/>
                    </a:moveTo>
                    <a:lnTo>
                      <a:pt x="0" y="0"/>
                    </a:lnTo>
                    <a:lnTo>
                      <a:pt x="0" y="2"/>
                    </a:lnTo>
                    <a:lnTo>
                      <a:pt x="3" y="2"/>
                    </a:lnTo>
                    <a:lnTo>
                      <a:pt x="0" y="0"/>
                    </a:lnTo>
                    <a:lnTo>
                      <a:pt x="0"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69" name="Freeform 225"/>
              <p:cNvSpPr>
                <a:spLocks/>
              </p:cNvSpPr>
              <p:nvPr/>
            </p:nvSpPr>
            <p:spPr bwMode="auto">
              <a:xfrm>
                <a:off x="-4837559" y="3149173"/>
                <a:ext cx="7221"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0" name="Freeform 226"/>
              <p:cNvSpPr>
                <a:spLocks/>
              </p:cNvSpPr>
              <p:nvPr/>
            </p:nvSpPr>
            <p:spPr bwMode="auto">
              <a:xfrm>
                <a:off x="-4608883" y="3149173"/>
                <a:ext cx="7222"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1" name="Freeform 227"/>
              <p:cNvSpPr>
                <a:spLocks/>
              </p:cNvSpPr>
              <p:nvPr/>
            </p:nvSpPr>
            <p:spPr bwMode="auto">
              <a:xfrm>
                <a:off x="-1956240" y="3149173"/>
                <a:ext cx="7222"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2" name="Freeform 228"/>
              <p:cNvSpPr>
                <a:spLocks/>
              </p:cNvSpPr>
              <p:nvPr/>
            </p:nvSpPr>
            <p:spPr bwMode="auto">
              <a:xfrm>
                <a:off x="-3641222" y="3149173"/>
                <a:ext cx="4814"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3" name="Freeform 229"/>
              <p:cNvSpPr>
                <a:spLocks/>
              </p:cNvSpPr>
              <p:nvPr/>
            </p:nvSpPr>
            <p:spPr bwMode="auto">
              <a:xfrm>
                <a:off x="-3422174" y="3149173"/>
                <a:ext cx="12035" cy="2459"/>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0"/>
                      <a:pt x="0"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4" name="Freeform 230"/>
              <p:cNvSpPr>
                <a:spLocks/>
              </p:cNvSpPr>
              <p:nvPr/>
            </p:nvSpPr>
            <p:spPr bwMode="auto">
              <a:xfrm>
                <a:off x="-3171834" y="3149173"/>
                <a:ext cx="7221" cy="2459"/>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5" name="Freeform 231"/>
              <p:cNvSpPr>
                <a:spLocks/>
              </p:cNvSpPr>
              <p:nvPr/>
            </p:nvSpPr>
            <p:spPr bwMode="auto">
              <a:xfrm>
                <a:off x="-2921494" y="3149173"/>
                <a:ext cx="9628"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6" name="Freeform 232"/>
              <p:cNvSpPr>
                <a:spLocks/>
              </p:cNvSpPr>
              <p:nvPr/>
            </p:nvSpPr>
            <p:spPr bwMode="auto">
              <a:xfrm>
                <a:off x="-2399150" y="3149173"/>
                <a:ext cx="4814" cy="2459"/>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7" name="Freeform 233"/>
              <p:cNvSpPr>
                <a:spLocks/>
              </p:cNvSpPr>
              <p:nvPr/>
            </p:nvSpPr>
            <p:spPr bwMode="auto">
              <a:xfrm>
                <a:off x="-2187324" y="3149173"/>
                <a:ext cx="12036" cy="2459"/>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0"/>
                      <a:pt x="1"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8" name="Freeform 234"/>
              <p:cNvSpPr>
                <a:spLocks/>
              </p:cNvSpPr>
              <p:nvPr/>
            </p:nvSpPr>
            <p:spPr bwMode="auto">
              <a:xfrm>
                <a:off x="-1515737" y="3149173"/>
                <a:ext cx="9628" cy="2459"/>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3"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79" name="Freeform 235"/>
              <p:cNvSpPr>
                <a:spLocks/>
              </p:cNvSpPr>
              <p:nvPr/>
            </p:nvSpPr>
            <p:spPr bwMode="auto">
              <a:xfrm>
                <a:off x="-1746821" y="3149173"/>
                <a:ext cx="9628" cy="2459"/>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0"/>
                      <a:pt x="1" y="0"/>
                      <a:pt x="1" y="1"/>
                    </a:cubicBezTo>
                    <a:cubicBezTo>
                      <a:pt x="3" y="1"/>
                      <a:pt x="3" y="1"/>
                      <a:pt x="3" y="1"/>
                    </a:cubicBezTo>
                    <a:cubicBezTo>
                      <a:pt x="3" y="0"/>
                      <a:pt x="3" y="0"/>
                      <a:pt x="3"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0" name="Freeform 236"/>
              <p:cNvSpPr>
                <a:spLocks/>
              </p:cNvSpPr>
              <p:nvPr/>
            </p:nvSpPr>
            <p:spPr bwMode="auto">
              <a:xfrm>
                <a:off x="-2680782" y="3149173"/>
                <a:ext cx="7221" cy="2459"/>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1" name="Freeform 237"/>
              <p:cNvSpPr>
                <a:spLocks noEditPoints="1"/>
              </p:cNvSpPr>
              <p:nvPr/>
            </p:nvSpPr>
            <p:spPr bwMode="auto">
              <a:xfrm>
                <a:off x="-6346822" y="2366960"/>
                <a:ext cx="5613397" cy="3281360"/>
              </a:xfrm>
              <a:custGeom>
                <a:avLst/>
                <a:gdLst/>
                <a:ahLst/>
                <a:cxnLst>
                  <a:cxn ang="0">
                    <a:pos x="215" y="38"/>
                  </a:cxn>
                  <a:cxn ang="0">
                    <a:pos x="535" y="111"/>
                  </a:cxn>
                  <a:cxn ang="0">
                    <a:pos x="485" y="112"/>
                  </a:cxn>
                  <a:cxn ang="0">
                    <a:pos x="527" y="211"/>
                  </a:cxn>
                  <a:cxn ang="0">
                    <a:pos x="575" y="331"/>
                  </a:cxn>
                  <a:cxn ang="0">
                    <a:pos x="605" y="324"/>
                  </a:cxn>
                  <a:cxn ang="0">
                    <a:pos x="651" y="221"/>
                  </a:cxn>
                  <a:cxn ang="0">
                    <a:pos x="704" y="118"/>
                  </a:cxn>
                  <a:cxn ang="0">
                    <a:pos x="688" y="109"/>
                  </a:cxn>
                  <a:cxn ang="0">
                    <a:pos x="894" y="6"/>
                  </a:cxn>
                  <a:cxn ang="0">
                    <a:pos x="1266" y="104"/>
                  </a:cxn>
                  <a:cxn ang="0">
                    <a:pos x="1344" y="208"/>
                  </a:cxn>
                  <a:cxn ang="0">
                    <a:pos x="1450" y="323"/>
                  </a:cxn>
                  <a:cxn ang="0">
                    <a:pos x="1492" y="475"/>
                  </a:cxn>
                  <a:cxn ang="0">
                    <a:pos x="1467" y="667"/>
                  </a:cxn>
                  <a:cxn ang="0">
                    <a:pos x="1428" y="807"/>
                  </a:cxn>
                  <a:cxn ang="0">
                    <a:pos x="1219" y="787"/>
                  </a:cxn>
                  <a:cxn ang="0">
                    <a:pos x="1138" y="666"/>
                  </a:cxn>
                  <a:cxn ang="0">
                    <a:pos x="1104" y="556"/>
                  </a:cxn>
                  <a:cxn ang="0">
                    <a:pos x="1085" y="446"/>
                  </a:cxn>
                  <a:cxn ang="0">
                    <a:pos x="1057" y="579"/>
                  </a:cxn>
                  <a:cxn ang="0">
                    <a:pos x="1023" y="667"/>
                  </a:cxn>
                  <a:cxn ang="0">
                    <a:pos x="958" y="787"/>
                  </a:cxn>
                  <a:cxn ang="0">
                    <a:pos x="749" y="787"/>
                  </a:cxn>
                  <a:cxn ang="0">
                    <a:pos x="712" y="667"/>
                  </a:cxn>
                  <a:cxn ang="0">
                    <a:pos x="679" y="557"/>
                  </a:cxn>
                  <a:cxn ang="0">
                    <a:pos x="669" y="459"/>
                  </a:cxn>
                  <a:cxn ang="0">
                    <a:pos x="625" y="668"/>
                  </a:cxn>
                  <a:cxn ang="0">
                    <a:pos x="584" y="786"/>
                  </a:cxn>
                  <a:cxn ang="0">
                    <a:pos x="502" y="863"/>
                  </a:cxn>
                  <a:cxn ang="0">
                    <a:pos x="417" y="787"/>
                  </a:cxn>
                  <a:cxn ang="0">
                    <a:pos x="403" y="753"/>
                  </a:cxn>
                  <a:cxn ang="0">
                    <a:pos x="353" y="578"/>
                  </a:cxn>
                  <a:cxn ang="0">
                    <a:pos x="339" y="435"/>
                  </a:cxn>
                  <a:cxn ang="0">
                    <a:pos x="319" y="557"/>
                  </a:cxn>
                  <a:cxn ang="0">
                    <a:pos x="270" y="668"/>
                  </a:cxn>
                  <a:cxn ang="0">
                    <a:pos x="214" y="785"/>
                  </a:cxn>
                  <a:cxn ang="0">
                    <a:pos x="46" y="785"/>
                  </a:cxn>
                  <a:cxn ang="0">
                    <a:pos x="28" y="667"/>
                  </a:cxn>
                  <a:cxn ang="0">
                    <a:pos x="10" y="574"/>
                  </a:cxn>
                  <a:cxn ang="0">
                    <a:pos x="1" y="452"/>
                  </a:cxn>
                  <a:cxn ang="0">
                    <a:pos x="23" y="324"/>
                  </a:cxn>
                  <a:cxn ang="0">
                    <a:pos x="29" y="309"/>
                  </a:cxn>
                  <a:cxn ang="0">
                    <a:pos x="84" y="209"/>
                  </a:cxn>
                  <a:cxn ang="0">
                    <a:pos x="162" y="81"/>
                  </a:cxn>
                  <a:cxn ang="0">
                    <a:pos x="214" y="36"/>
                  </a:cxn>
                  <a:cxn ang="0">
                    <a:pos x="23" y="318"/>
                  </a:cxn>
                  <a:cxn ang="0">
                    <a:pos x="38" y="769"/>
                  </a:cxn>
                  <a:cxn ang="0">
                    <a:pos x="273" y="667"/>
                  </a:cxn>
                  <a:cxn ang="0">
                    <a:pos x="464" y="848"/>
                  </a:cxn>
                  <a:cxn ang="0">
                    <a:pos x="590" y="776"/>
                  </a:cxn>
                  <a:cxn ang="0">
                    <a:pos x="899" y="852"/>
                  </a:cxn>
                  <a:cxn ang="0">
                    <a:pos x="1345" y="872"/>
                  </a:cxn>
                  <a:cxn ang="0">
                    <a:pos x="1474" y="366"/>
                  </a:cxn>
                  <a:cxn ang="0">
                    <a:pos x="1236" y="87"/>
                  </a:cxn>
                  <a:cxn ang="0">
                    <a:pos x="742" y="53"/>
                  </a:cxn>
                  <a:cxn ang="0">
                    <a:pos x="577" y="331"/>
                  </a:cxn>
                </a:cxnLst>
                <a:rect l="0" t="0" r="r" b="b"/>
                <a:pathLst>
                  <a:path w="1494" h="872">
                    <a:moveTo>
                      <a:pt x="484" y="111"/>
                    </a:moveTo>
                    <a:cubicBezTo>
                      <a:pt x="484" y="111"/>
                      <a:pt x="484" y="111"/>
                      <a:pt x="484" y="111"/>
                    </a:cubicBezTo>
                    <a:cubicBezTo>
                      <a:pt x="485" y="111"/>
                      <a:pt x="485" y="111"/>
                      <a:pt x="485" y="111"/>
                    </a:cubicBezTo>
                    <a:cubicBezTo>
                      <a:pt x="485" y="111"/>
                      <a:pt x="485" y="111"/>
                      <a:pt x="484" y="111"/>
                    </a:cubicBezTo>
                    <a:cubicBezTo>
                      <a:pt x="484" y="111"/>
                      <a:pt x="484" y="111"/>
                      <a:pt x="484" y="111"/>
                    </a:cubicBezTo>
                    <a:moveTo>
                      <a:pt x="165" y="78"/>
                    </a:moveTo>
                    <a:cubicBezTo>
                      <a:pt x="166" y="78"/>
                      <a:pt x="169" y="75"/>
                      <a:pt x="173" y="71"/>
                    </a:cubicBezTo>
                    <a:cubicBezTo>
                      <a:pt x="175" y="69"/>
                      <a:pt x="178" y="67"/>
                      <a:pt x="180" y="65"/>
                    </a:cubicBezTo>
                    <a:cubicBezTo>
                      <a:pt x="191" y="56"/>
                      <a:pt x="205" y="44"/>
                      <a:pt x="215" y="38"/>
                    </a:cubicBezTo>
                    <a:cubicBezTo>
                      <a:pt x="224" y="33"/>
                      <a:pt x="240" y="25"/>
                      <a:pt x="255" y="18"/>
                    </a:cubicBezTo>
                    <a:cubicBezTo>
                      <a:pt x="271" y="12"/>
                      <a:pt x="286" y="6"/>
                      <a:pt x="292" y="5"/>
                    </a:cubicBezTo>
                    <a:cubicBezTo>
                      <a:pt x="299" y="4"/>
                      <a:pt x="312" y="1"/>
                      <a:pt x="331" y="1"/>
                    </a:cubicBezTo>
                    <a:cubicBezTo>
                      <a:pt x="347" y="1"/>
                      <a:pt x="367" y="3"/>
                      <a:pt x="390" y="8"/>
                    </a:cubicBezTo>
                    <a:cubicBezTo>
                      <a:pt x="429" y="17"/>
                      <a:pt x="474" y="38"/>
                      <a:pt x="501" y="55"/>
                    </a:cubicBezTo>
                    <a:cubicBezTo>
                      <a:pt x="509" y="60"/>
                      <a:pt x="525" y="74"/>
                      <a:pt x="539" y="88"/>
                    </a:cubicBezTo>
                    <a:cubicBezTo>
                      <a:pt x="546" y="94"/>
                      <a:pt x="553" y="100"/>
                      <a:pt x="558" y="105"/>
                    </a:cubicBezTo>
                    <a:cubicBezTo>
                      <a:pt x="561" y="107"/>
                      <a:pt x="563" y="109"/>
                      <a:pt x="564" y="111"/>
                    </a:cubicBezTo>
                    <a:cubicBezTo>
                      <a:pt x="535" y="111"/>
                      <a:pt x="535" y="111"/>
                      <a:pt x="535" y="111"/>
                    </a:cubicBezTo>
                    <a:cubicBezTo>
                      <a:pt x="535" y="111"/>
                      <a:pt x="535" y="111"/>
                      <a:pt x="535" y="111"/>
                    </a:cubicBezTo>
                    <a:cubicBezTo>
                      <a:pt x="534" y="112"/>
                      <a:pt x="534" y="112"/>
                      <a:pt x="534" y="112"/>
                    </a:cubicBezTo>
                    <a:cubicBezTo>
                      <a:pt x="534" y="111"/>
                      <a:pt x="534" y="111"/>
                      <a:pt x="534" y="111"/>
                    </a:cubicBezTo>
                    <a:cubicBezTo>
                      <a:pt x="486" y="111"/>
                      <a:pt x="486" y="111"/>
                      <a:pt x="486" y="111"/>
                    </a:cubicBezTo>
                    <a:cubicBezTo>
                      <a:pt x="486" y="111"/>
                      <a:pt x="486" y="111"/>
                      <a:pt x="486" y="111"/>
                    </a:cubicBezTo>
                    <a:cubicBezTo>
                      <a:pt x="486" y="112"/>
                      <a:pt x="486" y="112"/>
                      <a:pt x="486" y="112"/>
                    </a:cubicBezTo>
                    <a:cubicBezTo>
                      <a:pt x="486" y="112"/>
                      <a:pt x="486" y="112"/>
                      <a:pt x="486" y="112"/>
                    </a:cubicBezTo>
                    <a:cubicBezTo>
                      <a:pt x="485" y="112"/>
                      <a:pt x="485" y="112"/>
                      <a:pt x="485" y="112"/>
                    </a:cubicBezTo>
                    <a:cubicBezTo>
                      <a:pt x="485" y="112"/>
                      <a:pt x="485" y="112"/>
                      <a:pt x="485" y="112"/>
                    </a:cubicBezTo>
                    <a:cubicBezTo>
                      <a:pt x="485" y="112"/>
                      <a:pt x="487" y="116"/>
                      <a:pt x="490" y="122"/>
                    </a:cubicBezTo>
                    <a:cubicBezTo>
                      <a:pt x="499" y="140"/>
                      <a:pt x="517" y="179"/>
                      <a:pt x="525" y="208"/>
                    </a:cubicBezTo>
                    <a:cubicBezTo>
                      <a:pt x="525" y="208"/>
                      <a:pt x="525" y="208"/>
                      <a:pt x="525" y="208"/>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6" y="210"/>
                      <a:pt x="527" y="211"/>
                    </a:cubicBezTo>
                    <a:cubicBezTo>
                      <a:pt x="533" y="220"/>
                      <a:pt x="556" y="254"/>
                      <a:pt x="570" y="309"/>
                    </a:cubicBezTo>
                    <a:cubicBezTo>
                      <a:pt x="571" y="309"/>
                      <a:pt x="571" y="309"/>
                      <a:pt x="571" y="309"/>
                    </a:cubicBezTo>
                    <a:cubicBezTo>
                      <a:pt x="571" y="310"/>
                      <a:pt x="571" y="310"/>
                      <a:pt x="571" y="310"/>
                    </a:cubicBezTo>
                    <a:cubicBezTo>
                      <a:pt x="570" y="310"/>
                      <a:pt x="570" y="310"/>
                      <a:pt x="570" y="310"/>
                    </a:cubicBezTo>
                    <a:cubicBezTo>
                      <a:pt x="571" y="314"/>
                      <a:pt x="572" y="318"/>
                      <a:pt x="573" y="323"/>
                    </a:cubicBezTo>
                    <a:cubicBezTo>
                      <a:pt x="574" y="323"/>
                      <a:pt x="574" y="323"/>
                      <a:pt x="574" y="323"/>
                    </a:cubicBezTo>
                    <a:cubicBezTo>
                      <a:pt x="574" y="324"/>
                      <a:pt x="574" y="324"/>
                      <a:pt x="574" y="324"/>
                    </a:cubicBezTo>
                    <a:cubicBezTo>
                      <a:pt x="573" y="324"/>
                      <a:pt x="573" y="324"/>
                      <a:pt x="573" y="324"/>
                    </a:cubicBezTo>
                    <a:cubicBezTo>
                      <a:pt x="574" y="326"/>
                      <a:pt x="574" y="329"/>
                      <a:pt x="575" y="331"/>
                    </a:cubicBezTo>
                    <a:cubicBezTo>
                      <a:pt x="575" y="331"/>
                      <a:pt x="575" y="333"/>
                      <a:pt x="576" y="337"/>
                    </a:cubicBezTo>
                    <a:cubicBezTo>
                      <a:pt x="579" y="349"/>
                      <a:pt x="584" y="376"/>
                      <a:pt x="587" y="402"/>
                    </a:cubicBezTo>
                    <a:cubicBezTo>
                      <a:pt x="587" y="402"/>
                      <a:pt x="587" y="402"/>
                      <a:pt x="587" y="402"/>
                    </a:cubicBezTo>
                    <a:cubicBezTo>
                      <a:pt x="588" y="406"/>
                      <a:pt x="588" y="406"/>
                      <a:pt x="588" y="406"/>
                    </a:cubicBezTo>
                    <a:cubicBezTo>
                      <a:pt x="588" y="406"/>
                      <a:pt x="588" y="406"/>
                      <a:pt x="588" y="406"/>
                    </a:cubicBezTo>
                    <a:cubicBezTo>
                      <a:pt x="590" y="405"/>
                      <a:pt x="590" y="405"/>
                      <a:pt x="590" y="405"/>
                    </a:cubicBezTo>
                    <a:cubicBezTo>
                      <a:pt x="590" y="405"/>
                      <a:pt x="590" y="405"/>
                      <a:pt x="590" y="405"/>
                    </a:cubicBezTo>
                    <a:cubicBezTo>
                      <a:pt x="592" y="385"/>
                      <a:pt x="592" y="385"/>
                      <a:pt x="592" y="385"/>
                    </a:cubicBezTo>
                    <a:cubicBezTo>
                      <a:pt x="595" y="363"/>
                      <a:pt x="600" y="342"/>
                      <a:pt x="605" y="324"/>
                    </a:cubicBezTo>
                    <a:cubicBezTo>
                      <a:pt x="604" y="324"/>
                      <a:pt x="604" y="324"/>
                      <a:pt x="604" y="324"/>
                    </a:cubicBezTo>
                    <a:cubicBezTo>
                      <a:pt x="604" y="323"/>
                      <a:pt x="604" y="323"/>
                      <a:pt x="604" y="323"/>
                    </a:cubicBezTo>
                    <a:cubicBezTo>
                      <a:pt x="605" y="323"/>
                      <a:pt x="605" y="323"/>
                      <a:pt x="605" y="323"/>
                    </a:cubicBezTo>
                    <a:cubicBezTo>
                      <a:pt x="606" y="318"/>
                      <a:pt x="608" y="314"/>
                      <a:pt x="609" y="310"/>
                    </a:cubicBezTo>
                    <a:cubicBezTo>
                      <a:pt x="608" y="310"/>
                      <a:pt x="608" y="310"/>
                      <a:pt x="608" y="310"/>
                    </a:cubicBezTo>
                    <a:cubicBezTo>
                      <a:pt x="608" y="309"/>
                      <a:pt x="608" y="309"/>
                      <a:pt x="608" y="309"/>
                    </a:cubicBezTo>
                    <a:cubicBezTo>
                      <a:pt x="609" y="309"/>
                      <a:pt x="609" y="309"/>
                      <a:pt x="609" y="309"/>
                    </a:cubicBezTo>
                    <a:cubicBezTo>
                      <a:pt x="616" y="288"/>
                      <a:pt x="624" y="271"/>
                      <a:pt x="631" y="256"/>
                    </a:cubicBezTo>
                    <a:cubicBezTo>
                      <a:pt x="639" y="241"/>
                      <a:pt x="646" y="229"/>
                      <a:pt x="651" y="221"/>
                    </a:cubicBezTo>
                    <a:cubicBezTo>
                      <a:pt x="654" y="217"/>
                      <a:pt x="656" y="214"/>
                      <a:pt x="657" y="212"/>
                    </a:cubicBezTo>
                    <a:cubicBezTo>
                      <a:pt x="659" y="210"/>
                      <a:pt x="660" y="209"/>
                      <a:pt x="660" y="209"/>
                    </a:cubicBezTo>
                    <a:cubicBezTo>
                      <a:pt x="660" y="209"/>
                      <a:pt x="660" y="209"/>
                      <a:pt x="660" y="209"/>
                    </a:cubicBezTo>
                    <a:cubicBezTo>
                      <a:pt x="660" y="209"/>
                      <a:pt x="660" y="209"/>
                      <a:pt x="660" y="209"/>
                    </a:cubicBezTo>
                    <a:cubicBezTo>
                      <a:pt x="659" y="209"/>
                      <a:pt x="659" y="209"/>
                      <a:pt x="659" y="209"/>
                    </a:cubicBezTo>
                    <a:cubicBezTo>
                      <a:pt x="659" y="208"/>
                      <a:pt x="659" y="208"/>
                      <a:pt x="659" y="208"/>
                    </a:cubicBezTo>
                    <a:cubicBezTo>
                      <a:pt x="660" y="208"/>
                      <a:pt x="660" y="208"/>
                      <a:pt x="660" y="208"/>
                    </a:cubicBezTo>
                    <a:cubicBezTo>
                      <a:pt x="670" y="174"/>
                      <a:pt x="682" y="151"/>
                      <a:pt x="692" y="135"/>
                    </a:cubicBezTo>
                    <a:cubicBezTo>
                      <a:pt x="696" y="127"/>
                      <a:pt x="701" y="121"/>
                      <a:pt x="704" y="118"/>
                    </a:cubicBezTo>
                    <a:cubicBezTo>
                      <a:pt x="705" y="116"/>
                      <a:pt x="706" y="114"/>
                      <a:pt x="707" y="114"/>
                    </a:cubicBezTo>
                    <a:cubicBezTo>
                      <a:pt x="708" y="113"/>
                      <a:pt x="708" y="112"/>
                      <a:pt x="708" y="112"/>
                    </a:cubicBezTo>
                    <a:cubicBezTo>
                      <a:pt x="708" y="112"/>
                      <a:pt x="708" y="112"/>
                      <a:pt x="708" y="112"/>
                    </a:cubicBezTo>
                    <a:cubicBezTo>
                      <a:pt x="707" y="112"/>
                      <a:pt x="707" y="112"/>
                      <a:pt x="707" y="112"/>
                    </a:cubicBezTo>
                    <a:cubicBezTo>
                      <a:pt x="707" y="111"/>
                      <a:pt x="707" y="111"/>
                      <a:pt x="707" y="111"/>
                    </a:cubicBezTo>
                    <a:cubicBezTo>
                      <a:pt x="709" y="111"/>
                      <a:pt x="709" y="111"/>
                      <a:pt x="709" y="111"/>
                    </a:cubicBezTo>
                    <a:cubicBezTo>
                      <a:pt x="710" y="111"/>
                      <a:pt x="710" y="111"/>
                      <a:pt x="710" y="111"/>
                    </a:cubicBezTo>
                    <a:cubicBezTo>
                      <a:pt x="687" y="110"/>
                      <a:pt x="687" y="110"/>
                      <a:pt x="687" y="110"/>
                    </a:cubicBezTo>
                    <a:cubicBezTo>
                      <a:pt x="687" y="110"/>
                      <a:pt x="687" y="110"/>
                      <a:pt x="688" y="109"/>
                    </a:cubicBezTo>
                    <a:cubicBezTo>
                      <a:pt x="689" y="107"/>
                      <a:pt x="691" y="105"/>
                      <a:pt x="694" y="102"/>
                    </a:cubicBezTo>
                    <a:cubicBezTo>
                      <a:pt x="698" y="96"/>
                      <a:pt x="704" y="89"/>
                      <a:pt x="712" y="81"/>
                    </a:cubicBezTo>
                    <a:cubicBezTo>
                      <a:pt x="712" y="81"/>
                      <a:pt x="712" y="81"/>
                      <a:pt x="712" y="81"/>
                    </a:cubicBezTo>
                    <a:cubicBezTo>
                      <a:pt x="712" y="80"/>
                      <a:pt x="712" y="80"/>
                      <a:pt x="712" y="80"/>
                    </a:cubicBezTo>
                    <a:cubicBezTo>
                      <a:pt x="713" y="80"/>
                      <a:pt x="713" y="80"/>
                      <a:pt x="713" y="80"/>
                    </a:cubicBezTo>
                    <a:cubicBezTo>
                      <a:pt x="721" y="72"/>
                      <a:pt x="731" y="63"/>
                      <a:pt x="743" y="55"/>
                    </a:cubicBezTo>
                    <a:cubicBezTo>
                      <a:pt x="758" y="43"/>
                      <a:pt x="775" y="33"/>
                      <a:pt x="795" y="24"/>
                    </a:cubicBezTo>
                    <a:cubicBezTo>
                      <a:pt x="820" y="13"/>
                      <a:pt x="849" y="5"/>
                      <a:pt x="881" y="5"/>
                    </a:cubicBezTo>
                    <a:cubicBezTo>
                      <a:pt x="885" y="5"/>
                      <a:pt x="890" y="6"/>
                      <a:pt x="894" y="6"/>
                    </a:cubicBezTo>
                    <a:cubicBezTo>
                      <a:pt x="894" y="6"/>
                      <a:pt x="894" y="6"/>
                      <a:pt x="894" y="6"/>
                    </a:cubicBezTo>
                    <a:cubicBezTo>
                      <a:pt x="894" y="6"/>
                      <a:pt x="894" y="6"/>
                      <a:pt x="894" y="6"/>
                    </a:cubicBezTo>
                    <a:cubicBezTo>
                      <a:pt x="894" y="6"/>
                      <a:pt x="896" y="6"/>
                      <a:pt x="900" y="6"/>
                    </a:cubicBezTo>
                    <a:cubicBezTo>
                      <a:pt x="918" y="6"/>
                      <a:pt x="971" y="7"/>
                      <a:pt x="1029" y="19"/>
                    </a:cubicBezTo>
                    <a:cubicBezTo>
                      <a:pt x="1083" y="31"/>
                      <a:pt x="1129" y="40"/>
                      <a:pt x="1203" y="73"/>
                    </a:cubicBezTo>
                    <a:cubicBezTo>
                      <a:pt x="1207" y="75"/>
                      <a:pt x="1210" y="76"/>
                      <a:pt x="1214" y="78"/>
                    </a:cubicBezTo>
                    <a:cubicBezTo>
                      <a:pt x="1217" y="80"/>
                      <a:pt x="1221" y="81"/>
                      <a:pt x="1225" y="83"/>
                    </a:cubicBezTo>
                    <a:cubicBezTo>
                      <a:pt x="1228" y="85"/>
                      <a:pt x="1232" y="87"/>
                      <a:pt x="1235" y="88"/>
                    </a:cubicBezTo>
                    <a:cubicBezTo>
                      <a:pt x="1245" y="93"/>
                      <a:pt x="1255" y="98"/>
                      <a:pt x="1266" y="104"/>
                    </a:cubicBezTo>
                    <a:cubicBezTo>
                      <a:pt x="1274" y="109"/>
                      <a:pt x="1283" y="113"/>
                      <a:pt x="1292" y="118"/>
                    </a:cubicBezTo>
                    <a:cubicBezTo>
                      <a:pt x="1292" y="118"/>
                      <a:pt x="1294" y="120"/>
                      <a:pt x="1299" y="122"/>
                    </a:cubicBezTo>
                    <a:cubicBezTo>
                      <a:pt x="1303" y="125"/>
                      <a:pt x="1309" y="129"/>
                      <a:pt x="1317" y="134"/>
                    </a:cubicBezTo>
                    <a:cubicBezTo>
                      <a:pt x="1318" y="135"/>
                      <a:pt x="1319" y="136"/>
                      <a:pt x="1321" y="137"/>
                    </a:cubicBezTo>
                    <a:cubicBezTo>
                      <a:pt x="1322" y="138"/>
                      <a:pt x="1324" y="139"/>
                      <a:pt x="1325" y="140"/>
                    </a:cubicBezTo>
                    <a:cubicBezTo>
                      <a:pt x="1349" y="156"/>
                      <a:pt x="1380" y="179"/>
                      <a:pt x="1404" y="207"/>
                    </a:cubicBezTo>
                    <a:cubicBezTo>
                      <a:pt x="1344" y="207"/>
                      <a:pt x="1344" y="207"/>
                      <a:pt x="1344" y="207"/>
                    </a:cubicBezTo>
                    <a:cubicBezTo>
                      <a:pt x="1344" y="207"/>
                      <a:pt x="1344" y="208"/>
                      <a:pt x="1345" y="208"/>
                    </a:cubicBezTo>
                    <a:cubicBezTo>
                      <a:pt x="1344" y="208"/>
                      <a:pt x="1344" y="208"/>
                      <a:pt x="1344" y="208"/>
                    </a:cubicBezTo>
                    <a:cubicBezTo>
                      <a:pt x="1344" y="209"/>
                      <a:pt x="1344" y="209"/>
                      <a:pt x="1344" y="209"/>
                    </a:cubicBezTo>
                    <a:cubicBezTo>
                      <a:pt x="1343" y="209"/>
                      <a:pt x="1343" y="209"/>
                      <a:pt x="1343" y="209"/>
                    </a:cubicBezTo>
                    <a:cubicBezTo>
                      <a:pt x="1344" y="209"/>
                      <a:pt x="1344" y="209"/>
                      <a:pt x="1344" y="209"/>
                    </a:cubicBezTo>
                    <a:cubicBezTo>
                      <a:pt x="1344" y="209"/>
                      <a:pt x="1345" y="210"/>
                      <a:pt x="1348" y="212"/>
                    </a:cubicBezTo>
                    <a:cubicBezTo>
                      <a:pt x="1362" y="224"/>
                      <a:pt x="1407" y="263"/>
                      <a:pt x="1440" y="309"/>
                    </a:cubicBezTo>
                    <a:cubicBezTo>
                      <a:pt x="1442" y="309"/>
                      <a:pt x="1442" y="309"/>
                      <a:pt x="1442" y="309"/>
                    </a:cubicBezTo>
                    <a:cubicBezTo>
                      <a:pt x="1442" y="310"/>
                      <a:pt x="1442" y="310"/>
                      <a:pt x="1442" y="310"/>
                    </a:cubicBezTo>
                    <a:cubicBezTo>
                      <a:pt x="1441" y="310"/>
                      <a:pt x="1441" y="310"/>
                      <a:pt x="1441" y="310"/>
                    </a:cubicBezTo>
                    <a:cubicBezTo>
                      <a:pt x="1444" y="314"/>
                      <a:pt x="1447" y="318"/>
                      <a:pt x="1450" y="323"/>
                    </a:cubicBezTo>
                    <a:cubicBezTo>
                      <a:pt x="1451" y="323"/>
                      <a:pt x="1451" y="323"/>
                      <a:pt x="1451" y="323"/>
                    </a:cubicBezTo>
                    <a:cubicBezTo>
                      <a:pt x="1451" y="324"/>
                      <a:pt x="1451" y="324"/>
                      <a:pt x="1451" y="324"/>
                    </a:cubicBezTo>
                    <a:cubicBezTo>
                      <a:pt x="1450" y="324"/>
                      <a:pt x="1450" y="324"/>
                      <a:pt x="1450" y="324"/>
                    </a:cubicBezTo>
                    <a:cubicBezTo>
                      <a:pt x="1459" y="338"/>
                      <a:pt x="1467" y="352"/>
                      <a:pt x="1472" y="367"/>
                    </a:cubicBezTo>
                    <a:cubicBezTo>
                      <a:pt x="1480" y="388"/>
                      <a:pt x="1485" y="407"/>
                      <a:pt x="1488" y="425"/>
                    </a:cubicBezTo>
                    <a:cubicBezTo>
                      <a:pt x="1489" y="425"/>
                      <a:pt x="1489" y="425"/>
                      <a:pt x="1489" y="425"/>
                    </a:cubicBezTo>
                    <a:cubicBezTo>
                      <a:pt x="1489" y="426"/>
                      <a:pt x="1489" y="426"/>
                      <a:pt x="1489" y="426"/>
                    </a:cubicBezTo>
                    <a:cubicBezTo>
                      <a:pt x="1488" y="426"/>
                      <a:pt x="1488" y="426"/>
                      <a:pt x="1488" y="426"/>
                    </a:cubicBezTo>
                    <a:cubicBezTo>
                      <a:pt x="1491" y="442"/>
                      <a:pt x="1492" y="458"/>
                      <a:pt x="1492" y="475"/>
                    </a:cubicBezTo>
                    <a:cubicBezTo>
                      <a:pt x="1492" y="498"/>
                      <a:pt x="1490" y="524"/>
                      <a:pt x="1485" y="556"/>
                    </a:cubicBezTo>
                    <a:cubicBezTo>
                      <a:pt x="1486" y="556"/>
                      <a:pt x="1486" y="556"/>
                      <a:pt x="1486" y="556"/>
                    </a:cubicBezTo>
                    <a:cubicBezTo>
                      <a:pt x="1486" y="557"/>
                      <a:pt x="1486" y="557"/>
                      <a:pt x="1486" y="557"/>
                    </a:cubicBezTo>
                    <a:cubicBezTo>
                      <a:pt x="1485" y="557"/>
                      <a:pt x="1485" y="557"/>
                      <a:pt x="1485" y="557"/>
                    </a:cubicBezTo>
                    <a:cubicBezTo>
                      <a:pt x="1483" y="574"/>
                      <a:pt x="1480" y="593"/>
                      <a:pt x="1477" y="614"/>
                    </a:cubicBezTo>
                    <a:cubicBezTo>
                      <a:pt x="1474" y="632"/>
                      <a:pt x="1470" y="650"/>
                      <a:pt x="1467" y="666"/>
                    </a:cubicBezTo>
                    <a:cubicBezTo>
                      <a:pt x="1468" y="666"/>
                      <a:pt x="1468" y="666"/>
                      <a:pt x="1468" y="666"/>
                    </a:cubicBezTo>
                    <a:cubicBezTo>
                      <a:pt x="1468" y="667"/>
                      <a:pt x="1468" y="667"/>
                      <a:pt x="1468" y="667"/>
                    </a:cubicBezTo>
                    <a:cubicBezTo>
                      <a:pt x="1467" y="667"/>
                      <a:pt x="1467" y="667"/>
                      <a:pt x="1467" y="667"/>
                    </a:cubicBezTo>
                    <a:cubicBezTo>
                      <a:pt x="1460" y="703"/>
                      <a:pt x="1453" y="732"/>
                      <a:pt x="1447" y="753"/>
                    </a:cubicBezTo>
                    <a:cubicBezTo>
                      <a:pt x="1447" y="753"/>
                      <a:pt x="1447" y="753"/>
                      <a:pt x="1447" y="753"/>
                    </a:cubicBezTo>
                    <a:cubicBezTo>
                      <a:pt x="1447" y="754"/>
                      <a:pt x="1447" y="754"/>
                      <a:pt x="1447" y="754"/>
                    </a:cubicBezTo>
                    <a:cubicBezTo>
                      <a:pt x="1446" y="754"/>
                      <a:pt x="1446" y="754"/>
                      <a:pt x="1446" y="754"/>
                    </a:cubicBezTo>
                    <a:cubicBezTo>
                      <a:pt x="1446" y="756"/>
                      <a:pt x="1445" y="759"/>
                      <a:pt x="1444" y="761"/>
                    </a:cubicBezTo>
                    <a:cubicBezTo>
                      <a:pt x="1440" y="777"/>
                      <a:pt x="1436" y="788"/>
                      <a:pt x="1433" y="796"/>
                    </a:cubicBezTo>
                    <a:cubicBezTo>
                      <a:pt x="1431" y="799"/>
                      <a:pt x="1430" y="802"/>
                      <a:pt x="1429" y="804"/>
                    </a:cubicBezTo>
                    <a:cubicBezTo>
                      <a:pt x="1429" y="806"/>
                      <a:pt x="1428" y="807"/>
                      <a:pt x="1428" y="807"/>
                    </a:cubicBezTo>
                    <a:cubicBezTo>
                      <a:pt x="1428" y="807"/>
                      <a:pt x="1428" y="807"/>
                      <a:pt x="1428" y="807"/>
                    </a:cubicBezTo>
                    <a:cubicBezTo>
                      <a:pt x="1428" y="807"/>
                      <a:pt x="1428" y="807"/>
                      <a:pt x="1428" y="807"/>
                    </a:cubicBezTo>
                    <a:cubicBezTo>
                      <a:pt x="1428" y="807"/>
                      <a:pt x="1428" y="808"/>
                      <a:pt x="1427" y="809"/>
                    </a:cubicBezTo>
                    <a:cubicBezTo>
                      <a:pt x="1425" y="814"/>
                      <a:pt x="1419" y="828"/>
                      <a:pt x="1411" y="840"/>
                    </a:cubicBezTo>
                    <a:cubicBezTo>
                      <a:pt x="1403" y="853"/>
                      <a:pt x="1392" y="864"/>
                      <a:pt x="1381" y="867"/>
                    </a:cubicBezTo>
                    <a:cubicBezTo>
                      <a:pt x="1374" y="869"/>
                      <a:pt x="1365" y="870"/>
                      <a:pt x="1355" y="870"/>
                    </a:cubicBezTo>
                    <a:cubicBezTo>
                      <a:pt x="1330" y="870"/>
                      <a:pt x="1296" y="860"/>
                      <a:pt x="1250" y="816"/>
                    </a:cubicBezTo>
                    <a:cubicBezTo>
                      <a:pt x="1243" y="809"/>
                      <a:pt x="1236" y="803"/>
                      <a:pt x="1230" y="797"/>
                    </a:cubicBezTo>
                    <a:cubicBezTo>
                      <a:pt x="1227" y="793"/>
                      <a:pt x="1224" y="790"/>
                      <a:pt x="1221" y="787"/>
                    </a:cubicBezTo>
                    <a:cubicBezTo>
                      <a:pt x="1219" y="787"/>
                      <a:pt x="1219" y="787"/>
                      <a:pt x="1219" y="787"/>
                    </a:cubicBezTo>
                    <a:cubicBezTo>
                      <a:pt x="1219" y="786"/>
                      <a:pt x="1219" y="786"/>
                      <a:pt x="1219" y="786"/>
                    </a:cubicBezTo>
                    <a:cubicBezTo>
                      <a:pt x="1220" y="786"/>
                      <a:pt x="1220" y="786"/>
                      <a:pt x="1220" y="786"/>
                    </a:cubicBezTo>
                    <a:cubicBezTo>
                      <a:pt x="1209" y="775"/>
                      <a:pt x="1199" y="765"/>
                      <a:pt x="1191" y="754"/>
                    </a:cubicBezTo>
                    <a:cubicBezTo>
                      <a:pt x="1189" y="754"/>
                      <a:pt x="1189" y="754"/>
                      <a:pt x="1189" y="754"/>
                    </a:cubicBezTo>
                    <a:cubicBezTo>
                      <a:pt x="1189" y="753"/>
                      <a:pt x="1189" y="753"/>
                      <a:pt x="1189" y="753"/>
                    </a:cubicBezTo>
                    <a:cubicBezTo>
                      <a:pt x="1190" y="753"/>
                      <a:pt x="1190" y="753"/>
                      <a:pt x="1190" y="753"/>
                    </a:cubicBezTo>
                    <a:cubicBezTo>
                      <a:pt x="1169" y="726"/>
                      <a:pt x="1154" y="700"/>
                      <a:pt x="1139" y="667"/>
                    </a:cubicBezTo>
                    <a:cubicBezTo>
                      <a:pt x="1138" y="667"/>
                      <a:pt x="1138" y="667"/>
                      <a:pt x="1138" y="667"/>
                    </a:cubicBezTo>
                    <a:cubicBezTo>
                      <a:pt x="1138" y="666"/>
                      <a:pt x="1138" y="666"/>
                      <a:pt x="1138" y="666"/>
                    </a:cubicBezTo>
                    <a:cubicBezTo>
                      <a:pt x="1139" y="666"/>
                      <a:pt x="1139" y="666"/>
                      <a:pt x="1139" y="666"/>
                    </a:cubicBezTo>
                    <a:cubicBezTo>
                      <a:pt x="1137" y="662"/>
                      <a:pt x="1135" y="658"/>
                      <a:pt x="1133" y="654"/>
                    </a:cubicBezTo>
                    <a:cubicBezTo>
                      <a:pt x="1124" y="632"/>
                      <a:pt x="1116" y="606"/>
                      <a:pt x="1110" y="579"/>
                    </a:cubicBezTo>
                    <a:cubicBezTo>
                      <a:pt x="1110" y="579"/>
                      <a:pt x="1110" y="579"/>
                      <a:pt x="1110" y="579"/>
                    </a:cubicBezTo>
                    <a:cubicBezTo>
                      <a:pt x="1110" y="578"/>
                      <a:pt x="1110" y="578"/>
                      <a:pt x="1110" y="578"/>
                    </a:cubicBezTo>
                    <a:cubicBezTo>
                      <a:pt x="1110" y="578"/>
                      <a:pt x="1110" y="578"/>
                      <a:pt x="1110" y="578"/>
                    </a:cubicBezTo>
                    <a:cubicBezTo>
                      <a:pt x="1108" y="571"/>
                      <a:pt x="1107" y="564"/>
                      <a:pt x="1105" y="557"/>
                    </a:cubicBezTo>
                    <a:cubicBezTo>
                      <a:pt x="1104" y="557"/>
                      <a:pt x="1104" y="557"/>
                      <a:pt x="1104" y="557"/>
                    </a:cubicBezTo>
                    <a:cubicBezTo>
                      <a:pt x="1104" y="556"/>
                      <a:pt x="1104" y="556"/>
                      <a:pt x="1104" y="556"/>
                    </a:cubicBezTo>
                    <a:cubicBezTo>
                      <a:pt x="1105" y="556"/>
                      <a:pt x="1105" y="556"/>
                      <a:pt x="1105" y="556"/>
                    </a:cubicBezTo>
                    <a:cubicBezTo>
                      <a:pt x="1102" y="544"/>
                      <a:pt x="1100" y="532"/>
                      <a:pt x="1098" y="521"/>
                    </a:cubicBezTo>
                    <a:cubicBezTo>
                      <a:pt x="1094" y="500"/>
                      <a:pt x="1091" y="481"/>
                      <a:pt x="1090" y="467"/>
                    </a:cubicBezTo>
                    <a:cubicBezTo>
                      <a:pt x="1089" y="461"/>
                      <a:pt x="1088" y="455"/>
                      <a:pt x="1087" y="452"/>
                    </a:cubicBezTo>
                    <a:cubicBezTo>
                      <a:pt x="1087" y="448"/>
                      <a:pt x="1087" y="446"/>
                      <a:pt x="1087" y="446"/>
                    </a:cubicBezTo>
                    <a:cubicBezTo>
                      <a:pt x="1086" y="446"/>
                      <a:pt x="1086" y="446"/>
                      <a:pt x="1086" y="446"/>
                    </a:cubicBezTo>
                    <a:cubicBezTo>
                      <a:pt x="1086" y="446"/>
                      <a:pt x="1086" y="446"/>
                      <a:pt x="1086" y="446"/>
                    </a:cubicBezTo>
                    <a:cubicBezTo>
                      <a:pt x="1085" y="446"/>
                      <a:pt x="1085" y="446"/>
                      <a:pt x="1085" y="446"/>
                    </a:cubicBezTo>
                    <a:cubicBezTo>
                      <a:pt x="1085" y="446"/>
                      <a:pt x="1085" y="446"/>
                      <a:pt x="1085" y="446"/>
                    </a:cubicBezTo>
                    <a:cubicBezTo>
                      <a:pt x="1085" y="446"/>
                      <a:pt x="1085" y="446"/>
                      <a:pt x="1085" y="446"/>
                    </a:cubicBezTo>
                    <a:cubicBezTo>
                      <a:pt x="1085" y="446"/>
                      <a:pt x="1085" y="447"/>
                      <a:pt x="1085" y="450"/>
                    </a:cubicBezTo>
                    <a:cubicBezTo>
                      <a:pt x="1083" y="463"/>
                      <a:pt x="1078" y="509"/>
                      <a:pt x="1065" y="556"/>
                    </a:cubicBezTo>
                    <a:cubicBezTo>
                      <a:pt x="1065" y="557"/>
                      <a:pt x="1065" y="557"/>
                      <a:pt x="1065" y="557"/>
                    </a:cubicBezTo>
                    <a:cubicBezTo>
                      <a:pt x="1064" y="557"/>
                      <a:pt x="1064" y="557"/>
                      <a:pt x="1064" y="557"/>
                    </a:cubicBezTo>
                    <a:cubicBezTo>
                      <a:pt x="1062" y="564"/>
                      <a:pt x="1060" y="571"/>
                      <a:pt x="1058" y="578"/>
                    </a:cubicBezTo>
                    <a:cubicBezTo>
                      <a:pt x="1058" y="578"/>
                      <a:pt x="1058" y="578"/>
                      <a:pt x="1058" y="578"/>
                    </a:cubicBezTo>
                    <a:cubicBezTo>
                      <a:pt x="1058" y="579"/>
                      <a:pt x="1058" y="579"/>
                      <a:pt x="1058" y="579"/>
                    </a:cubicBezTo>
                    <a:cubicBezTo>
                      <a:pt x="1057" y="579"/>
                      <a:pt x="1057" y="579"/>
                      <a:pt x="1057" y="579"/>
                    </a:cubicBezTo>
                    <a:cubicBezTo>
                      <a:pt x="1057" y="579"/>
                      <a:pt x="1057" y="579"/>
                      <a:pt x="1057" y="579"/>
                    </a:cubicBezTo>
                    <a:cubicBezTo>
                      <a:pt x="1055" y="585"/>
                      <a:pt x="1053" y="591"/>
                      <a:pt x="1050" y="597"/>
                    </a:cubicBezTo>
                    <a:cubicBezTo>
                      <a:pt x="1050" y="597"/>
                      <a:pt x="1050" y="597"/>
                      <a:pt x="1050" y="597"/>
                    </a:cubicBezTo>
                    <a:cubicBezTo>
                      <a:pt x="1050" y="597"/>
                      <a:pt x="1050" y="597"/>
                      <a:pt x="1050" y="597"/>
                    </a:cubicBezTo>
                    <a:cubicBezTo>
                      <a:pt x="1050" y="597"/>
                      <a:pt x="1050" y="599"/>
                      <a:pt x="1049" y="601"/>
                    </a:cubicBezTo>
                    <a:cubicBezTo>
                      <a:pt x="1045" y="611"/>
                      <a:pt x="1036" y="636"/>
                      <a:pt x="1023" y="666"/>
                    </a:cubicBezTo>
                    <a:cubicBezTo>
                      <a:pt x="1024" y="666"/>
                      <a:pt x="1024" y="666"/>
                      <a:pt x="1024" y="666"/>
                    </a:cubicBezTo>
                    <a:cubicBezTo>
                      <a:pt x="1024" y="667"/>
                      <a:pt x="1024" y="667"/>
                      <a:pt x="1024" y="667"/>
                    </a:cubicBezTo>
                    <a:cubicBezTo>
                      <a:pt x="1023" y="667"/>
                      <a:pt x="1023" y="667"/>
                      <a:pt x="1023" y="667"/>
                    </a:cubicBezTo>
                    <a:cubicBezTo>
                      <a:pt x="1011" y="694"/>
                      <a:pt x="996" y="725"/>
                      <a:pt x="981" y="751"/>
                    </a:cubicBezTo>
                    <a:cubicBezTo>
                      <a:pt x="980" y="751"/>
                      <a:pt x="980" y="752"/>
                      <a:pt x="979" y="753"/>
                    </a:cubicBezTo>
                    <a:cubicBezTo>
                      <a:pt x="980" y="753"/>
                      <a:pt x="980" y="753"/>
                      <a:pt x="980" y="753"/>
                    </a:cubicBezTo>
                    <a:cubicBezTo>
                      <a:pt x="980" y="754"/>
                      <a:pt x="980" y="754"/>
                      <a:pt x="980" y="754"/>
                    </a:cubicBezTo>
                    <a:cubicBezTo>
                      <a:pt x="979" y="754"/>
                      <a:pt x="979" y="754"/>
                      <a:pt x="979" y="754"/>
                    </a:cubicBezTo>
                    <a:cubicBezTo>
                      <a:pt x="971" y="766"/>
                      <a:pt x="965" y="777"/>
                      <a:pt x="958" y="786"/>
                    </a:cubicBezTo>
                    <a:cubicBezTo>
                      <a:pt x="959" y="786"/>
                      <a:pt x="959" y="786"/>
                      <a:pt x="959" y="786"/>
                    </a:cubicBezTo>
                    <a:cubicBezTo>
                      <a:pt x="959" y="787"/>
                      <a:pt x="959" y="787"/>
                      <a:pt x="959" y="787"/>
                    </a:cubicBezTo>
                    <a:cubicBezTo>
                      <a:pt x="958" y="787"/>
                      <a:pt x="958" y="787"/>
                      <a:pt x="958" y="787"/>
                    </a:cubicBezTo>
                    <a:cubicBezTo>
                      <a:pt x="953" y="795"/>
                      <a:pt x="948" y="802"/>
                      <a:pt x="944" y="808"/>
                    </a:cubicBezTo>
                    <a:cubicBezTo>
                      <a:pt x="932" y="824"/>
                      <a:pt x="920" y="837"/>
                      <a:pt x="898" y="850"/>
                    </a:cubicBezTo>
                    <a:cubicBezTo>
                      <a:pt x="886" y="858"/>
                      <a:pt x="878" y="862"/>
                      <a:pt x="871" y="865"/>
                    </a:cubicBezTo>
                    <a:cubicBezTo>
                      <a:pt x="864" y="868"/>
                      <a:pt x="859" y="869"/>
                      <a:pt x="854" y="869"/>
                    </a:cubicBezTo>
                    <a:cubicBezTo>
                      <a:pt x="854" y="869"/>
                      <a:pt x="854" y="869"/>
                      <a:pt x="854" y="869"/>
                    </a:cubicBezTo>
                    <a:cubicBezTo>
                      <a:pt x="848" y="869"/>
                      <a:pt x="841" y="867"/>
                      <a:pt x="829" y="865"/>
                    </a:cubicBezTo>
                    <a:cubicBezTo>
                      <a:pt x="804" y="860"/>
                      <a:pt x="786" y="846"/>
                      <a:pt x="769" y="821"/>
                    </a:cubicBezTo>
                    <a:cubicBezTo>
                      <a:pt x="767" y="818"/>
                      <a:pt x="765" y="815"/>
                      <a:pt x="763" y="813"/>
                    </a:cubicBezTo>
                    <a:cubicBezTo>
                      <a:pt x="759" y="805"/>
                      <a:pt x="754" y="797"/>
                      <a:pt x="749" y="787"/>
                    </a:cubicBezTo>
                    <a:cubicBezTo>
                      <a:pt x="748" y="787"/>
                      <a:pt x="748" y="787"/>
                      <a:pt x="748" y="787"/>
                    </a:cubicBezTo>
                    <a:cubicBezTo>
                      <a:pt x="748" y="786"/>
                      <a:pt x="748" y="786"/>
                      <a:pt x="748" y="786"/>
                    </a:cubicBezTo>
                    <a:cubicBezTo>
                      <a:pt x="748" y="786"/>
                      <a:pt x="748" y="786"/>
                      <a:pt x="748" y="786"/>
                    </a:cubicBezTo>
                    <a:cubicBezTo>
                      <a:pt x="743" y="777"/>
                      <a:pt x="739" y="766"/>
                      <a:pt x="734" y="754"/>
                    </a:cubicBezTo>
                    <a:cubicBezTo>
                      <a:pt x="733" y="754"/>
                      <a:pt x="733" y="754"/>
                      <a:pt x="733" y="754"/>
                    </a:cubicBezTo>
                    <a:cubicBezTo>
                      <a:pt x="733" y="753"/>
                      <a:pt x="733" y="753"/>
                      <a:pt x="733" y="753"/>
                    </a:cubicBezTo>
                    <a:cubicBezTo>
                      <a:pt x="734" y="753"/>
                      <a:pt x="734" y="753"/>
                      <a:pt x="734" y="753"/>
                    </a:cubicBezTo>
                    <a:cubicBezTo>
                      <a:pt x="724" y="728"/>
                      <a:pt x="716" y="699"/>
                      <a:pt x="713" y="667"/>
                    </a:cubicBezTo>
                    <a:cubicBezTo>
                      <a:pt x="712" y="667"/>
                      <a:pt x="712" y="667"/>
                      <a:pt x="712" y="667"/>
                    </a:cubicBezTo>
                    <a:cubicBezTo>
                      <a:pt x="712" y="666"/>
                      <a:pt x="712" y="666"/>
                      <a:pt x="712" y="666"/>
                    </a:cubicBezTo>
                    <a:cubicBezTo>
                      <a:pt x="713" y="666"/>
                      <a:pt x="713" y="666"/>
                      <a:pt x="713" y="666"/>
                    </a:cubicBezTo>
                    <a:cubicBezTo>
                      <a:pt x="713" y="666"/>
                      <a:pt x="712" y="666"/>
                      <a:pt x="712" y="665"/>
                    </a:cubicBezTo>
                    <a:cubicBezTo>
                      <a:pt x="710" y="662"/>
                      <a:pt x="695" y="638"/>
                      <a:pt x="684" y="579"/>
                    </a:cubicBezTo>
                    <a:cubicBezTo>
                      <a:pt x="683" y="579"/>
                      <a:pt x="683" y="579"/>
                      <a:pt x="683" y="579"/>
                    </a:cubicBezTo>
                    <a:cubicBezTo>
                      <a:pt x="683" y="578"/>
                      <a:pt x="683" y="578"/>
                      <a:pt x="683" y="578"/>
                    </a:cubicBezTo>
                    <a:cubicBezTo>
                      <a:pt x="684" y="578"/>
                      <a:pt x="684" y="578"/>
                      <a:pt x="684" y="578"/>
                    </a:cubicBezTo>
                    <a:cubicBezTo>
                      <a:pt x="682" y="571"/>
                      <a:pt x="681" y="565"/>
                      <a:pt x="680" y="557"/>
                    </a:cubicBezTo>
                    <a:cubicBezTo>
                      <a:pt x="679" y="557"/>
                      <a:pt x="679" y="557"/>
                      <a:pt x="679" y="557"/>
                    </a:cubicBezTo>
                    <a:cubicBezTo>
                      <a:pt x="679" y="556"/>
                      <a:pt x="679" y="556"/>
                      <a:pt x="679" y="556"/>
                    </a:cubicBezTo>
                    <a:cubicBezTo>
                      <a:pt x="680" y="556"/>
                      <a:pt x="680" y="556"/>
                      <a:pt x="680" y="556"/>
                    </a:cubicBezTo>
                    <a:cubicBezTo>
                      <a:pt x="676" y="530"/>
                      <a:pt x="673" y="497"/>
                      <a:pt x="671" y="459"/>
                    </a:cubicBezTo>
                    <a:cubicBezTo>
                      <a:pt x="671" y="458"/>
                      <a:pt x="671" y="458"/>
                      <a:pt x="671" y="458"/>
                    </a:cubicBezTo>
                    <a:cubicBezTo>
                      <a:pt x="671" y="458"/>
                      <a:pt x="671" y="458"/>
                      <a:pt x="671" y="458"/>
                    </a:cubicBezTo>
                    <a:cubicBezTo>
                      <a:pt x="671" y="458"/>
                      <a:pt x="671" y="458"/>
                      <a:pt x="671" y="458"/>
                    </a:cubicBezTo>
                    <a:cubicBezTo>
                      <a:pt x="670" y="458"/>
                      <a:pt x="670" y="458"/>
                      <a:pt x="670" y="458"/>
                    </a:cubicBezTo>
                    <a:cubicBezTo>
                      <a:pt x="669" y="458"/>
                      <a:pt x="669" y="458"/>
                      <a:pt x="669" y="458"/>
                    </a:cubicBezTo>
                    <a:cubicBezTo>
                      <a:pt x="669" y="459"/>
                      <a:pt x="669" y="459"/>
                      <a:pt x="669" y="459"/>
                    </a:cubicBezTo>
                    <a:cubicBezTo>
                      <a:pt x="669" y="467"/>
                      <a:pt x="668" y="505"/>
                      <a:pt x="658" y="556"/>
                    </a:cubicBezTo>
                    <a:cubicBezTo>
                      <a:pt x="659" y="556"/>
                      <a:pt x="659" y="556"/>
                      <a:pt x="659" y="556"/>
                    </a:cubicBezTo>
                    <a:cubicBezTo>
                      <a:pt x="659" y="557"/>
                      <a:pt x="659" y="557"/>
                      <a:pt x="659" y="557"/>
                    </a:cubicBezTo>
                    <a:cubicBezTo>
                      <a:pt x="658" y="557"/>
                      <a:pt x="658" y="557"/>
                      <a:pt x="658" y="557"/>
                    </a:cubicBezTo>
                    <a:cubicBezTo>
                      <a:pt x="652" y="590"/>
                      <a:pt x="642" y="627"/>
                      <a:pt x="625" y="666"/>
                    </a:cubicBezTo>
                    <a:cubicBezTo>
                      <a:pt x="626" y="666"/>
                      <a:pt x="626" y="666"/>
                      <a:pt x="626" y="666"/>
                    </a:cubicBezTo>
                    <a:cubicBezTo>
                      <a:pt x="626" y="667"/>
                      <a:pt x="626" y="667"/>
                      <a:pt x="626" y="667"/>
                    </a:cubicBezTo>
                    <a:cubicBezTo>
                      <a:pt x="625" y="667"/>
                      <a:pt x="625" y="667"/>
                      <a:pt x="625" y="667"/>
                    </a:cubicBezTo>
                    <a:cubicBezTo>
                      <a:pt x="625" y="668"/>
                      <a:pt x="625" y="668"/>
                      <a:pt x="625" y="668"/>
                    </a:cubicBezTo>
                    <a:cubicBezTo>
                      <a:pt x="624" y="676"/>
                      <a:pt x="619" y="708"/>
                      <a:pt x="598" y="753"/>
                    </a:cubicBezTo>
                    <a:cubicBezTo>
                      <a:pt x="599" y="753"/>
                      <a:pt x="599" y="753"/>
                      <a:pt x="599" y="753"/>
                    </a:cubicBezTo>
                    <a:cubicBezTo>
                      <a:pt x="599" y="754"/>
                      <a:pt x="599" y="754"/>
                      <a:pt x="599" y="754"/>
                    </a:cubicBezTo>
                    <a:cubicBezTo>
                      <a:pt x="598" y="754"/>
                      <a:pt x="598" y="754"/>
                      <a:pt x="598" y="754"/>
                    </a:cubicBezTo>
                    <a:cubicBezTo>
                      <a:pt x="595" y="761"/>
                      <a:pt x="592" y="768"/>
                      <a:pt x="588" y="776"/>
                    </a:cubicBezTo>
                    <a:cubicBezTo>
                      <a:pt x="588" y="776"/>
                      <a:pt x="588" y="776"/>
                      <a:pt x="588" y="776"/>
                    </a:cubicBezTo>
                    <a:cubicBezTo>
                      <a:pt x="584" y="786"/>
                      <a:pt x="584" y="786"/>
                      <a:pt x="584" y="786"/>
                    </a:cubicBezTo>
                    <a:cubicBezTo>
                      <a:pt x="584" y="786"/>
                      <a:pt x="584" y="786"/>
                      <a:pt x="584" y="786"/>
                    </a:cubicBezTo>
                    <a:cubicBezTo>
                      <a:pt x="584" y="786"/>
                      <a:pt x="584" y="786"/>
                      <a:pt x="584" y="786"/>
                    </a:cubicBezTo>
                    <a:cubicBezTo>
                      <a:pt x="584" y="786"/>
                      <a:pt x="584" y="786"/>
                      <a:pt x="584" y="786"/>
                    </a:cubicBezTo>
                    <a:cubicBezTo>
                      <a:pt x="584" y="787"/>
                      <a:pt x="584" y="787"/>
                      <a:pt x="584" y="787"/>
                    </a:cubicBezTo>
                    <a:cubicBezTo>
                      <a:pt x="583" y="787"/>
                      <a:pt x="583" y="787"/>
                      <a:pt x="583" y="787"/>
                    </a:cubicBezTo>
                    <a:cubicBezTo>
                      <a:pt x="580" y="798"/>
                      <a:pt x="576" y="804"/>
                      <a:pt x="570" y="815"/>
                    </a:cubicBezTo>
                    <a:cubicBezTo>
                      <a:pt x="562" y="826"/>
                      <a:pt x="554" y="837"/>
                      <a:pt x="549" y="843"/>
                    </a:cubicBezTo>
                    <a:cubicBezTo>
                      <a:pt x="546" y="847"/>
                      <a:pt x="541" y="851"/>
                      <a:pt x="536" y="854"/>
                    </a:cubicBezTo>
                    <a:cubicBezTo>
                      <a:pt x="528" y="859"/>
                      <a:pt x="518" y="863"/>
                      <a:pt x="506" y="863"/>
                    </a:cubicBezTo>
                    <a:cubicBezTo>
                      <a:pt x="505" y="863"/>
                      <a:pt x="504" y="863"/>
                      <a:pt x="503" y="863"/>
                    </a:cubicBezTo>
                    <a:cubicBezTo>
                      <a:pt x="502" y="863"/>
                      <a:pt x="502" y="863"/>
                      <a:pt x="502" y="863"/>
                    </a:cubicBezTo>
                    <a:cubicBezTo>
                      <a:pt x="491" y="863"/>
                      <a:pt x="481" y="859"/>
                      <a:pt x="475" y="854"/>
                    </a:cubicBezTo>
                    <a:cubicBezTo>
                      <a:pt x="472" y="852"/>
                      <a:pt x="469" y="850"/>
                      <a:pt x="468" y="849"/>
                    </a:cubicBezTo>
                    <a:cubicBezTo>
                      <a:pt x="467" y="848"/>
                      <a:pt x="466" y="847"/>
                      <a:pt x="466" y="847"/>
                    </a:cubicBezTo>
                    <a:cubicBezTo>
                      <a:pt x="465" y="846"/>
                      <a:pt x="465" y="846"/>
                      <a:pt x="465" y="846"/>
                    </a:cubicBezTo>
                    <a:cubicBezTo>
                      <a:pt x="465" y="846"/>
                      <a:pt x="465" y="846"/>
                      <a:pt x="465" y="846"/>
                    </a:cubicBezTo>
                    <a:cubicBezTo>
                      <a:pt x="465" y="846"/>
                      <a:pt x="465" y="846"/>
                      <a:pt x="465" y="846"/>
                    </a:cubicBezTo>
                    <a:cubicBezTo>
                      <a:pt x="450" y="834"/>
                      <a:pt x="437" y="818"/>
                      <a:pt x="427" y="803"/>
                    </a:cubicBezTo>
                    <a:cubicBezTo>
                      <a:pt x="424" y="798"/>
                      <a:pt x="421" y="792"/>
                      <a:pt x="418" y="787"/>
                    </a:cubicBezTo>
                    <a:cubicBezTo>
                      <a:pt x="417" y="787"/>
                      <a:pt x="417" y="787"/>
                      <a:pt x="417" y="787"/>
                    </a:cubicBezTo>
                    <a:cubicBezTo>
                      <a:pt x="417" y="786"/>
                      <a:pt x="417" y="786"/>
                      <a:pt x="417" y="786"/>
                    </a:cubicBezTo>
                    <a:cubicBezTo>
                      <a:pt x="417" y="786"/>
                      <a:pt x="417" y="786"/>
                      <a:pt x="417" y="786"/>
                    </a:cubicBezTo>
                    <a:cubicBezTo>
                      <a:pt x="414" y="781"/>
                      <a:pt x="412" y="776"/>
                      <a:pt x="410" y="772"/>
                    </a:cubicBezTo>
                    <a:cubicBezTo>
                      <a:pt x="408" y="768"/>
                      <a:pt x="407" y="764"/>
                      <a:pt x="406" y="762"/>
                    </a:cubicBezTo>
                    <a:cubicBezTo>
                      <a:pt x="405" y="759"/>
                      <a:pt x="404" y="758"/>
                      <a:pt x="404" y="758"/>
                    </a:cubicBezTo>
                    <a:cubicBezTo>
                      <a:pt x="404" y="758"/>
                      <a:pt x="404" y="757"/>
                      <a:pt x="403" y="754"/>
                    </a:cubicBezTo>
                    <a:cubicBezTo>
                      <a:pt x="402" y="754"/>
                      <a:pt x="402" y="754"/>
                      <a:pt x="402" y="754"/>
                    </a:cubicBezTo>
                    <a:cubicBezTo>
                      <a:pt x="402" y="753"/>
                      <a:pt x="402" y="753"/>
                      <a:pt x="402" y="753"/>
                    </a:cubicBezTo>
                    <a:cubicBezTo>
                      <a:pt x="403" y="753"/>
                      <a:pt x="403" y="753"/>
                      <a:pt x="403" y="753"/>
                    </a:cubicBezTo>
                    <a:cubicBezTo>
                      <a:pt x="402" y="752"/>
                      <a:pt x="402" y="752"/>
                      <a:pt x="402" y="751"/>
                    </a:cubicBezTo>
                    <a:cubicBezTo>
                      <a:pt x="397" y="737"/>
                      <a:pt x="387" y="704"/>
                      <a:pt x="383" y="667"/>
                    </a:cubicBezTo>
                    <a:cubicBezTo>
                      <a:pt x="382" y="667"/>
                      <a:pt x="382" y="667"/>
                      <a:pt x="382" y="667"/>
                    </a:cubicBezTo>
                    <a:cubicBezTo>
                      <a:pt x="382" y="666"/>
                      <a:pt x="382" y="666"/>
                      <a:pt x="382" y="666"/>
                    </a:cubicBezTo>
                    <a:cubicBezTo>
                      <a:pt x="382" y="666"/>
                      <a:pt x="382" y="666"/>
                      <a:pt x="382" y="666"/>
                    </a:cubicBezTo>
                    <a:cubicBezTo>
                      <a:pt x="382" y="666"/>
                      <a:pt x="382" y="665"/>
                      <a:pt x="381" y="663"/>
                    </a:cubicBezTo>
                    <a:cubicBezTo>
                      <a:pt x="377" y="653"/>
                      <a:pt x="363" y="619"/>
                      <a:pt x="355" y="579"/>
                    </a:cubicBezTo>
                    <a:cubicBezTo>
                      <a:pt x="353" y="579"/>
                      <a:pt x="353" y="579"/>
                      <a:pt x="353" y="579"/>
                    </a:cubicBezTo>
                    <a:cubicBezTo>
                      <a:pt x="353" y="578"/>
                      <a:pt x="353" y="578"/>
                      <a:pt x="353" y="578"/>
                    </a:cubicBezTo>
                    <a:cubicBezTo>
                      <a:pt x="354" y="578"/>
                      <a:pt x="354" y="578"/>
                      <a:pt x="354" y="578"/>
                    </a:cubicBezTo>
                    <a:cubicBezTo>
                      <a:pt x="353" y="571"/>
                      <a:pt x="351" y="564"/>
                      <a:pt x="350" y="557"/>
                    </a:cubicBezTo>
                    <a:cubicBezTo>
                      <a:pt x="349" y="557"/>
                      <a:pt x="349" y="557"/>
                      <a:pt x="349" y="557"/>
                    </a:cubicBezTo>
                    <a:cubicBezTo>
                      <a:pt x="349" y="556"/>
                      <a:pt x="349" y="556"/>
                      <a:pt x="349" y="556"/>
                    </a:cubicBezTo>
                    <a:cubicBezTo>
                      <a:pt x="350" y="556"/>
                      <a:pt x="350" y="556"/>
                      <a:pt x="350" y="556"/>
                    </a:cubicBezTo>
                    <a:cubicBezTo>
                      <a:pt x="350" y="552"/>
                      <a:pt x="349" y="548"/>
                      <a:pt x="349" y="543"/>
                    </a:cubicBezTo>
                    <a:cubicBezTo>
                      <a:pt x="345" y="513"/>
                      <a:pt x="343" y="486"/>
                      <a:pt x="342" y="466"/>
                    </a:cubicBezTo>
                    <a:cubicBezTo>
                      <a:pt x="341" y="457"/>
                      <a:pt x="340" y="449"/>
                      <a:pt x="340" y="443"/>
                    </a:cubicBezTo>
                    <a:cubicBezTo>
                      <a:pt x="339" y="438"/>
                      <a:pt x="339" y="435"/>
                      <a:pt x="339" y="435"/>
                    </a:cubicBezTo>
                    <a:cubicBezTo>
                      <a:pt x="339" y="435"/>
                      <a:pt x="339" y="435"/>
                      <a:pt x="339" y="435"/>
                    </a:cubicBezTo>
                    <a:cubicBezTo>
                      <a:pt x="339" y="435"/>
                      <a:pt x="339" y="435"/>
                      <a:pt x="339" y="435"/>
                    </a:cubicBezTo>
                    <a:cubicBezTo>
                      <a:pt x="338" y="435"/>
                      <a:pt x="338" y="435"/>
                      <a:pt x="338" y="435"/>
                    </a:cubicBezTo>
                    <a:cubicBezTo>
                      <a:pt x="338" y="435"/>
                      <a:pt x="338" y="435"/>
                      <a:pt x="338" y="435"/>
                    </a:cubicBezTo>
                    <a:cubicBezTo>
                      <a:pt x="337" y="435"/>
                      <a:pt x="337" y="435"/>
                      <a:pt x="337" y="435"/>
                    </a:cubicBezTo>
                    <a:cubicBezTo>
                      <a:pt x="337" y="435"/>
                      <a:pt x="337" y="440"/>
                      <a:pt x="336" y="449"/>
                    </a:cubicBezTo>
                    <a:cubicBezTo>
                      <a:pt x="335" y="473"/>
                      <a:pt x="330" y="524"/>
                      <a:pt x="319" y="556"/>
                    </a:cubicBezTo>
                    <a:cubicBezTo>
                      <a:pt x="319" y="556"/>
                      <a:pt x="319" y="556"/>
                      <a:pt x="319" y="556"/>
                    </a:cubicBezTo>
                    <a:cubicBezTo>
                      <a:pt x="319" y="557"/>
                      <a:pt x="319" y="557"/>
                      <a:pt x="319" y="557"/>
                    </a:cubicBezTo>
                    <a:cubicBezTo>
                      <a:pt x="318" y="557"/>
                      <a:pt x="318" y="557"/>
                      <a:pt x="318" y="557"/>
                    </a:cubicBezTo>
                    <a:cubicBezTo>
                      <a:pt x="318" y="559"/>
                      <a:pt x="317" y="561"/>
                      <a:pt x="316" y="562"/>
                    </a:cubicBezTo>
                    <a:cubicBezTo>
                      <a:pt x="308" y="583"/>
                      <a:pt x="296" y="609"/>
                      <a:pt x="287" y="630"/>
                    </a:cubicBezTo>
                    <a:cubicBezTo>
                      <a:pt x="282" y="640"/>
                      <a:pt x="278" y="649"/>
                      <a:pt x="275" y="656"/>
                    </a:cubicBezTo>
                    <a:cubicBezTo>
                      <a:pt x="273" y="662"/>
                      <a:pt x="271" y="666"/>
                      <a:pt x="271" y="666"/>
                    </a:cubicBezTo>
                    <a:cubicBezTo>
                      <a:pt x="272" y="666"/>
                      <a:pt x="272" y="666"/>
                      <a:pt x="272" y="666"/>
                    </a:cubicBezTo>
                    <a:cubicBezTo>
                      <a:pt x="272" y="667"/>
                      <a:pt x="272" y="667"/>
                      <a:pt x="272" y="667"/>
                    </a:cubicBezTo>
                    <a:cubicBezTo>
                      <a:pt x="270" y="667"/>
                      <a:pt x="270" y="667"/>
                      <a:pt x="270" y="667"/>
                    </a:cubicBezTo>
                    <a:cubicBezTo>
                      <a:pt x="270" y="668"/>
                      <a:pt x="270" y="668"/>
                      <a:pt x="270" y="668"/>
                    </a:cubicBezTo>
                    <a:cubicBezTo>
                      <a:pt x="268" y="677"/>
                      <a:pt x="259" y="712"/>
                      <a:pt x="234" y="753"/>
                    </a:cubicBezTo>
                    <a:cubicBezTo>
                      <a:pt x="235" y="753"/>
                      <a:pt x="235" y="753"/>
                      <a:pt x="235" y="753"/>
                    </a:cubicBezTo>
                    <a:cubicBezTo>
                      <a:pt x="235" y="754"/>
                      <a:pt x="235" y="754"/>
                      <a:pt x="235" y="754"/>
                    </a:cubicBezTo>
                    <a:cubicBezTo>
                      <a:pt x="234" y="754"/>
                      <a:pt x="234" y="754"/>
                      <a:pt x="234" y="754"/>
                    </a:cubicBezTo>
                    <a:cubicBezTo>
                      <a:pt x="232" y="757"/>
                      <a:pt x="230" y="759"/>
                      <a:pt x="229" y="762"/>
                    </a:cubicBezTo>
                    <a:cubicBezTo>
                      <a:pt x="223" y="771"/>
                      <a:pt x="218" y="778"/>
                      <a:pt x="214" y="785"/>
                    </a:cubicBezTo>
                    <a:cubicBezTo>
                      <a:pt x="214" y="785"/>
                      <a:pt x="214" y="785"/>
                      <a:pt x="214" y="785"/>
                    </a:cubicBezTo>
                    <a:cubicBezTo>
                      <a:pt x="214" y="785"/>
                      <a:pt x="214" y="785"/>
                      <a:pt x="214" y="785"/>
                    </a:cubicBezTo>
                    <a:cubicBezTo>
                      <a:pt x="214" y="785"/>
                      <a:pt x="214" y="785"/>
                      <a:pt x="214" y="785"/>
                    </a:cubicBezTo>
                    <a:cubicBezTo>
                      <a:pt x="210" y="791"/>
                      <a:pt x="206" y="796"/>
                      <a:pt x="203" y="800"/>
                    </a:cubicBezTo>
                    <a:cubicBezTo>
                      <a:pt x="189" y="821"/>
                      <a:pt x="181" y="828"/>
                      <a:pt x="170" y="836"/>
                    </a:cubicBezTo>
                    <a:cubicBezTo>
                      <a:pt x="162" y="841"/>
                      <a:pt x="150" y="849"/>
                      <a:pt x="136" y="854"/>
                    </a:cubicBezTo>
                    <a:cubicBezTo>
                      <a:pt x="127" y="857"/>
                      <a:pt x="117" y="860"/>
                      <a:pt x="108" y="860"/>
                    </a:cubicBezTo>
                    <a:cubicBezTo>
                      <a:pt x="104" y="860"/>
                      <a:pt x="100" y="859"/>
                      <a:pt x="96" y="858"/>
                    </a:cubicBezTo>
                    <a:cubicBezTo>
                      <a:pt x="83" y="855"/>
                      <a:pt x="72" y="844"/>
                      <a:pt x="64" y="830"/>
                    </a:cubicBezTo>
                    <a:cubicBezTo>
                      <a:pt x="55" y="816"/>
                      <a:pt x="50" y="799"/>
                      <a:pt x="47" y="785"/>
                    </a:cubicBezTo>
                    <a:cubicBezTo>
                      <a:pt x="46" y="785"/>
                      <a:pt x="46" y="785"/>
                      <a:pt x="46" y="785"/>
                    </a:cubicBezTo>
                    <a:cubicBezTo>
                      <a:pt x="46" y="785"/>
                      <a:pt x="46" y="785"/>
                      <a:pt x="46" y="785"/>
                    </a:cubicBezTo>
                    <a:cubicBezTo>
                      <a:pt x="47" y="785"/>
                      <a:pt x="47" y="785"/>
                      <a:pt x="47" y="785"/>
                    </a:cubicBezTo>
                    <a:cubicBezTo>
                      <a:pt x="47" y="784"/>
                      <a:pt x="47" y="784"/>
                      <a:pt x="47" y="784"/>
                    </a:cubicBezTo>
                    <a:cubicBezTo>
                      <a:pt x="46" y="784"/>
                      <a:pt x="46" y="784"/>
                      <a:pt x="46" y="784"/>
                    </a:cubicBezTo>
                    <a:cubicBezTo>
                      <a:pt x="46" y="784"/>
                      <a:pt x="42" y="780"/>
                      <a:pt x="38" y="764"/>
                    </a:cubicBezTo>
                    <a:cubicBezTo>
                      <a:pt x="38" y="761"/>
                      <a:pt x="37" y="758"/>
                      <a:pt x="36" y="754"/>
                    </a:cubicBezTo>
                    <a:cubicBezTo>
                      <a:pt x="36" y="754"/>
                      <a:pt x="36" y="754"/>
                      <a:pt x="36" y="754"/>
                    </a:cubicBezTo>
                    <a:cubicBezTo>
                      <a:pt x="36" y="753"/>
                      <a:pt x="36" y="753"/>
                      <a:pt x="36" y="753"/>
                    </a:cubicBezTo>
                    <a:cubicBezTo>
                      <a:pt x="36" y="753"/>
                      <a:pt x="36" y="753"/>
                      <a:pt x="36" y="753"/>
                    </a:cubicBezTo>
                    <a:cubicBezTo>
                      <a:pt x="33" y="736"/>
                      <a:pt x="30" y="709"/>
                      <a:pt x="28" y="667"/>
                    </a:cubicBezTo>
                    <a:cubicBezTo>
                      <a:pt x="27" y="667"/>
                      <a:pt x="27" y="667"/>
                      <a:pt x="27" y="667"/>
                    </a:cubicBezTo>
                    <a:cubicBezTo>
                      <a:pt x="27" y="666"/>
                      <a:pt x="27" y="666"/>
                      <a:pt x="27" y="666"/>
                    </a:cubicBezTo>
                    <a:cubicBezTo>
                      <a:pt x="28" y="666"/>
                      <a:pt x="28" y="666"/>
                      <a:pt x="28" y="666"/>
                    </a:cubicBezTo>
                    <a:cubicBezTo>
                      <a:pt x="28" y="665"/>
                      <a:pt x="27" y="663"/>
                      <a:pt x="26" y="659"/>
                    </a:cubicBezTo>
                    <a:cubicBezTo>
                      <a:pt x="23" y="646"/>
                      <a:pt x="16" y="616"/>
                      <a:pt x="11" y="579"/>
                    </a:cubicBezTo>
                    <a:cubicBezTo>
                      <a:pt x="10" y="579"/>
                      <a:pt x="10" y="579"/>
                      <a:pt x="10" y="579"/>
                    </a:cubicBezTo>
                    <a:cubicBezTo>
                      <a:pt x="10" y="578"/>
                      <a:pt x="10" y="578"/>
                      <a:pt x="10" y="578"/>
                    </a:cubicBezTo>
                    <a:cubicBezTo>
                      <a:pt x="10" y="578"/>
                      <a:pt x="10" y="578"/>
                      <a:pt x="10" y="578"/>
                    </a:cubicBezTo>
                    <a:cubicBezTo>
                      <a:pt x="10" y="577"/>
                      <a:pt x="10" y="576"/>
                      <a:pt x="10" y="574"/>
                    </a:cubicBezTo>
                    <a:cubicBezTo>
                      <a:pt x="10" y="574"/>
                      <a:pt x="10" y="574"/>
                      <a:pt x="10" y="574"/>
                    </a:cubicBezTo>
                    <a:cubicBezTo>
                      <a:pt x="9" y="557"/>
                      <a:pt x="9" y="557"/>
                      <a:pt x="9" y="557"/>
                    </a:cubicBezTo>
                    <a:cubicBezTo>
                      <a:pt x="8" y="557"/>
                      <a:pt x="8" y="557"/>
                      <a:pt x="8" y="557"/>
                    </a:cubicBezTo>
                    <a:cubicBezTo>
                      <a:pt x="8" y="556"/>
                      <a:pt x="8" y="556"/>
                      <a:pt x="8" y="556"/>
                    </a:cubicBezTo>
                    <a:cubicBezTo>
                      <a:pt x="9" y="556"/>
                      <a:pt x="9" y="556"/>
                      <a:pt x="9" y="556"/>
                    </a:cubicBezTo>
                    <a:cubicBezTo>
                      <a:pt x="8" y="551"/>
                      <a:pt x="8" y="551"/>
                      <a:pt x="8" y="551"/>
                    </a:cubicBezTo>
                    <a:cubicBezTo>
                      <a:pt x="8" y="551"/>
                      <a:pt x="8" y="551"/>
                      <a:pt x="8" y="551"/>
                    </a:cubicBezTo>
                    <a:cubicBezTo>
                      <a:pt x="8" y="551"/>
                      <a:pt x="8" y="548"/>
                      <a:pt x="7" y="543"/>
                    </a:cubicBezTo>
                    <a:cubicBezTo>
                      <a:pt x="5" y="526"/>
                      <a:pt x="1" y="488"/>
                      <a:pt x="1" y="452"/>
                    </a:cubicBezTo>
                    <a:cubicBezTo>
                      <a:pt x="1" y="445"/>
                      <a:pt x="1" y="439"/>
                      <a:pt x="1" y="432"/>
                    </a:cubicBezTo>
                    <a:cubicBezTo>
                      <a:pt x="1" y="432"/>
                      <a:pt x="1" y="432"/>
                      <a:pt x="1" y="432"/>
                    </a:cubicBezTo>
                    <a:cubicBezTo>
                      <a:pt x="2" y="430"/>
                      <a:pt x="2" y="428"/>
                      <a:pt x="2" y="426"/>
                    </a:cubicBezTo>
                    <a:cubicBezTo>
                      <a:pt x="1" y="426"/>
                      <a:pt x="1" y="426"/>
                      <a:pt x="1" y="426"/>
                    </a:cubicBezTo>
                    <a:cubicBezTo>
                      <a:pt x="1" y="425"/>
                      <a:pt x="1" y="425"/>
                      <a:pt x="1" y="425"/>
                    </a:cubicBezTo>
                    <a:cubicBezTo>
                      <a:pt x="2" y="425"/>
                      <a:pt x="2" y="425"/>
                      <a:pt x="2" y="425"/>
                    </a:cubicBezTo>
                    <a:cubicBezTo>
                      <a:pt x="4" y="400"/>
                      <a:pt x="9" y="375"/>
                      <a:pt x="14" y="355"/>
                    </a:cubicBezTo>
                    <a:cubicBezTo>
                      <a:pt x="17" y="345"/>
                      <a:pt x="19" y="336"/>
                      <a:pt x="21" y="329"/>
                    </a:cubicBezTo>
                    <a:cubicBezTo>
                      <a:pt x="22" y="327"/>
                      <a:pt x="23" y="325"/>
                      <a:pt x="23" y="324"/>
                    </a:cubicBezTo>
                    <a:cubicBezTo>
                      <a:pt x="22" y="324"/>
                      <a:pt x="22" y="324"/>
                      <a:pt x="22" y="324"/>
                    </a:cubicBezTo>
                    <a:cubicBezTo>
                      <a:pt x="22" y="323"/>
                      <a:pt x="22" y="323"/>
                      <a:pt x="22" y="323"/>
                    </a:cubicBezTo>
                    <a:cubicBezTo>
                      <a:pt x="23" y="323"/>
                      <a:pt x="23" y="323"/>
                      <a:pt x="23" y="323"/>
                    </a:cubicBezTo>
                    <a:cubicBezTo>
                      <a:pt x="24" y="321"/>
                      <a:pt x="24" y="319"/>
                      <a:pt x="25" y="319"/>
                    </a:cubicBezTo>
                    <a:cubicBezTo>
                      <a:pt x="25" y="319"/>
                      <a:pt x="25" y="319"/>
                      <a:pt x="25" y="319"/>
                    </a:cubicBezTo>
                    <a:cubicBezTo>
                      <a:pt x="26" y="316"/>
                      <a:pt x="27" y="313"/>
                      <a:pt x="28" y="310"/>
                    </a:cubicBezTo>
                    <a:cubicBezTo>
                      <a:pt x="27" y="310"/>
                      <a:pt x="27" y="310"/>
                      <a:pt x="27" y="310"/>
                    </a:cubicBezTo>
                    <a:cubicBezTo>
                      <a:pt x="27" y="309"/>
                      <a:pt x="27" y="309"/>
                      <a:pt x="27" y="309"/>
                    </a:cubicBezTo>
                    <a:cubicBezTo>
                      <a:pt x="29" y="309"/>
                      <a:pt x="29" y="309"/>
                      <a:pt x="29" y="309"/>
                    </a:cubicBezTo>
                    <a:cubicBezTo>
                      <a:pt x="30" y="306"/>
                      <a:pt x="31" y="303"/>
                      <a:pt x="32" y="300"/>
                    </a:cubicBezTo>
                    <a:cubicBezTo>
                      <a:pt x="51" y="258"/>
                      <a:pt x="64" y="235"/>
                      <a:pt x="72" y="223"/>
                    </a:cubicBezTo>
                    <a:cubicBezTo>
                      <a:pt x="76" y="217"/>
                      <a:pt x="79" y="213"/>
                      <a:pt x="81" y="211"/>
                    </a:cubicBezTo>
                    <a:cubicBezTo>
                      <a:pt x="82" y="210"/>
                      <a:pt x="83" y="210"/>
                      <a:pt x="83"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3" y="209"/>
                      <a:pt x="83" y="209"/>
                      <a:pt x="83" y="209"/>
                    </a:cubicBezTo>
                    <a:cubicBezTo>
                      <a:pt x="83" y="208"/>
                      <a:pt x="83" y="208"/>
                      <a:pt x="83" y="208"/>
                    </a:cubicBezTo>
                    <a:cubicBezTo>
                      <a:pt x="85" y="208"/>
                      <a:pt x="85" y="208"/>
                      <a:pt x="85" y="208"/>
                    </a:cubicBezTo>
                    <a:cubicBezTo>
                      <a:pt x="85" y="207"/>
                      <a:pt x="85" y="206"/>
                      <a:pt x="86" y="205"/>
                    </a:cubicBezTo>
                    <a:cubicBezTo>
                      <a:pt x="90" y="194"/>
                      <a:pt x="106" y="154"/>
                      <a:pt x="137" y="112"/>
                    </a:cubicBezTo>
                    <a:cubicBezTo>
                      <a:pt x="136" y="112"/>
                      <a:pt x="136" y="112"/>
                      <a:pt x="136" y="112"/>
                    </a:cubicBezTo>
                    <a:cubicBezTo>
                      <a:pt x="136" y="111"/>
                      <a:pt x="136" y="111"/>
                      <a:pt x="136" y="111"/>
                    </a:cubicBezTo>
                    <a:cubicBezTo>
                      <a:pt x="137" y="111"/>
                      <a:pt x="137" y="111"/>
                      <a:pt x="137" y="111"/>
                    </a:cubicBezTo>
                    <a:cubicBezTo>
                      <a:pt x="145" y="101"/>
                      <a:pt x="153" y="91"/>
                      <a:pt x="162" y="81"/>
                    </a:cubicBezTo>
                    <a:cubicBezTo>
                      <a:pt x="162" y="81"/>
                      <a:pt x="162" y="81"/>
                      <a:pt x="162" y="81"/>
                    </a:cubicBezTo>
                    <a:cubicBezTo>
                      <a:pt x="162" y="80"/>
                      <a:pt x="162" y="80"/>
                      <a:pt x="162" y="80"/>
                    </a:cubicBezTo>
                    <a:cubicBezTo>
                      <a:pt x="163" y="80"/>
                      <a:pt x="163" y="80"/>
                      <a:pt x="163" y="80"/>
                    </a:cubicBezTo>
                    <a:cubicBezTo>
                      <a:pt x="164" y="80"/>
                      <a:pt x="165" y="79"/>
                      <a:pt x="165" y="78"/>
                    </a:cubicBezTo>
                    <a:moveTo>
                      <a:pt x="347" y="0"/>
                    </a:moveTo>
                    <a:cubicBezTo>
                      <a:pt x="315" y="0"/>
                      <a:pt x="315" y="0"/>
                      <a:pt x="315" y="0"/>
                    </a:cubicBezTo>
                    <a:cubicBezTo>
                      <a:pt x="304" y="1"/>
                      <a:pt x="296" y="2"/>
                      <a:pt x="291" y="3"/>
                    </a:cubicBezTo>
                    <a:cubicBezTo>
                      <a:pt x="285" y="4"/>
                      <a:pt x="270" y="10"/>
                      <a:pt x="255" y="16"/>
                    </a:cubicBezTo>
                    <a:cubicBezTo>
                      <a:pt x="239" y="23"/>
                      <a:pt x="223" y="31"/>
                      <a:pt x="214" y="36"/>
                    </a:cubicBezTo>
                    <a:cubicBezTo>
                      <a:pt x="204" y="43"/>
                      <a:pt x="190" y="54"/>
                      <a:pt x="179" y="63"/>
                    </a:cubicBezTo>
                    <a:cubicBezTo>
                      <a:pt x="177" y="65"/>
                      <a:pt x="174" y="68"/>
                      <a:pt x="172" y="69"/>
                    </a:cubicBezTo>
                    <a:cubicBezTo>
                      <a:pt x="167" y="74"/>
                      <a:pt x="164" y="76"/>
                      <a:pt x="164" y="76"/>
                    </a:cubicBezTo>
                    <a:cubicBezTo>
                      <a:pt x="164" y="76"/>
                      <a:pt x="164" y="76"/>
                      <a:pt x="164" y="76"/>
                    </a:cubicBezTo>
                    <a:cubicBezTo>
                      <a:pt x="164" y="76"/>
                      <a:pt x="164" y="76"/>
                      <a:pt x="164" y="76"/>
                    </a:cubicBezTo>
                    <a:cubicBezTo>
                      <a:pt x="108" y="134"/>
                      <a:pt x="85" y="202"/>
                      <a:pt x="83" y="207"/>
                    </a:cubicBezTo>
                    <a:cubicBezTo>
                      <a:pt x="81" y="208"/>
                      <a:pt x="78" y="211"/>
                      <a:pt x="70" y="222"/>
                    </a:cubicBezTo>
                    <a:cubicBezTo>
                      <a:pt x="62" y="234"/>
                      <a:pt x="49" y="257"/>
                      <a:pt x="30" y="299"/>
                    </a:cubicBezTo>
                    <a:cubicBezTo>
                      <a:pt x="28" y="306"/>
                      <a:pt x="25" y="312"/>
                      <a:pt x="23" y="318"/>
                    </a:cubicBezTo>
                    <a:cubicBezTo>
                      <a:pt x="23" y="318"/>
                      <a:pt x="23" y="318"/>
                      <a:pt x="23" y="318"/>
                    </a:cubicBezTo>
                    <a:cubicBezTo>
                      <a:pt x="23" y="318"/>
                      <a:pt x="3" y="377"/>
                      <a:pt x="0" y="430"/>
                    </a:cubicBezTo>
                    <a:cubicBezTo>
                      <a:pt x="0" y="476"/>
                      <a:pt x="0" y="476"/>
                      <a:pt x="0" y="476"/>
                    </a:cubicBezTo>
                    <a:cubicBezTo>
                      <a:pt x="1" y="516"/>
                      <a:pt x="6" y="551"/>
                      <a:pt x="6" y="551"/>
                    </a:cubicBezTo>
                    <a:cubicBezTo>
                      <a:pt x="6" y="551"/>
                      <a:pt x="6" y="551"/>
                      <a:pt x="6" y="551"/>
                    </a:cubicBezTo>
                    <a:cubicBezTo>
                      <a:pt x="8" y="575"/>
                      <a:pt x="8" y="575"/>
                      <a:pt x="8" y="575"/>
                    </a:cubicBezTo>
                    <a:cubicBezTo>
                      <a:pt x="8" y="575"/>
                      <a:pt x="8" y="575"/>
                      <a:pt x="8" y="575"/>
                    </a:cubicBezTo>
                    <a:cubicBezTo>
                      <a:pt x="15" y="626"/>
                      <a:pt x="25" y="664"/>
                      <a:pt x="26" y="667"/>
                    </a:cubicBezTo>
                    <a:cubicBezTo>
                      <a:pt x="29" y="724"/>
                      <a:pt x="33" y="753"/>
                      <a:pt x="38" y="769"/>
                    </a:cubicBezTo>
                    <a:cubicBezTo>
                      <a:pt x="41" y="782"/>
                      <a:pt x="44" y="785"/>
                      <a:pt x="45" y="786"/>
                    </a:cubicBezTo>
                    <a:cubicBezTo>
                      <a:pt x="48" y="800"/>
                      <a:pt x="54" y="817"/>
                      <a:pt x="62" y="831"/>
                    </a:cubicBezTo>
                    <a:cubicBezTo>
                      <a:pt x="71" y="845"/>
                      <a:pt x="82" y="857"/>
                      <a:pt x="96" y="860"/>
                    </a:cubicBezTo>
                    <a:cubicBezTo>
                      <a:pt x="100" y="861"/>
                      <a:pt x="104" y="862"/>
                      <a:pt x="108" y="862"/>
                    </a:cubicBezTo>
                    <a:cubicBezTo>
                      <a:pt x="118" y="862"/>
                      <a:pt x="128" y="859"/>
                      <a:pt x="137" y="855"/>
                    </a:cubicBezTo>
                    <a:cubicBezTo>
                      <a:pt x="151" y="850"/>
                      <a:pt x="163" y="843"/>
                      <a:pt x="171" y="837"/>
                    </a:cubicBezTo>
                    <a:cubicBezTo>
                      <a:pt x="182" y="830"/>
                      <a:pt x="190" y="822"/>
                      <a:pt x="205" y="802"/>
                    </a:cubicBezTo>
                    <a:cubicBezTo>
                      <a:pt x="212" y="792"/>
                      <a:pt x="220" y="780"/>
                      <a:pt x="230" y="763"/>
                    </a:cubicBezTo>
                    <a:cubicBezTo>
                      <a:pt x="263" y="713"/>
                      <a:pt x="272" y="669"/>
                      <a:pt x="273" y="667"/>
                    </a:cubicBezTo>
                    <a:cubicBezTo>
                      <a:pt x="274" y="664"/>
                      <a:pt x="301" y="604"/>
                      <a:pt x="318" y="563"/>
                    </a:cubicBezTo>
                    <a:cubicBezTo>
                      <a:pt x="327" y="542"/>
                      <a:pt x="332" y="510"/>
                      <a:pt x="335" y="483"/>
                    </a:cubicBezTo>
                    <a:cubicBezTo>
                      <a:pt x="337" y="470"/>
                      <a:pt x="338" y="459"/>
                      <a:pt x="338" y="450"/>
                    </a:cubicBezTo>
                    <a:cubicBezTo>
                      <a:pt x="340" y="469"/>
                      <a:pt x="342" y="504"/>
                      <a:pt x="347" y="544"/>
                    </a:cubicBezTo>
                    <a:cubicBezTo>
                      <a:pt x="353" y="602"/>
                      <a:pt x="379" y="663"/>
                      <a:pt x="381" y="667"/>
                    </a:cubicBezTo>
                    <a:cubicBezTo>
                      <a:pt x="386" y="716"/>
                      <a:pt x="402" y="757"/>
                      <a:pt x="402" y="759"/>
                    </a:cubicBezTo>
                    <a:cubicBezTo>
                      <a:pt x="402" y="759"/>
                      <a:pt x="402" y="759"/>
                      <a:pt x="402" y="759"/>
                    </a:cubicBezTo>
                    <a:cubicBezTo>
                      <a:pt x="402" y="759"/>
                      <a:pt x="410" y="780"/>
                      <a:pt x="426" y="805"/>
                    </a:cubicBezTo>
                    <a:cubicBezTo>
                      <a:pt x="435" y="819"/>
                      <a:pt x="448" y="835"/>
                      <a:pt x="464" y="848"/>
                    </a:cubicBezTo>
                    <a:cubicBezTo>
                      <a:pt x="465" y="849"/>
                      <a:pt x="479" y="865"/>
                      <a:pt x="502" y="865"/>
                    </a:cubicBezTo>
                    <a:cubicBezTo>
                      <a:pt x="503" y="865"/>
                      <a:pt x="503" y="865"/>
                      <a:pt x="503" y="865"/>
                    </a:cubicBezTo>
                    <a:cubicBezTo>
                      <a:pt x="504" y="865"/>
                      <a:pt x="505" y="865"/>
                      <a:pt x="506" y="865"/>
                    </a:cubicBezTo>
                    <a:cubicBezTo>
                      <a:pt x="519" y="865"/>
                      <a:pt x="529" y="861"/>
                      <a:pt x="537" y="856"/>
                    </a:cubicBezTo>
                    <a:cubicBezTo>
                      <a:pt x="542" y="853"/>
                      <a:pt x="547" y="848"/>
                      <a:pt x="551" y="844"/>
                    </a:cubicBezTo>
                    <a:cubicBezTo>
                      <a:pt x="556" y="838"/>
                      <a:pt x="564" y="828"/>
                      <a:pt x="571" y="816"/>
                    </a:cubicBezTo>
                    <a:cubicBezTo>
                      <a:pt x="578" y="805"/>
                      <a:pt x="583" y="798"/>
                      <a:pt x="586" y="786"/>
                    </a:cubicBezTo>
                    <a:cubicBezTo>
                      <a:pt x="586" y="786"/>
                      <a:pt x="586" y="786"/>
                      <a:pt x="586" y="786"/>
                    </a:cubicBezTo>
                    <a:cubicBezTo>
                      <a:pt x="590" y="776"/>
                      <a:pt x="590" y="776"/>
                      <a:pt x="590" y="776"/>
                    </a:cubicBezTo>
                    <a:cubicBezTo>
                      <a:pt x="622" y="713"/>
                      <a:pt x="627" y="669"/>
                      <a:pt x="627" y="667"/>
                    </a:cubicBezTo>
                    <a:cubicBezTo>
                      <a:pt x="659" y="590"/>
                      <a:pt x="668" y="517"/>
                      <a:pt x="670" y="481"/>
                    </a:cubicBezTo>
                    <a:cubicBezTo>
                      <a:pt x="679" y="617"/>
                      <a:pt x="708" y="663"/>
                      <a:pt x="711" y="667"/>
                    </a:cubicBezTo>
                    <a:cubicBezTo>
                      <a:pt x="716" y="730"/>
                      <a:pt x="742" y="783"/>
                      <a:pt x="762" y="814"/>
                    </a:cubicBezTo>
                    <a:cubicBezTo>
                      <a:pt x="763" y="817"/>
                      <a:pt x="765" y="819"/>
                      <a:pt x="767" y="822"/>
                    </a:cubicBezTo>
                    <a:cubicBezTo>
                      <a:pt x="785" y="848"/>
                      <a:pt x="803" y="862"/>
                      <a:pt x="829" y="867"/>
                    </a:cubicBezTo>
                    <a:cubicBezTo>
                      <a:pt x="840" y="869"/>
                      <a:pt x="847" y="871"/>
                      <a:pt x="854" y="871"/>
                    </a:cubicBezTo>
                    <a:cubicBezTo>
                      <a:pt x="860" y="871"/>
                      <a:pt x="865" y="870"/>
                      <a:pt x="872" y="867"/>
                    </a:cubicBezTo>
                    <a:cubicBezTo>
                      <a:pt x="879" y="864"/>
                      <a:pt x="887" y="859"/>
                      <a:pt x="899" y="852"/>
                    </a:cubicBezTo>
                    <a:cubicBezTo>
                      <a:pt x="921" y="839"/>
                      <a:pt x="934" y="825"/>
                      <a:pt x="945" y="809"/>
                    </a:cubicBezTo>
                    <a:cubicBezTo>
                      <a:pt x="957" y="794"/>
                      <a:pt x="967" y="776"/>
                      <a:pt x="982" y="752"/>
                    </a:cubicBezTo>
                    <a:cubicBezTo>
                      <a:pt x="1020" y="689"/>
                      <a:pt x="1052" y="598"/>
                      <a:pt x="1052" y="598"/>
                    </a:cubicBezTo>
                    <a:cubicBezTo>
                      <a:pt x="1052" y="598"/>
                      <a:pt x="1052" y="598"/>
                      <a:pt x="1052" y="598"/>
                    </a:cubicBezTo>
                    <a:cubicBezTo>
                      <a:pt x="1075" y="545"/>
                      <a:pt x="1083" y="480"/>
                      <a:pt x="1086" y="456"/>
                    </a:cubicBezTo>
                    <a:cubicBezTo>
                      <a:pt x="1090" y="487"/>
                      <a:pt x="1104" y="589"/>
                      <a:pt x="1132" y="655"/>
                    </a:cubicBezTo>
                    <a:cubicBezTo>
                      <a:pt x="1156" y="712"/>
                      <a:pt x="1179" y="748"/>
                      <a:pt x="1228" y="798"/>
                    </a:cubicBezTo>
                    <a:cubicBezTo>
                      <a:pt x="1235" y="804"/>
                      <a:pt x="1241" y="811"/>
                      <a:pt x="1249" y="818"/>
                    </a:cubicBezTo>
                    <a:cubicBezTo>
                      <a:pt x="1289" y="856"/>
                      <a:pt x="1321" y="869"/>
                      <a:pt x="1345" y="872"/>
                    </a:cubicBezTo>
                    <a:cubicBezTo>
                      <a:pt x="1366" y="872"/>
                      <a:pt x="1366" y="872"/>
                      <a:pt x="1366" y="872"/>
                    </a:cubicBezTo>
                    <a:cubicBezTo>
                      <a:pt x="1371" y="871"/>
                      <a:pt x="1377" y="870"/>
                      <a:pt x="1382" y="869"/>
                    </a:cubicBezTo>
                    <a:cubicBezTo>
                      <a:pt x="1396" y="866"/>
                      <a:pt x="1408" y="850"/>
                      <a:pt x="1416" y="836"/>
                    </a:cubicBezTo>
                    <a:cubicBezTo>
                      <a:pt x="1425" y="822"/>
                      <a:pt x="1430" y="808"/>
                      <a:pt x="1430" y="807"/>
                    </a:cubicBezTo>
                    <a:cubicBezTo>
                      <a:pt x="1430" y="807"/>
                      <a:pt x="1430" y="807"/>
                      <a:pt x="1430" y="807"/>
                    </a:cubicBezTo>
                    <a:cubicBezTo>
                      <a:pt x="1430" y="807"/>
                      <a:pt x="1457" y="750"/>
                      <a:pt x="1479" y="614"/>
                    </a:cubicBezTo>
                    <a:cubicBezTo>
                      <a:pt x="1487" y="564"/>
                      <a:pt x="1492" y="527"/>
                      <a:pt x="1494" y="496"/>
                    </a:cubicBezTo>
                    <a:cubicBezTo>
                      <a:pt x="1494" y="456"/>
                      <a:pt x="1494" y="456"/>
                      <a:pt x="1494" y="456"/>
                    </a:cubicBezTo>
                    <a:cubicBezTo>
                      <a:pt x="1492" y="426"/>
                      <a:pt x="1486" y="399"/>
                      <a:pt x="1474" y="366"/>
                    </a:cubicBezTo>
                    <a:cubicBezTo>
                      <a:pt x="1448" y="293"/>
                      <a:pt x="1362" y="221"/>
                      <a:pt x="1347" y="209"/>
                    </a:cubicBezTo>
                    <a:cubicBezTo>
                      <a:pt x="1409" y="209"/>
                      <a:pt x="1409" y="209"/>
                      <a:pt x="1409" y="209"/>
                    </a:cubicBezTo>
                    <a:cubicBezTo>
                      <a:pt x="1407" y="208"/>
                      <a:pt x="1407" y="208"/>
                      <a:pt x="1407" y="208"/>
                    </a:cubicBezTo>
                    <a:cubicBezTo>
                      <a:pt x="1383" y="178"/>
                      <a:pt x="1351" y="155"/>
                      <a:pt x="1327" y="138"/>
                    </a:cubicBezTo>
                    <a:cubicBezTo>
                      <a:pt x="1325" y="137"/>
                      <a:pt x="1323" y="136"/>
                      <a:pt x="1322" y="135"/>
                    </a:cubicBezTo>
                    <a:cubicBezTo>
                      <a:pt x="1320" y="134"/>
                      <a:pt x="1319" y="133"/>
                      <a:pt x="1318" y="132"/>
                    </a:cubicBezTo>
                    <a:cubicBezTo>
                      <a:pt x="1303" y="122"/>
                      <a:pt x="1293" y="117"/>
                      <a:pt x="1293" y="117"/>
                    </a:cubicBezTo>
                    <a:cubicBezTo>
                      <a:pt x="1284" y="112"/>
                      <a:pt x="1275" y="107"/>
                      <a:pt x="1267" y="102"/>
                    </a:cubicBezTo>
                    <a:cubicBezTo>
                      <a:pt x="1256" y="97"/>
                      <a:pt x="1246" y="91"/>
                      <a:pt x="1236" y="87"/>
                    </a:cubicBezTo>
                    <a:cubicBezTo>
                      <a:pt x="1233" y="85"/>
                      <a:pt x="1229" y="83"/>
                      <a:pt x="1225" y="81"/>
                    </a:cubicBezTo>
                    <a:cubicBezTo>
                      <a:pt x="1222" y="80"/>
                      <a:pt x="1218" y="78"/>
                      <a:pt x="1215" y="76"/>
                    </a:cubicBezTo>
                    <a:cubicBezTo>
                      <a:pt x="1211" y="74"/>
                      <a:pt x="1207" y="73"/>
                      <a:pt x="1204" y="71"/>
                    </a:cubicBezTo>
                    <a:cubicBezTo>
                      <a:pt x="1130" y="38"/>
                      <a:pt x="1083" y="29"/>
                      <a:pt x="1030" y="17"/>
                    </a:cubicBezTo>
                    <a:cubicBezTo>
                      <a:pt x="972" y="5"/>
                      <a:pt x="918" y="4"/>
                      <a:pt x="900" y="4"/>
                    </a:cubicBezTo>
                    <a:cubicBezTo>
                      <a:pt x="897" y="4"/>
                      <a:pt x="895" y="4"/>
                      <a:pt x="894" y="4"/>
                    </a:cubicBezTo>
                    <a:cubicBezTo>
                      <a:pt x="890" y="4"/>
                      <a:pt x="885" y="3"/>
                      <a:pt x="881" y="3"/>
                    </a:cubicBezTo>
                    <a:cubicBezTo>
                      <a:pt x="848" y="3"/>
                      <a:pt x="819" y="11"/>
                      <a:pt x="794" y="22"/>
                    </a:cubicBezTo>
                    <a:cubicBezTo>
                      <a:pt x="774" y="31"/>
                      <a:pt x="757" y="42"/>
                      <a:pt x="742" y="53"/>
                    </a:cubicBezTo>
                    <a:cubicBezTo>
                      <a:pt x="718" y="71"/>
                      <a:pt x="701" y="89"/>
                      <a:pt x="692" y="100"/>
                    </a:cubicBezTo>
                    <a:cubicBezTo>
                      <a:pt x="687" y="107"/>
                      <a:pt x="684" y="111"/>
                      <a:pt x="684" y="111"/>
                    </a:cubicBezTo>
                    <a:cubicBezTo>
                      <a:pt x="683" y="112"/>
                      <a:pt x="683" y="112"/>
                      <a:pt x="683" y="112"/>
                    </a:cubicBezTo>
                    <a:cubicBezTo>
                      <a:pt x="705" y="112"/>
                      <a:pt x="705" y="112"/>
                      <a:pt x="705" y="112"/>
                    </a:cubicBezTo>
                    <a:cubicBezTo>
                      <a:pt x="699" y="120"/>
                      <a:pt x="676" y="149"/>
                      <a:pt x="658" y="208"/>
                    </a:cubicBezTo>
                    <a:cubicBezTo>
                      <a:pt x="655" y="211"/>
                      <a:pt x="603" y="279"/>
                      <a:pt x="590" y="385"/>
                    </a:cubicBezTo>
                    <a:cubicBezTo>
                      <a:pt x="589" y="398"/>
                      <a:pt x="589" y="398"/>
                      <a:pt x="589" y="398"/>
                    </a:cubicBezTo>
                    <a:cubicBezTo>
                      <a:pt x="584" y="364"/>
                      <a:pt x="577" y="331"/>
                      <a:pt x="577" y="331"/>
                    </a:cubicBezTo>
                    <a:cubicBezTo>
                      <a:pt x="577" y="331"/>
                      <a:pt x="577" y="331"/>
                      <a:pt x="577" y="331"/>
                    </a:cubicBezTo>
                    <a:cubicBezTo>
                      <a:pt x="563" y="256"/>
                      <a:pt x="529" y="211"/>
                      <a:pt x="527" y="208"/>
                    </a:cubicBezTo>
                    <a:cubicBezTo>
                      <a:pt x="518" y="174"/>
                      <a:pt x="492" y="122"/>
                      <a:pt x="487" y="113"/>
                    </a:cubicBezTo>
                    <a:cubicBezTo>
                      <a:pt x="569" y="113"/>
                      <a:pt x="569" y="113"/>
                      <a:pt x="569" y="113"/>
                    </a:cubicBezTo>
                    <a:cubicBezTo>
                      <a:pt x="567" y="111"/>
                      <a:pt x="567" y="111"/>
                      <a:pt x="567" y="111"/>
                    </a:cubicBezTo>
                    <a:cubicBezTo>
                      <a:pt x="567" y="111"/>
                      <a:pt x="555" y="99"/>
                      <a:pt x="541" y="86"/>
                    </a:cubicBezTo>
                    <a:cubicBezTo>
                      <a:pt x="526" y="73"/>
                      <a:pt x="510" y="59"/>
                      <a:pt x="502" y="53"/>
                    </a:cubicBezTo>
                    <a:cubicBezTo>
                      <a:pt x="474" y="36"/>
                      <a:pt x="429" y="15"/>
                      <a:pt x="390" y="6"/>
                    </a:cubicBezTo>
                    <a:cubicBezTo>
                      <a:pt x="374" y="3"/>
                      <a:pt x="360" y="1"/>
                      <a:pt x="34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2" name="Freeform 238"/>
              <p:cNvSpPr>
                <a:spLocks noEditPoints="1"/>
              </p:cNvSpPr>
              <p:nvPr/>
            </p:nvSpPr>
            <p:spPr bwMode="auto">
              <a:xfrm>
                <a:off x="-4912180" y="4871026"/>
                <a:ext cx="917112" cy="4920"/>
              </a:xfrm>
              <a:custGeom>
                <a:avLst/>
                <a:gdLst/>
                <a:ahLst/>
                <a:cxnLst>
                  <a:cxn ang="0">
                    <a:pos x="0" y="0"/>
                  </a:cxn>
                  <a:cxn ang="0">
                    <a:pos x="0" y="0"/>
                  </a:cxn>
                  <a:cxn ang="0">
                    <a:pos x="0" y="1"/>
                  </a:cxn>
                  <a:cxn ang="0">
                    <a:pos x="1" y="1"/>
                  </a:cxn>
                  <a:cxn ang="0">
                    <a:pos x="1" y="0"/>
                  </a:cxn>
                  <a:cxn ang="0">
                    <a:pos x="1" y="0"/>
                  </a:cxn>
                  <a:cxn ang="0">
                    <a:pos x="1" y="0"/>
                  </a:cxn>
                  <a:cxn ang="0">
                    <a:pos x="0" y="0"/>
                  </a:cxn>
                  <a:cxn ang="0">
                    <a:pos x="244" y="0"/>
                  </a:cxn>
                  <a:cxn ang="0">
                    <a:pos x="243" y="0"/>
                  </a:cxn>
                  <a:cxn ang="0">
                    <a:pos x="243" y="0"/>
                  </a:cxn>
                  <a:cxn ang="0">
                    <a:pos x="243" y="0"/>
                  </a:cxn>
                  <a:cxn ang="0">
                    <a:pos x="243" y="0"/>
                  </a:cxn>
                  <a:cxn ang="0">
                    <a:pos x="243" y="1"/>
                  </a:cxn>
                  <a:cxn ang="0">
                    <a:pos x="244" y="1"/>
                  </a:cxn>
                  <a:cxn ang="0">
                    <a:pos x="244" y="0"/>
                  </a:cxn>
                </a:cxnLst>
                <a:rect l="0" t="0" r="r" b="b"/>
                <a:pathLst>
                  <a:path w="244" h="1">
                    <a:moveTo>
                      <a:pt x="0"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0" y="0"/>
                      <a:pt x="0" y="0"/>
                      <a:pt x="0" y="0"/>
                    </a:cubicBezTo>
                    <a:moveTo>
                      <a:pt x="244" y="0"/>
                    </a:moveTo>
                    <a:cubicBezTo>
                      <a:pt x="243" y="0"/>
                      <a:pt x="243" y="0"/>
                      <a:pt x="243" y="0"/>
                    </a:cubicBezTo>
                    <a:cubicBezTo>
                      <a:pt x="243" y="0"/>
                      <a:pt x="243" y="0"/>
                      <a:pt x="243" y="0"/>
                    </a:cubicBezTo>
                    <a:cubicBezTo>
                      <a:pt x="243" y="0"/>
                      <a:pt x="243" y="0"/>
                      <a:pt x="243" y="0"/>
                    </a:cubicBezTo>
                    <a:cubicBezTo>
                      <a:pt x="243" y="0"/>
                      <a:pt x="243" y="0"/>
                      <a:pt x="243" y="0"/>
                    </a:cubicBezTo>
                    <a:cubicBezTo>
                      <a:pt x="243" y="1"/>
                      <a:pt x="243" y="1"/>
                      <a:pt x="243" y="1"/>
                    </a:cubicBezTo>
                    <a:cubicBezTo>
                      <a:pt x="244" y="1"/>
                      <a:pt x="244" y="1"/>
                      <a:pt x="244" y="1"/>
                    </a:cubicBezTo>
                    <a:cubicBezTo>
                      <a:pt x="244" y="0"/>
                      <a:pt x="244" y="0"/>
                      <a:pt x="244"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3" name="Freeform 239"/>
              <p:cNvSpPr>
                <a:spLocks noEditPoints="1"/>
              </p:cNvSpPr>
              <p:nvPr/>
            </p:nvSpPr>
            <p:spPr bwMode="auto">
              <a:xfrm>
                <a:off x="-3672514" y="4871026"/>
                <a:ext cx="1172265" cy="4920"/>
              </a:xfrm>
              <a:custGeom>
                <a:avLst/>
                <a:gdLst/>
                <a:ahLst/>
                <a:cxnLst>
                  <a:cxn ang="0">
                    <a:pos x="1" y="0"/>
                  </a:cxn>
                  <a:cxn ang="0">
                    <a:pos x="0" y="0"/>
                  </a:cxn>
                  <a:cxn ang="0">
                    <a:pos x="0" y="1"/>
                  </a:cxn>
                  <a:cxn ang="0">
                    <a:pos x="1" y="1"/>
                  </a:cxn>
                  <a:cxn ang="0">
                    <a:pos x="1" y="0"/>
                  </a:cxn>
                  <a:cxn ang="0">
                    <a:pos x="1" y="0"/>
                  </a:cxn>
                  <a:cxn ang="0">
                    <a:pos x="1" y="0"/>
                  </a:cxn>
                  <a:cxn ang="0">
                    <a:pos x="1" y="0"/>
                  </a:cxn>
                  <a:cxn ang="0">
                    <a:pos x="312" y="0"/>
                  </a:cxn>
                  <a:cxn ang="0">
                    <a:pos x="311" y="0"/>
                  </a:cxn>
                  <a:cxn ang="0">
                    <a:pos x="311" y="1"/>
                  </a:cxn>
                  <a:cxn ang="0">
                    <a:pos x="312" y="1"/>
                  </a:cxn>
                  <a:cxn ang="0">
                    <a:pos x="312" y="0"/>
                  </a:cxn>
                </a:cxnLst>
                <a:rect l="0" t="0" r="r" b="b"/>
                <a:pathLst>
                  <a:path w="312"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312" y="0"/>
                    </a:moveTo>
                    <a:cubicBezTo>
                      <a:pt x="311" y="0"/>
                      <a:pt x="311" y="0"/>
                      <a:pt x="311" y="0"/>
                    </a:cubicBezTo>
                    <a:cubicBezTo>
                      <a:pt x="311" y="1"/>
                      <a:pt x="311" y="1"/>
                      <a:pt x="311" y="1"/>
                    </a:cubicBezTo>
                    <a:cubicBezTo>
                      <a:pt x="312" y="1"/>
                      <a:pt x="312" y="1"/>
                      <a:pt x="312" y="1"/>
                    </a:cubicBezTo>
                    <a:cubicBezTo>
                      <a:pt x="312" y="0"/>
                      <a:pt x="312" y="0"/>
                      <a:pt x="31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4" name="Freeform 240"/>
              <p:cNvSpPr>
                <a:spLocks noEditPoints="1"/>
              </p:cNvSpPr>
              <p:nvPr/>
            </p:nvSpPr>
            <p:spPr bwMode="auto">
              <a:xfrm>
                <a:off x="-2071782" y="4871026"/>
                <a:ext cx="1239666" cy="4920"/>
              </a:xfrm>
              <a:custGeom>
                <a:avLst/>
                <a:gdLst/>
                <a:ahLst/>
                <a:cxnLst>
                  <a:cxn ang="0">
                    <a:pos x="1" y="0"/>
                  </a:cxn>
                  <a:cxn ang="0">
                    <a:pos x="0" y="0"/>
                  </a:cxn>
                  <a:cxn ang="0">
                    <a:pos x="0" y="1"/>
                  </a:cxn>
                  <a:cxn ang="0">
                    <a:pos x="1" y="1"/>
                  </a:cxn>
                  <a:cxn ang="0">
                    <a:pos x="1" y="0"/>
                  </a:cxn>
                  <a:cxn ang="0">
                    <a:pos x="330" y="0"/>
                  </a:cxn>
                  <a:cxn ang="0">
                    <a:pos x="329" y="0"/>
                  </a:cxn>
                  <a:cxn ang="0">
                    <a:pos x="329" y="1"/>
                  </a:cxn>
                  <a:cxn ang="0">
                    <a:pos x="330" y="1"/>
                  </a:cxn>
                  <a:cxn ang="0">
                    <a:pos x="330" y="0"/>
                  </a:cxn>
                </a:cxnLst>
                <a:rect l="0" t="0" r="r" b="b"/>
                <a:pathLst>
                  <a:path w="330" h="1">
                    <a:moveTo>
                      <a:pt x="1" y="0"/>
                    </a:moveTo>
                    <a:cubicBezTo>
                      <a:pt x="0" y="0"/>
                      <a:pt x="0" y="0"/>
                      <a:pt x="0" y="0"/>
                    </a:cubicBezTo>
                    <a:cubicBezTo>
                      <a:pt x="0" y="1"/>
                      <a:pt x="0" y="1"/>
                      <a:pt x="0" y="1"/>
                    </a:cubicBezTo>
                    <a:cubicBezTo>
                      <a:pt x="1" y="1"/>
                      <a:pt x="1" y="1"/>
                      <a:pt x="1" y="1"/>
                    </a:cubicBezTo>
                    <a:cubicBezTo>
                      <a:pt x="1" y="0"/>
                      <a:pt x="1" y="0"/>
                      <a:pt x="1" y="0"/>
                    </a:cubicBezTo>
                    <a:moveTo>
                      <a:pt x="330" y="0"/>
                    </a:moveTo>
                    <a:cubicBezTo>
                      <a:pt x="329" y="0"/>
                      <a:pt x="329" y="0"/>
                      <a:pt x="329" y="0"/>
                    </a:cubicBezTo>
                    <a:cubicBezTo>
                      <a:pt x="329" y="1"/>
                      <a:pt x="329" y="1"/>
                      <a:pt x="329" y="1"/>
                    </a:cubicBezTo>
                    <a:cubicBezTo>
                      <a:pt x="330" y="1"/>
                      <a:pt x="330" y="1"/>
                      <a:pt x="330" y="1"/>
                    </a:cubicBezTo>
                    <a:cubicBezTo>
                      <a:pt x="330" y="0"/>
                      <a:pt x="330" y="0"/>
                      <a:pt x="33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5" name="Freeform 241"/>
              <p:cNvSpPr>
                <a:spLocks noEditPoints="1"/>
              </p:cNvSpPr>
              <p:nvPr/>
            </p:nvSpPr>
            <p:spPr bwMode="auto">
              <a:xfrm>
                <a:off x="-6245723" y="4871026"/>
                <a:ext cx="919519" cy="4920"/>
              </a:xfrm>
              <a:custGeom>
                <a:avLst/>
                <a:gdLst/>
                <a:ahLst/>
                <a:cxnLst>
                  <a:cxn ang="0">
                    <a:pos x="1" y="0"/>
                  </a:cxn>
                  <a:cxn ang="0">
                    <a:pos x="0" y="0"/>
                  </a:cxn>
                  <a:cxn ang="0">
                    <a:pos x="0" y="1"/>
                  </a:cxn>
                  <a:cxn ang="0">
                    <a:pos x="1" y="1"/>
                  </a:cxn>
                  <a:cxn ang="0">
                    <a:pos x="1" y="0"/>
                  </a:cxn>
                  <a:cxn ang="0">
                    <a:pos x="1" y="0"/>
                  </a:cxn>
                  <a:cxn ang="0">
                    <a:pos x="1" y="0"/>
                  </a:cxn>
                  <a:cxn ang="0">
                    <a:pos x="1" y="0"/>
                  </a:cxn>
                  <a:cxn ang="0">
                    <a:pos x="245" y="0"/>
                  </a:cxn>
                  <a:cxn ang="0">
                    <a:pos x="244" y="0"/>
                  </a:cxn>
                  <a:cxn ang="0">
                    <a:pos x="244" y="0"/>
                  </a:cxn>
                  <a:cxn ang="0">
                    <a:pos x="244" y="0"/>
                  </a:cxn>
                  <a:cxn ang="0">
                    <a:pos x="244" y="0"/>
                  </a:cxn>
                  <a:cxn ang="0">
                    <a:pos x="243" y="1"/>
                  </a:cxn>
                  <a:cxn ang="0">
                    <a:pos x="245" y="1"/>
                  </a:cxn>
                  <a:cxn ang="0">
                    <a:pos x="245" y="0"/>
                  </a:cxn>
                </a:cxnLst>
                <a:rect l="0" t="0" r="r" b="b"/>
                <a:pathLst>
                  <a:path w="245"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245" y="0"/>
                    </a:moveTo>
                    <a:cubicBezTo>
                      <a:pt x="244" y="0"/>
                      <a:pt x="244" y="0"/>
                      <a:pt x="244" y="0"/>
                    </a:cubicBezTo>
                    <a:cubicBezTo>
                      <a:pt x="244" y="0"/>
                      <a:pt x="244" y="0"/>
                      <a:pt x="244" y="0"/>
                    </a:cubicBezTo>
                    <a:cubicBezTo>
                      <a:pt x="244" y="0"/>
                      <a:pt x="244" y="0"/>
                      <a:pt x="244" y="0"/>
                    </a:cubicBezTo>
                    <a:cubicBezTo>
                      <a:pt x="244" y="0"/>
                      <a:pt x="244" y="0"/>
                      <a:pt x="244" y="0"/>
                    </a:cubicBezTo>
                    <a:cubicBezTo>
                      <a:pt x="244" y="0"/>
                      <a:pt x="244" y="0"/>
                      <a:pt x="243" y="1"/>
                    </a:cubicBezTo>
                    <a:cubicBezTo>
                      <a:pt x="245" y="1"/>
                      <a:pt x="245" y="1"/>
                      <a:pt x="245" y="1"/>
                    </a:cubicBezTo>
                    <a:cubicBezTo>
                      <a:pt x="245" y="0"/>
                      <a:pt x="245" y="0"/>
                      <a:pt x="24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6" name="Freeform 242"/>
              <p:cNvSpPr>
                <a:spLocks/>
              </p:cNvSpPr>
              <p:nvPr/>
            </p:nvSpPr>
            <p:spPr bwMode="auto">
              <a:xfrm>
                <a:off x="-5020500" y="4541414"/>
                <a:ext cx="7221" cy="2459"/>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7" name="Freeform 243"/>
              <p:cNvSpPr>
                <a:spLocks noEditPoints="1"/>
              </p:cNvSpPr>
              <p:nvPr/>
            </p:nvSpPr>
            <p:spPr bwMode="auto">
              <a:xfrm>
                <a:off x="-3780835" y="4541414"/>
                <a:ext cx="1408164" cy="2459"/>
              </a:xfrm>
              <a:custGeom>
                <a:avLst/>
                <a:gdLst/>
                <a:ahLst/>
                <a:cxnLst>
                  <a:cxn ang="0">
                    <a:pos x="1" y="0"/>
                  </a:cxn>
                  <a:cxn ang="0">
                    <a:pos x="0" y="0"/>
                  </a:cxn>
                  <a:cxn ang="0">
                    <a:pos x="0" y="1"/>
                  </a:cxn>
                  <a:cxn ang="0">
                    <a:pos x="1" y="1"/>
                  </a:cxn>
                  <a:cxn ang="0">
                    <a:pos x="1" y="0"/>
                  </a:cxn>
                  <a:cxn ang="0">
                    <a:pos x="375" y="0"/>
                  </a:cxn>
                  <a:cxn ang="0">
                    <a:pos x="375" y="0"/>
                  </a:cxn>
                  <a:cxn ang="0">
                    <a:pos x="374" y="1"/>
                  </a:cxn>
                  <a:cxn ang="0">
                    <a:pos x="374" y="1"/>
                  </a:cxn>
                  <a:cxn ang="0">
                    <a:pos x="375" y="1"/>
                  </a:cxn>
                  <a:cxn ang="0">
                    <a:pos x="375" y="0"/>
                  </a:cxn>
                </a:cxnLst>
                <a:rect l="0" t="0" r="r" b="b"/>
                <a:pathLst>
                  <a:path w="375" h="1">
                    <a:moveTo>
                      <a:pt x="1" y="0"/>
                    </a:moveTo>
                    <a:cubicBezTo>
                      <a:pt x="0" y="0"/>
                      <a:pt x="0" y="0"/>
                      <a:pt x="0" y="0"/>
                    </a:cubicBezTo>
                    <a:cubicBezTo>
                      <a:pt x="0" y="1"/>
                      <a:pt x="0" y="1"/>
                      <a:pt x="0" y="1"/>
                    </a:cubicBezTo>
                    <a:cubicBezTo>
                      <a:pt x="1" y="1"/>
                      <a:pt x="1" y="1"/>
                      <a:pt x="1" y="1"/>
                    </a:cubicBezTo>
                    <a:cubicBezTo>
                      <a:pt x="1" y="0"/>
                      <a:pt x="1" y="0"/>
                      <a:pt x="1" y="0"/>
                    </a:cubicBezTo>
                    <a:moveTo>
                      <a:pt x="375" y="0"/>
                    </a:moveTo>
                    <a:cubicBezTo>
                      <a:pt x="375" y="0"/>
                      <a:pt x="375" y="0"/>
                      <a:pt x="375" y="0"/>
                    </a:cubicBezTo>
                    <a:cubicBezTo>
                      <a:pt x="375" y="0"/>
                      <a:pt x="375" y="0"/>
                      <a:pt x="374" y="1"/>
                    </a:cubicBezTo>
                    <a:cubicBezTo>
                      <a:pt x="374" y="1"/>
                      <a:pt x="374" y="1"/>
                      <a:pt x="374" y="1"/>
                    </a:cubicBezTo>
                    <a:cubicBezTo>
                      <a:pt x="375" y="1"/>
                      <a:pt x="375" y="1"/>
                      <a:pt x="375" y="1"/>
                    </a:cubicBezTo>
                    <a:cubicBezTo>
                      <a:pt x="375" y="0"/>
                      <a:pt x="375" y="0"/>
                      <a:pt x="375"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8" name="Freeform 244"/>
              <p:cNvSpPr>
                <a:spLocks/>
              </p:cNvSpPr>
              <p:nvPr/>
            </p:nvSpPr>
            <p:spPr bwMode="auto">
              <a:xfrm>
                <a:off x="-2175287" y="4541414"/>
                <a:ext cx="0" cy="2459"/>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89" name="Freeform 245"/>
              <p:cNvSpPr>
                <a:spLocks/>
              </p:cNvSpPr>
              <p:nvPr/>
            </p:nvSpPr>
            <p:spPr bwMode="auto">
              <a:xfrm>
                <a:off x="-6310714" y="4541414"/>
                <a:ext cx="4814" cy="2459"/>
              </a:xfrm>
              <a:custGeom>
                <a:avLst/>
                <a:gdLst/>
                <a:ahLst/>
                <a:cxnLst>
                  <a:cxn ang="0">
                    <a:pos x="0" y="0"/>
                  </a:cxn>
                  <a:cxn ang="0">
                    <a:pos x="0" y="0"/>
                  </a:cxn>
                  <a:cxn ang="0">
                    <a:pos x="0" y="1"/>
                  </a:cxn>
                  <a:cxn ang="0">
                    <a:pos x="1" y="1"/>
                  </a:cxn>
                  <a:cxn ang="0">
                    <a:pos x="0" y="0"/>
                  </a:cxn>
                </a:cxnLst>
                <a:rect l="0" t="0" r="r" b="b"/>
                <a:pathLst>
                  <a:path w="1" h="1">
                    <a:moveTo>
                      <a:pt x="0" y="0"/>
                    </a:moveTo>
                    <a:cubicBezTo>
                      <a:pt x="0" y="0"/>
                      <a:pt x="0" y="0"/>
                      <a:pt x="0" y="0"/>
                    </a:cubicBezTo>
                    <a:cubicBezTo>
                      <a:pt x="0" y="1"/>
                      <a:pt x="0" y="1"/>
                      <a:pt x="0" y="1"/>
                    </a:cubicBezTo>
                    <a:cubicBezTo>
                      <a:pt x="1" y="1"/>
                      <a:pt x="1" y="1"/>
                      <a:pt x="1" y="1"/>
                    </a:cubicBezTo>
                    <a:cubicBezTo>
                      <a:pt x="1" y="1"/>
                      <a:pt x="1"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0" name="Freeform 246"/>
              <p:cNvSpPr>
                <a:spLocks noEditPoints="1"/>
              </p:cNvSpPr>
              <p:nvPr/>
            </p:nvSpPr>
            <p:spPr bwMode="auto">
              <a:xfrm>
                <a:off x="-4062467" y="3527981"/>
                <a:ext cx="3134066" cy="4920"/>
              </a:xfrm>
              <a:custGeom>
                <a:avLst/>
                <a:gdLst/>
                <a:ahLst/>
                <a:cxnLst>
                  <a:cxn ang="0">
                    <a:pos x="1" y="0"/>
                  </a:cxn>
                  <a:cxn ang="0">
                    <a:pos x="0" y="0"/>
                  </a:cxn>
                  <a:cxn ang="0">
                    <a:pos x="0" y="1"/>
                  </a:cxn>
                  <a:cxn ang="0">
                    <a:pos x="1" y="1"/>
                  </a:cxn>
                  <a:cxn ang="0">
                    <a:pos x="1" y="0"/>
                  </a:cxn>
                  <a:cxn ang="0">
                    <a:pos x="834" y="0"/>
                  </a:cxn>
                  <a:cxn ang="0">
                    <a:pos x="832" y="0"/>
                  </a:cxn>
                  <a:cxn ang="0">
                    <a:pos x="833" y="1"/>
                  </a:cxn>
                  <a:cxn ang="0">
                    <a:pos x="834" y="1"/>
                  </a:cxn>
                  <a:cxn ang="0">
                    <a:pos x="834" y="0"/>
                  </a:cxn>
                </a:cxnLst>
                <a:rect l="0" t="0" r="r" b="b"/>
                <a:pathLst>
                  <a:path w="834" h="1">
                    <a:moveTo>
                      <a:pt x="1" y="0"/>
                    </a:moveTo>
                    <a:cubicBezTo>
                      <a:pt x="0" y="0"/>
                      <a:pt x="0" y="0"/>
                      <a:pt x="0" y="0"/>
                    </a:cubicBezTo>
                    <a:cubicBezTo>
                      <a:pt x="0" y="1"/>
                      <a:pt x="0" y="1"/>
                      <a:pt x="0" y="1"/>
                    </a:cubicBezTo>
                    <a:cubicBezTo>
                      <a:pt x="1" y="1"/>
                      <a:pt x="1" y="1"/>
                      <a:pt x="1" y="1"/>
                    </a:cubicBezTo>
                    <a:cubicBezTo>
                      <a:pt x="1" y="0"/>
                      <a:pt x="1" y="0"/>
                      <a:pt x="1" y="0"/>
                    </a:cubicBezTo>
                    <a:moveTo>
                      <a:pt x="834" y="0"/>
                    </a:moveTo>
                    <a:cubicBezTo>
                      <a:pt x="832" y="0"/>
                      <a:pt x="832" y="0"/>
                      <a:pt x="832" y="0"/>
                    </a:cubicBezTo>
                    <a:cubicBezTo>
                      <a:pt x="833" y="0"/>
                      <a:pt x="833" y="0"/>
                      <a:pt x="833" y="1"/>
                    </a:cubicBezTo>
                    <a:cubicBezTo>
                      <a:pt x="834" y="1"/>
                      <a:pt x="834" y="1"/>
                      <a:pt x="834" y="1"/>
                    </a:cubicBezTo>
                    <a:cubicBezTo>
                      <a:pt x="834" y="0"/>
                      <a:pt x="834" y="0"/>
                      <a:pt x="834"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1" name="Freeform 247"/>
              <p:cNvSpPr>
                <a:spLocks noEditPoints="1"/>
              </p:cNvSpPr>
              <p:nvPr/>
            </p:nvSpPr>
            <p:spPr bwMode="auto">
              <a:xfrm>
                <a:off x="-6245723" y="3527981"/>
                <a:ext cx="2043643" cy="4920"/>
              </a:xfrm>
              <a:custGeom>
                <a:avLst/>
                <a:gdLst/>
                <a:ahLst/>
                <a:cxnLst>
                  <a:cxn ang="0">
                    <a:pos x="2" y="0"/>
                  </a:cxn>
                  <a:cxn ang="0">
                    <a:pos x="0" y="0"/>
                  </a:cxn>
                  <a:cxn ang="0">
                    <a:pos x="0" y="1"/>
                  </a:cxn>
                  <a:cxn ang="0">
                    <a:pos x="1" y="1"/>
                  </a:cxn>
                  <a:cxn ang="0">
                    <a:pos x="2" y="0"/>
                  </a:cxn>
                  <a:cxn ang="0">
                    <a:pos x="544" y="0"/>
                  </a:cxn>
                  <a:cxn ang="0">
                    <a:pos x="543" y="0"/>
                  </a:cxn>
                  <a:cxn ang="0">
                    <a:pos x="543" y="1"/>
                  </a:cxn>
                  <a:cxn ang="0">
                    <a:pos x="544" y="1"/>
                  </a:cxn>
                  <a:cxn ang="0">
                    <a:pos x="544" y="0"/>
                  </a:cxn>
                </a:cxnLst>
                <a:rect l="0" t="0" r="r" b="b"/>
                <a:pathLst>
                  <a:path w="544" h="1">
                    <a:moveTo>
                      <a:pt x="2" y="0"/>
                    </a:moveTo>
                    <a:cubicBezTo>
                      <a:pt x="0" y="0"/>
                      <a:pt x="0" y="0"/>
                      <a:pt x="0" y="0"/>
                    </a:cubicBezTo>
                    <a:cubicBezTo>
                      <a:pt x="0" y="1"/>
                      <a:pt x="0" y="1"/>
                      <a:pt x="0" y="1"/>
                    </a:cubicBezTo>
                    <a:cubicBezTo>
                      <a:pt x="1" y="1"/>
                      <a:pt x="1" y="1"/>
                      <a:pt x="1" y="1"/>
                    </a:cubicBezTo>
                    <a:cubicBezTo>
                      <a:pt x="1" y="0"/>
                      <a:pt x="2" y="0"/>
                      <a:pt x="2" y="0"/>
                    </a:cubicBezTo>
                    <a:moveTo>
                      <a:pt x="544" y="0"/>
                    </a:moveTo>
                    <a:cubicBezTo>
                      <a:pt x="543" y="0"/>
                      <a:pt x="543" y="0"/>
                      <a:pt x="543" y="0"/>
                    </a:cubicBezTo>
                    <a:cubicBezTo>
                      <a:pt x="543" y="0"/>
                      <a:pt x="543" y="0"/>
                      <a:pt x="543" y="1"/>
                    </a:cubicBezTo>
                    <a:cubicBezTo>
                      <a:pt x="544" y="1"/>
                      <a:pt x="544" y="1"/>
                      <a:pt x="544" y="1"/>
                    </a:cubicBezTo>
                    <a:cubicBezTo>
                      <a:pt x="544" y="0"/>
                      <a:pt x="544" y="0"/>
                      <a:pt x="544"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2" name="Freeform 248"/>
              <p:cNvSpPr>
                <a:spLocks/>
              </p:cNvSpPr>
              <p:nvPr/>
            </p:nvSpPr>
            <p:spPr bwMode="auto">
              <a:xfrm>
                <a:off x="-3691771" y="2785124"/>
                <a:ext cx="9628" cy="2459"/>
              </a:xfrm>
              <a:custGeom>
                <a:avLst/>
                <a:gdLst/>
                <a:ahLst/>
                <a:cxnLst>
                  <a:cxn ang="0">
                    <a:pos x="5" y="0"/>
                  </a:cxn>
                  <a:cxn ang="0">
                    <a:pos x="0" y="0"/>
                  </a:cxn>
                  <a:cxn ang="0">
                    <a:pos x="0" y="2"/>
                  </a:cxn>
                  <a:cxn ang="0">
                    <a:pos x="2" y="2"/>
                  </a:cxn>
                  <a:cxn ang="0">
                    <a:pos x="5" y="0"/>
                  </a:cxn>
                  <a:cxn ang="0">
                    <a:pos x="5" y="0"/>
                  </a:cxn>
                </a:cxnLst>
                <a:rect l="0" t="0" r="r" b="b"/>
                <a:pathLst>
                  <a:path w="5" h="2">
                    <a:moveTo>
                      <a:pt x="5" y="0"/>
                    </a:moveTo>
                    <a:lnTo>
                      <a:pt x="0" y="0"/>
                    </a:lnTo>
                    <a:lnTo>
                      <a:pt x="0" y="2"/>
                    </a:lnTo>
                    <a:lnTo>
                      <a:pt x="2" y="2"/>
                    </a:lnTo>
                    <a:lnTo>
                      <a:pt x="5" y="0"/>
                    </a:lnTo>
                    <a:lnTo>
                      <a:pt x="5"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3" name="Freeform 249"/>
              <p:cNvSpPr>
                <a:spLocks noEditPoints="1"/>
              </p:cNvSpPr>
              <p:nvPr/>
            </p:nvSpPr>
            <p:spPr bwMode="auto">
              <a:xfrm>
                <a:off x="-5836513" y="2785124"/>
                <a:ext cx="1314286" cy="2459"/>
              </a:xfrm>
              <a:custGeom>
                <a:avLst/>
                <a:gdLst/>
                <a:ahLst/>
                <a:cxnLst>
                  <a:cxn ang="0">
                    <a:pos x="1" y="0"/>
                  </a:cxn>
                  <a:cxn ang="0">
                    <a:pos x="0" y="0"/>
                  </a:cxn>
                  <a:cxn ang="0">
                    <a:pos x="0" y="1"/>
                  </a:cxn>
                  <a:cxn ang="0">
                    <a:pos x="1" y="1"/>
                  </a:cxn>
                  <a:cxn ang="0">
                    <a:pos x="1" y="0"/>
                  </a:cxn>
                  <a:cxn ang="0">
                    <a:pos x="349" y="0"/>
                  </a:cxn>
                  <a:cxn ang="0">
                    <a:pos x="348" y="0"/>
                  </a:cxn>
                  <a:cxn ang="0">
                    <a:pos x="349" y="1"/>
                  </a:cxn>
                  <a:cxn ang="0">
                    <a:pos x="350" y="1"/>
                  </a:cxn>
                  <a:cxn ang="0">
                    <a:pos x="350" y="1"/>
                  </a:cxn>
                  <a:cxn ang="0">
                    <a:pos x="349" y="1"/>
                  </a:cxn>
                  <a:cxn ang="0">
                    <a:pos x="349" y="0"/>
                  </a:cxn>
                </a:cxnLst>
                <a:rect l="0" t="0" r="r" b="b"/>
                <a:pathLst>
                  <a:path w="350" h="1">
                    <a:moveTo>
                      <a:pt x="1" y="0"/>
                    </a:moveTo>
                    <a:cubicBezTo>
                      <a:pt x="0" y="0"/>
                      <a:pt x="0" y="0"/>
                      <a:pt x="0" y="0"/>
                    </a:cubicBezTo>
                    <a:cubicBezTo>
                      <a:pt x="0" y="1"/>
                      <a:pt x="0" y="1"/>
                      <a:pt x="0" y="1"/>
                    </a:cubicBezTo>
                    <a:cubicBezTo>
                      <a:pt x="1" y="1"/>
                      <a:pt x="1" y="1"/>
                      <a:pt x="1" y="1"/>
                    </a:cubicBezTo>
                    <a:cubicBezTo>
                      <a:pt x="1" y="0"/>
                      <a:pt x="1" y="0"/>
                      <a:pt x="1" y="0"/>
                    </a:cubicBezTo>
                    <a:moveTo>
                      <a:pt x="349" y="0"/>
                    </a:moveTo>
                    <a:cubicBezTo>
                      <a:pt x="348" y="0"/>
                      <a:pt x="348" y="0"/>
                      <a:pt x="348" y="0"/>
                    </a:cubicBezTo>
                    <a:cubicBezTo>
                      <a:pt x="349" y="1"/>
                      <a:pt x="349" y="1"/>
                      <a:pt x="349" y="1"/>
                    </a:cubicBezTo>
                    <a:cubicBezTo>
                      <a:pt x="350" y="1"/>
                      <a:pt x="350" y="1"/>
                      <a:pt x="350" y="1"/>
                    </a:cubicBezTo>
                    <a:cubicBezTo>
                      <a:pt x="350" y="1"/>
                      <a:pt x="350" y="1"/>
                      <a:pt x="350" y="1"/>
                    </a:cubicBezTo>
                    <a:cubicBezTo>
                      <a:pt x="349" y="1"/>
                      <a:pt x="349" y="1"/>
                      <a:pt x="349" y="1"/>
                    </a:cubicBezTo>
                    <a:cubicBezTo>
                      <a:pt x="349" y="0"/>
                      <a:pt x="349" y="0"/>
                      <a:pt x="349"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4" name="Freeform 250"/>
              <p:cNvSpPr>
                <a:spLocks/>
              </p:cNvSpPr>
              <p:nvPr/>
            </p:nvSpPr>
            <p:spPr bwMode="auto">
              <a:xfrm>
                <a:off x="-3672514" y="2669513"/>
                <a:ext cx="4814" cy="2461"/>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1"/>
                      <a:pt x="1" y="1"/>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5" name="Freeform 251"/>
              <p:cNvSpPr>
                <a:spLocks/>
              </p:cNvSpPr>
              <p:nvPr/>
            </p:nvSpPr>
            <p:spPr bwMode="auto">
              <a:xfrm>
                <a:off x="-1308725" y="3146713"/>
                <a:ext cx="7221" cy="2461"/>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6" name="Freeform 252"/>
              <p:cNvSpPr>
                <a:spLocks/>
              </p:cNvSpPr>
              <p:nvPr/>
            </p:nvSpPr>
            <p:spPr bwMode="auto">
              <a:xfrm>
                <a:off x="-5737821" y="2669513"/>
                <a:ext cx="2406" cy="2461"/>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1" y="1"/>
                      <a:pt x="1" y="1"/>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7" name="Freeform 253"/>
              <p:cNvSpPr>
                <a:spLocks noEditPoints="1"/>
              </p:cNvSpPr>
              <p:nvPr/>
            </p:nvSpPr>
            <p:spPr bwMode="auto">
              <a:xfrm>
                <a:off x="-5034942" y="4460241"/>
                <a:ext cx="1162637" cy="2461"/>
              </a:xfrm>
              <a:custGeom>
                <a:avLst/>
                <a:gdLst/>
                <a:ahLst/>
                <a:cxnLst>
                  <a:cxn ang="0">
                    <a:pos x="1" y="0"/>
                  </a:cxn>
                  <a:cxn ang="0">
                    <a:pos x="0" y="0"/>
                  </a:cxn>
                  <a:cxn ang="0">
                    <a:pos x="0" y="1"/>
                  </a:cxn>
                  <a:cxn ang="0">
                    <a:pos x="1" y="1"/>
                  </a:cxn>
                  <a:cxn ang="0">
                    <a:pos x="1" y="0"/>
                  </a:cxn>
                  <a:cxn ang="0">
                    <a:pos x="310" y="0"/>
                  </a:cxn>
                  <a:cxn ang="0">
                    <a:pos x="309" y="0"/>
                  </a:cxn>
                  <a:cxn ang="0">
                    <a:pos x="309" y="1"/>
                  </a:cxn>
                  <a:cxn ang="0">
                    <a:pos x="310" y="1"/>
                  </a:cxn>
                  <a:cxn ang="0">
                    <a:pos x="310" y="0"/>
                  </a:cxn>
                </a:cxnLst>
                <a:rect l="0" t="0" r="r" b="b"/>
                <a:pathLst>
                  <a:path w="310" h="1">
                    <a:moveTo>
                      <a:pt x="1" y="0"/>
                    </a:moveTo>
                    <a:cubicBezTo>
                      <a:pt x="0" y="0"/>
                      <a:pt x="0" y="0"/>
                      <a:pt x="0" y="0"/>
                    </a:cubicBezTo>
                    <a:cubicBezTo>
                      <a:pt x="0" y="1"/>
                      <a:pt x="0" y="1"/>
                      <a:pt x="0" y="1"/>
                    </a:cubicBezTo>
                    <a:cubicBezTo>
                      <a:pt x="1" y="1"/>
                      <a:pt x="1" y="1"/>
                      <a:pt x="1" y="1"/>
                    </a:cubicBezTo>
                    <a:cubicBezTo>
                      <a:pt x="1" y="0"/>
                      <a:pt x="1" y="0"/>
                      <a:pt x="1" y="0"/>
                    </a:cubicBezTo>
                    <a:moveTo>
                      <a:pt x="310" y="0"/>
                    </a:moveTo>
                    <a:cubicBezTo>
                      <a:pt x="309" y="0"/>
                      <a:pt x="309" y="0"/>
                      <a:pt x="309" y="0"/>
                    </a:cubicBezTo>
                    <a:cubicBezTo>
                      <a:pt x="309" y="1"/>
                      <a:pt x="309" y="1"/>
                      <a:pt x="309" y="1"/>
                    </a:cubicBezTo>
                    <a:cubicBezTo>
                      <a:pt x="310" y="1"/>
                      <a:pt x="310" y="1"/>
                      <a:pt x="310" y="1"/>
                    </a:cubicBezTo>
                    <a:cubicBezTo>
                      <a:pt x="310" y="0"/>
                      <a:pt x="310" y="0"/>
                      <a:pt x="31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8" name="Freeform 254"/>
              <p:cNvSpPr>
                <a:spLocks noEditPoints="1"/>
              </p:cNvSpPr>
              <p:nvPr/>
            </p:nvSpPr>
            <p:spPr bwMode="auto">
              <a:xfrm>
                <a:off x="-3795278" y="4460241"/>
                <a:ext cx="1449084" cy="2461"/>
              </a:xfrm>
              <a:custGeom>
                <a:avLst/>
                <a:gdLst/>
                <a:ahLst/>
                <a:cxnLst>
                  <a:cxn ang="0">
                    <a:pos x="386" y="0"/>
                  </a:cxn>
                  <a:cxn ang="0">
                    <a:pos x="385" y="1"/>
                  </a:cxn>
                  <a:cxn ang="0">
                    <a:pos x="386" y="1"/>
                  </a:cxn>
                  <a:cxn ang="0">
                    <a:pos x="386" y="0"/>
                  </a:cxn>
                  <a:cxn ang="0">
                    <a:pos x="1" y="0"/>
                  </a:cxn>
                  <a:cxn ang="0">
                    <a:pos x="0" y="0"/>
                  </a:cxn>
                  <a:cxn ang="0">
                    <a:pos x="0" y="1"/>
                  </a:cxn>
                  <a:cxn ang="0">
                    <a:pos x="1" y="1"/>
                  </a:cxn>
                  <a:cxn ang="0">
                    <a:pos x="1" y="0"/>
                  </a:cxn>
                </a:cxnLst>
                <a:rect l="0" t="0" r="r" b="b"/>
                <a:pathLst>
                  <a:path w="386" h="1">
                    <a:moveTo>
                      <a:pt x="386" y="0"/>
                    </a:moveTo>
                    <a:cubicBezTo>
                      <a:pt x="385" y="1"/>
                      <a:pt x="385" y="1"/>
                      <a:pt x="385" y="1"/>
                    </a:cubicBezTo>
                    <a:cubicBezTo>
                      <a:pt x="386" y="1"/>
                      <a:pt x="386" y="1"/>
                      <a:pt x="386" y="1"/>
                    </a:cubicBezTo>
                    <a:cubicBezTo>
                      <a:pt x="386" y="0"/>
                      <a:pt x="386" y="0"/>
                      <a:pt x="386" y="0"/>
                    </a:cubicBezTo>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99" name="Freeform 255"/>
              <p:cNvSpPr>
                <a:spLocks noEditPoints="1"/>
              </p:cNvSpPr>
              <p:nvPr/>
            </p:nvSpPr>
            <p:spPr bwMode="auto">
              <a:xfrm>
                <a:off x="-2199359" y="4460241"/>
                <a:ext cx="1434642" cy="2461"/>
              </a:xfrm>
              <a:custGeom>
                <a:avLst/>
                <a:gdLst/>
                <a:ahLst/>
                <a:cxnLst>
                  <a:cxn ang="0">
                    <a:pos x="1" y="0"/>
                  </a:cxn>
                  <a:cxn ang="0">
                    <a:pos x="0" y="0"/>
                  </a:cxn>
                  <a:cxn ang="0">
                    <a:pos x="0" y="1"/>
                  </a:cxn>
                  <a:cxn ang="0">
                    <a:pos x="1" y="1"/>
                  </a:cxn>
                  <a:cxn ang="0">
                    <a:pos x="1" y="0"/>
                  </a:cxn>
                  <a:cxn ang="0">
                    <a:pos x="382" y="0"/>
                  </a:cxn>
                  <a:cxn ang="0">
                    <a:pos x="381" y="0"/>
                  </a:cxn>
                  <a:cxn ang="0">
                    <a:pos x="381" y="1"/>
                  </a:cxn>
                  <a:cxn ang="0">
                    <a:pos x="382" y="1"/>
                  </a:cxn>
                  <a:cxn ang="0">
                    <a:pos x="382" y="0"/>
                  </a:cxn>
                </a:cxnLst>
                <a:rect l="0" t="0" r="r" b="b"/>
                <a:pathLst>
                  <a:path w="382" h="1">
                    <a:moveTo>
                      <a:pt x="1" y="0"/>
                    </a:moveTo>
                    <a:cubicBezTo>
                      <a:pt x="0" y="0"/>
                      <a:pt x="0" y="0"/>
                      <a:pt x="0" y="0"/>
                    </a:cubicBezTo>
                    <a:cubicBezTo>
                      <a:pt x="0" y="1"/>
                      <a:pt x="0" y="1"/>
                      <a:pt x="0" y="1"/>
                    </a:cubicBezTo>
                    <a:cubicBezTo>
                      <a:pt x="1" y="1"/>
                      <a:pt x="1" y="1"/>
                      <a:pt x="1" y="1"/>
                    </a:cubicBezTo>
                    <a:cubicBezTo>
                      <a:pt x="1" y="0"/>
                      <a:pt x="1" y="0"/>
                      <a:pt x="1" y="0"/>
                    </a:cubicBezTo>
                    <a:moveTo>
                      <a:pt x="382" y="0"/>
                    </a:moveTo>
                    <a:cubicBezTo>
                      <a:pt x="381" y="0"/>
                      <a:pt x="381" y="0"/>
                      <a:pt x="381" y="0"/>
                    </a:cubicBezTo>
                    <a:cubicBezTo>
                      <a:pt x="381" y="1"/>
                      <a:pt x="381" y="1"/>
                      <a:pt x="381" y="1"/>
                    </a:cubicBezTo>
                    <a:cubicBezTo>
                      <a:pt x="382" y="1"/>
                      <a:pt x="382" y="1"/>
                      <a:pt x="382" y="1"/>
                    </a:cubicBezTo>
                    <a:cubicBezTo>
                      <a:pt x="382" y="0"/>
                      <a:pt x="382" y="0"/>
                      <a:pt x="38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0" name="Freeform 256"/>
              <p:cNvSpPr>
                <a:spLocks noEditPoints="1"/>
              </p:cNvSpPr>
              <p:nvPr/>
            </p:nvSpPr>
            <p:spPr bwMode="auto">
              <a:xfrm>
                <a:off x="-6315529" y="4460241"/>
                <a:ext cx="1167451" cy="2461"/>
              </a:xfrm>
              <a:custGeom>
                <a:avLst/>
                <a:gdLst/>
                <a:ahLst/>
                <a:cxnLst>
                  <a:cxn ang="0">
                    <a:pos x="1" y="0"/>
                  </a:cxn>
                  <a:cxn ang="0">
                    <a:pos x="0" y="0"/>
                  </a:cxn>
                  <a:cxn ang="0">
                    <a:pos x="0" y="1"/>
                  </a:cxn>
                  <a:cxn ang="0">
                    <a:pos x="1" y="1"/>
                  </a:cxn>
                  <a:cxn ang="0">
                    <a:pos x="1" y="0"/>
                  </a:cxn>
                  <a:cxn ang="0">
                    <a:pos x="311" y="0"/>
                  </a:cxn>
                  <a:cxn ang="0">
                    <a:pos x="311" y="0"/>
                  </a:cxn>
                  <a:cxn ang="0">
                    <a:pos x="310" y="1"/>
                  </a:cxn>
                  <a:cxn ang="0">
                    <a:pos x="311" y="1"/>
                  </a:cxn>
                  <a:cxn ang="0">
                    <a:pos x="311" y="0"/>
                  </a:cxn>
                </a:cxnLst>
                <a:rect l="0" t="0" r="r" b="b"/>
                <a:pathLst>
                  <a:path w="311" h="1">
                    <a:moveTo>
                      <a:pt x="1" y="0"/>
                    </a:moveTo>
                    <a:cubicBezTo>
                      <a:pt x="0" y="0"/>
                      <a:pt x="0" y="0"/>
                      <a:pt x="0" y="0"/>
                    </a:cubicBezTo>
                    <a:cubicBezTo>
                      <a:pt x="0" y="1"/>
                      <a:pt x="0" y="1"/>
                      <a:pt x="0" y="1"/>
                    </a:cubicBezTo>
                    <a:cubicBezTo>
                      <a:pt x="1" y="1"/>
                      <a:pt x="1" y="1"/>
                      <a:pt x="1" y="1"/>
                    </a:cubicBezTo>
                    <a:cubicBezTo>
                      <a:pt x="1" y="0"/>
                      <a:pt x="1" y="0"/>
                      <a:pt x="1" y="0"/>
                    </a:cubicBezTo>
                    <a:moveTo>
                      <a:pt x="311" y="0"/>
                    </a:moveTo>
                    <a:cubicBezTo>
                      <a:pt x="311" y="0"/>
                      <a:pt x="311" y="0"/>
                      <a:pt x="311" y="0"/>
                    </a:cubicBezTo>
                    <a:cubicBezTo>
                      <a:pt x="311" y="0"/>
                      <a:pt x="311" y="1"/>
                      <a:pt x="310" y="1"/>
                    </a:cubicBezTo>
                    <a:cubicBezTo>
                      <a:pt x="311" y="1"/>
                      <a:pt x="311" y="1"/>
                      <a:pt x="311" y="1"/>
                    </a:cubicBezTo>
                    <a:cubicBezTo>
                      <a:pt x="311" y="0"/>
                      <a:pt x="311" y="0"/>
                      <a:pt x="31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1" name="Freeform 257"/>
              <p:cNvSpPr>
                <a:spLocks noEditPoints="1"/>
              </p:cNvSpPr>
              <p:nvPr/>
            </p:nvSpPr>
            <p:spPr bwMode="auto">
              <a:xfrm>
                <a:off x="-6212023" y="5200638"/>
                <a:ext cx="748614" cy="2459"/>
              </a:xfrm>
              <a:custGeom>
                <a:avLst/>
                <a:gdLst/>
                <a:ahLst/>
                <a:cxnLst>
                  <a:cxn ang="0">
                    <a:pos x="0" y="0"/>
                  </a:cxn>
                  <a:cxn ang="0">
                    <a:pos x="0" y="0"/>
                  </a:cxn>
                  <a:cxn ang="0">
                    <a:pos x="0" y="1"/>
                  </a:cxn>
                  <a:cxn ang="0">
                    <a:pos x="0" y="1"/>
                  </a:cxn>
                  <a:cxn ang="0">
                    <a:pos x="0" y="0"/>
                  </a:cxn>
                  <a:cxn ang="0">
                    <a:pos x="199" y="0"/>
                  </a:cxn>
                  <a:cxn ang="0">
                    <a:pos x="198" y="0"/>
                  </a:cxn>
                  <a:cxn ang="0">
                    <a:pos x="198" y="1"/>
                  </a:cxn>
                  <a:cxn ang="0">
                    <a:pos x="199" y="1"/>
                  </a:cxn>
                  <a:cxn ang="0">
                    <a:pos x="199" y="0"/>
                  </a:cxn>
                </a:cxnLst>
                <a:rect l="0" t="0" r="r" b="b"/>
                <a:pathLst>
                  <a:path w="199" h="1">
                    <a:moveTo>
                      <a:pt x="0" y="0"/>
                    </a:moveTo>
                    <a:cubicBezTo>
                      <a:pt x="0" y="0"/>
                      <a:pt x="0" y="0"/>
                      <a:pt x="0" y="0"/>
                    </a:cubicBezTo>
                    <a:cubicBezTo>
                      <a:pt x="0" y="1"/>
                      <a:pt x="0" y="1"/>
                      <a:pt x="0" y="1"/>
                    </a:cubicBezTo>
                    <a:cubicBezTo>
                      <a:pt x="0" y="1"/>
                      <a:pt x="0" y="1"/>
                      <a:pt x="0" y="1"/>
                    </a:cubicBezTo>
                    <a:cubicBezTo>
                      <a:pt x="0" y="0"/>
                      <a:pt x="0" y="0"/>
                      <a:pt x="0" y="0"/>
                    </a:cubicBezTo>
                    <a:moveTo>
                      <a:pt x="199" y="0"/>
                    </a:moveTo>
                    <a:cubicBezTo>
                      <a:pt x="198" y="0"/>
                      <a:pt x="198" y="0"/>
                      <a:pt x="198" y="0"/>
                    </a:cubicBezTo>
                    <a:cubicBezTo>
                      <a:pt x="198" y="1"/>
                      <a:pt x="198" y="1"/>
                      <a:pt x="198" y="1"/>
                    </a:cubicBezTo>
                    <a:cubicBezTo>
                      <a:pt x="199" y="1"/>
                      <a:pt x="199" y="1"/>
                      <a:pt x="199" y="1"/>
                    </a:cubicBezTo>
                    <a:cubicBezTo>
                      <a:pt x="199" y="0"/>
                      <a:pt x="199" y="0"/>
                      <a:pt x="199"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2" name="Freeform 258"/>
              <p:cNvSpPr>
                <a:spLocks noEditPoints="1"/>
              </p:cNvSpPr>
              <p:nvPr/>
            </p:nvSpPr>
            <p:spPr bwMode="auto">
              <a:xfrm>
                <a:off x="-4837559" y="5200638"/>
                <a:ext cx="741392" cy="2459"/>
              </a:xfrm>
              <a:custGeom>
                <a:avLst/>
                <a:gdLst/>
                <a:ahLst/>
                <a:cxnLst>
                  <a:cxn ang="0">
                    <a:pos x="1" y="0"/>
                  </a:cxn>
                  <a:cxn ang="0">
                    <a:pos x="0" y="0"/>
                  </a:cxn>
                  <a:cxn ang="0">
                    <a:pos x="0" y="1"/>
                  </a:cxn>
                  <a:cxn ang="0">
                    <a:pos x="1" y="1"/>
                  </a:cxn>
                  <a:cxn ang="0">
                    <a:pos x="1" y="0"/>
                  </a:cxn>
                  <a:cxn ang="0">
                    <a:pos x="197" y="0"/>
                  </a:cxn>
                  <a:cxn ang="0">
                    <a:pos x="196" y="0"/>
                  </a:cxn>
                  <a:cxn ang="0">
                    <a:pos x="196" y="1"/>
                  </a:cxn>
                  <a:cxn ang="0">
                    <a:pos x="197" y="1"/>
                  </a:cxn>
                  <a:cxn ang="0">
                    <a:pos x="197" y="0"/>
                  </a:cxn>
                </a:cxnLst>
                <a:rect l="0" t="0" r="r" b="b"/>
                <a:pathLst>
                  <a:path w="197" h="1">
                    <a:moveTo>
                      <a:pt x="1" y="0"/>
                    </a:moveTo>
                    <a:cubicBezTo>
                      <a:pt x="0" y="0"/>
                      <a:pt x="0" y="0"/>
                      <a:pt x="0" y="0"/>
                    </a:cubicBezTo>
                    <a:cubicBezTo>
                      <a:pt x="0" y="1"/>
                      <a:pt x="0" y="1"/>
                      <a:pt x="0" y="1"/>
                    </a:cubicBezTo>
                    <a:cubicBezTo>
                      <a:pt x="1" y="1"/>
                      <a:pt x="1" y="1"/>
                      <a:pt x="1" y="1"/>
                    </a:cubicBezTo>
                    <a:cubicBezTo>
                      <a:pt x="1" y="0"/>
                      <a:pt x="1" y="0"/>
                      <a:pt x="1" y="0"/>
                    </a:cubicBezTo>
                    <a:moveTo>
                      <a:pt x="197" y="0"/>
                    </a:moveTo>
                    <a:cubicBezTo>
                      <a:pt x="196" y="0"/>
                      <a:pt x="196" y="0"/>
                      <a:pt x="196" y="0"/>
                    </a:cubicBezTo>
                    <a:cubicBezTo>
                      <a:pt x="196" y="1"/>
                      <a:pt x="196" y="1"/>
                      <a:pt x="196" y="1"/>
                    </a:cubicBezTo>
                    <a:cubicBezTo>
                      <a:pt x="197" y="1"/>
                      <a:pt x="197" y="1"/>
                      <a:pt x="197" y="1"/>
                    </a:cubicBezTo>
                    <a:cubicBezTo>
                      <a:pt x="197" y="0"/>
                      <a:pt x="197" y="0"/>
                      <a:pt x="19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3" name="Freeform 259"/>
              <p:cNvSpPr>
                <a:spLocks noEditPoints="1"/>
              </p:cNvSpPr>
              <p:nvPr/>
            </p:nvSpPr>
            <p:spPr bwMode="auto">
              <a:xfrm>
                <a:off x="-3593080" y="5200638"/>
                <a:ext cx="926741" cy="2459"/>
              </a:xfrm>
              <a:custGeom>
                <a:avLst/>
                <a:gdLst/>
                <a:ahLst/>
                <a:cxnLst>
                  <a:cxn ang="0">
                    <a:pos x="1" y="0"/>
                  </a:cxn>
                  <a:cxn ang="0">
                    <a:pos x="0" y="0"/>
                  </a:cxn>
                  <a:cxn ang="0">
                    <a:pos x="0" y="1"/>
                  </a:cxn>
                  <a:cxn ang="0">
                    <a:pos x="1" y="1"/>
                  </a:cxn>
                  <a:cxn ang="0">
                    <a:pos x="1" y="0"/>
                  </a:cxn>
                  <a:cxn ang="0">
                    <a:pos x="247" y="0"/>
                  </a:cxn>
                  <a:cxn ang="0">
                    <a:pos x="246" y="0"/>
                  </a:cxn>
                  <a:cxn ang="0">
                    <a:pos x="246" y="1"/>
                  </a:cxn>
                  <a:cxn ang="0">
                    <a:pos x="247" y="1"/>
                  </a:cxn>
                  <a:cxn ang="0">
                    <a:pos x="247" y="0"/>
                  </a:cxn>
                </a:cxnLst>
                <a:rect l="0" t="0" r="r" b="b"/>
                <a:pathLst>
                  <a:path w="247" h="1">
                    <a:moveTo>
                      <a:pt x="1" y="0"/>
                    </a:moveTo>
                    <a:cubicBezTo>
                      <a:pt x="0" y="0"/>
                      <a:pt x="0" y="0"/>
                      <a:pt x="0" y="0"/>
                    </a:cubicBezTo>
                    <a:cubicBezTo>
                      <a:pt x="0" y="1"/>
                      <a:pt x="0" y="1"/>
                      <a:pt x="0" y="1"/>
                    </a:cubicBezTo>
                    <a:cubicBezTo>
                      <a:pt x="1" y="1"/>
                      <a:pt x="1" y="1"/>
                      <a:pt x="1" y="1"/>
                    </a:cubicBezTo>
                    <a:cubicBezTo>
                      <a:pt x="1" y="0"/>
                      <a:pt x="1" y="0"/>
                      <a:pt x="1" y="0"/>
                    </a:cubicBezTo>
                    <a:moveTo>
                      <a:pt x="247" y="0"/>
                    </a:moveTo>
                    <a:cubicBezTo>
                      <a:pt x="246" y="0"/>
                      <a:pt x="246" y="0"/>
                      <a:pt x="246" y="0"/>
                    </a:cubicBezTo>
                    <a:cubicBezTo>
                      <a:pt x="246" y="1"/>
                      <a:pt x="246" y="1"/>
                      <a:pt x="246" y="1"/>
                    </a:cubicBezTo>
                    <a:cubicBezTo>
                      <a:pt x="247" y="1"/>
                      <a:pt x="247" y="1"/>
                      <a:pt x="247" y="1"/>
                    </a:cubicBezTo>
                    <a:cubicBezTo>
                      <a:pt x="247" y="0"/>
                      <a:pt x="247" y="0"/>
                      <a:pt x="24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4" name="Freeform 260"/>
              <p:cNvSpPr>
                <a:spLocks noEditPoints="1"/>
              </p:cNvSpPr>
              <p:nvPr/>
            </p:nvSpPr>
            <p:spPr bwMode="auto">
              <a:xfrm>
                <a:off x="-1879213" y="5200638"/>
                <a:ext cx="967661" cy="2459"/>
              </a:xfrm>
              <a:custGeom>
                <a:avLst/>
                <a:gdLst/>
                <a:ahLst/>
                <a:cxnLst>
                  <a:cxn ang="0">
                    <a:pos x="1" y="0"/>
                  </a:cxn>
                  <a:cxn ang="0">
                    <a:pos x="0" y="0"/>
                  </a:cxn>
                  <a:cxn ang="0">
                    <a:pos x="0" y="1"/>
                  </a:cxn>
                  <a:cxn ang="0">
                    <a:pos x="2" y="1"/>
                  </a:cxn>
                  <a:cxn ang="0">
                    <a:pos x="1" y="0"/>
                  </a:cxn>
                  <a:cxn ang="0">
                    <a:pos x="258" y="0"/>
                  </a:cxn>
                  <a:cxn ang="0">
                    <a:pos x="258" y="0"/>
                  </a:cxn>
                  <a:cxn ang="0">
                    <a:pos x="257" y="1"/>
                  </a:cxn>
                  <a:cxn ang="0">
                    <a:pos x="258" y="1"/>
                  </a:cxn>
                  <a:cxn ang="0">
                    <a:pos x="258" y="0"/>
                  </a:cxn>
                </a:cxnLst>
                <a:rect l="0" t="0" r="r" b="b"/>
                <a:pathLst>
                  <a:path w="258" h="1">
                    <a:moveTo>
                      <a:pt x="1" y="0"/>
                    </a:moveTo>
                    <a:cubicBezTo>
                      <a:pt x="0" y="0"/>
                      <a:pt x="0" y="0"/>
                      <a:pt x="0" y="0"/>
                    </a:cubicBezTo>
                    <a:cubicBezTo>
                      <a:pt x="0" y="1"/>
                      <a:pt x="0" y="1"/>
                      <a:pt x="0" y="1"/>
                    </a:cubicBezTo>
                    <a:cubicBezTo>
                      <a:pt x="2" y="1"/>
                      <a:pt x="2" y="1"/>
                      <a:pt x="2" y="1"/>
                    </a:cubicBezTo>
                    <a:cubicBezTo>
                      <a:pt x="2" y="1"/>
                      <a:pt x="2" y="0"/>
                      <a:pt x="1" y="0"/>
                    </a:cubicBezTo>
                    <a:moveTo>
                      <a:pt x="258" y="0"/>
                    </a:moveTo>
                    <a:cubicBezTo>
                      <a:pt x="258" y="0"/>
                      <a:pt x="258" y="0"/>
                      <a:pt x="258" y="0"/>
                    </a:cubicBezTo>
                    <a:cubicBezTo>
                      <a:pt x="257" y="1"/>
                      <a:pt x="257" y="1"/>
                      <a:pt x="257" y="1"/>
                    </a:cubicBezTo>
                    <a:cubicBezTo>
                      <a:pt x="258" y="1"/>
                      <a:pt x="258" y="1"/>
                      <a:pt x="258" y="1"/>
                    </a:cubicBezTo>
                    <a:cubicBezTo>
                      <a:pt x="258" y="0"/>
                      <a:pt x="258" y="0"/>
                      <a:pt x="25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5" name="Freeform 261"/>
              <p:cNvSpPr>
                <a:spLocks noEditPoints="1"/>
              </p:cNvSpPr>
              <p:nvPr/>
            </p:nvSpPr>
            <p:spPr bwMode="auto">
              <a:xfrm>
                <a:off x="-6175916" y="5318708"/>
                <a:ext cx="633071" cy="2459"/>
              </a:xfrm>
              <a:custGeom>
                <a:avLst/>
                <a:gdLst/>
                <a:ahLst/>
                <a:cxnLst>
                  <a:cxn ang="0">
                    <a:pos x="1" y="0"/>
                  </a:cxn>
                  <a:cxn ang="0">
                    <a:pos x="0" y="0"/>
                  </a:cxn>
                  <a:cxn ang="0">
                    <a:pos x="0" y="0"/>
                  </a:cxn>
                  <a:cxn ang="0">
                    <a:pos x="1" y="0"/>
                  </a:cxn>
                  <a:cxn ang="0">
                    <a:pos x="1" y="0"/>
                  </a:cxn>
                  <a:cxn ang="0">
                    <a:pos x="1" y="0"/>
                  </a:cxn>
                  <a:cxn ang="0">
                    <a:pos x="1" y="0"/>
                  </a:cxn>
                  <a:cxn ang="0">
                    <a:pos x="168" y="0"/>
                  </a:cxn>
                  <a:cxn ang="0">
                    <a:pos x="168" y="0"/>
                  </a:cxn>
                  <a:cxn ang="0">
                    <a:pos x="168" y="0"/>
                  </a:cxn>
                  <a:cxn ang="0">
                    <a:pos x="168" y="0"/>
                  </a:cxn>
                  <a:cxn ang="0">
                    <a:pos x="168" y="0"/>
                  </a:cxn>
                </a:cxnLst>
                <a:rect l="0" t="0" r="r" b="b"/>
                <a:pathLst>
                  <a:path w="168">
                    <a:moveTo>
                      <a:pt x="1" y="0"/>
                    </a:move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moveTo>
                      <a:pt x="168" y="0"/>
                    </a:moveTo>
                    <a:cubicBezTo>
                      <a:pt x="168" y="0"/>
                      <a:pt x="168" y="0"/>
                      <a:pt x="168" y="0"/>
                    </a:cubicBezTo>
                    <a:cubicBezTo>
                      <a:pt x="168" y="0"/>
                      <a:pt x="168" y="0"/>
                      <a:pt x="168" y="0"/>
                    </a:cubicBezTo>
                    <a:cubicBezTo>
                      <a:pt x="168" y="0"/>
                      <a:pt x="168" y="0"/>
                      <a:pt x="168" y="0"/>
                    </a:cubicBezTo>
                    <a:cubicBezTo>
                      <a:pt x="168" y="0"/>
                      <a:pt x="168" y="0"/>
                      <a:pt x="16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6" name="Freeform 262"/>
              <p:cNvSpPr>
                <a:spLocks noEditPoints="1"/>
              </p:cNvSpPr>
              <p:nvPr/>
            </p:nvSpPr>
            <p:spPr bwMode="auto">
              <a:xfrm>
                <a:off x="-4779788" y="5323628"/>
                <a:ext cx="625850" cy="4920"/>
              </a:xfrm>
              <a:custGeom>
                <a:avLst/>
                <a:gdLst/>
                <a:ahLst/>
                <a:cxnLst>
                  <a:cxn ang="0">
                    <a:pos x="0" y="0"/>
                  </a:cxn>
                  <a:cxn ang="0">
                    <a:pos x="0" y="0"/>
                  </a:cxn>
                  <a:cxn ang="0">
                    <a:pos x="0" y="1"/>
                  </a:cxn>
                  <a:cxn ang="0">
                    <a:pos x="1" y="1"/>
                  </a:cxn>
                  <a:cxn ang="0">
                    <a:pos x="0" y="0"/>
                  </a:cxn>
                  <a:cxn ang="0">
                    <a:pos x="167" y="0"/>
                  </a:cxn>
                  <a:cxn ang="0">
                    <a:pos x="167" y="0"/>
                  </a:cxn>
                  <a:cxn ang="0">
                    <a:pos x="166" y="1"/>
                  </a:cxn>
                  <a:cxn ang="0">
                    <a:pos x="167" y="1"/>
                  </a:cxn>
                  <a:cxn ang="0">
                    <a:pos x="167" y="0"/>
                  </a:cxn>
                </a:cxnLst>
                <a:rect l="0" t="0" r="r" b="b"/>
                <a:pathLst>
                  <a:path w="167" h="1">
                    <a:moveTo>
                      <a:pt x="0" y="0"/>
                    </a:moveTo>
                    <a:cubicBezTo>
                      <a:pt x="0" y="0"/>
                      <a:pt x="0" y="0"/>
                      <a:pt x="0" y="0"/>
                    </a:cubicBezTo>
                    <a:cubicBezTo>
                      <a:pt x="0" y="1"/>
                      <a:pt x="0" y="1"/>
                      <a:pt x="0" y="1"/>
                    </a:cubicBezTo>
                    <a:cubicBezTo>
                      <a:pt x="1" y="1"/>
                      <a:pt x="1" y="1"/>
                      <a:pt x="1" y="1"/>
                    </a:cubicBezTo>
                    <a:cubicBezTo>
                      <a:pt x="1" y="1"/>
                      <a:pt x="1" y="1"/>
                      <a:pt x="0" y="0"/>
                    </a:cubicBezTo>
                    <a:moveTo>
                      <a:pt x="167" y="0"/>
                    </a:moveTo>
                    <a:cubicBezTo>
                      <a:pt x="167" y="0"/>
                      <a:pt x="167" y="0"/>
                      <a:pt x="167" y="0"/>
                    </a:cubicBezTo>
                    <a:cubicBezTo>
                      <a:pt x="166" y="1"/>
                      <a:pt x="166" y="1"/>
                      <a:pt x="166" y="1"/>
                    </a:cubicBezTo>
                    <a:cubicBezTo>
                      <a:pt x="167" y="1"/>
                      <a:pt x="167" y="1"/>
                      <a:pt x="167" y="1"/>
                    </a:cubicBezTo>
                    <a:cubicBezTo>
                      <a:pt x="167" y="0"/>
                      <a:pt x="167" y="0"/>
                      <a:pt x="16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7" name="Freeform 263"/>
              <p:cNvSpPr>
                <a:spLocks noEditPoints="1"/>
              </p:cNvSpPr>
              <p:nvPr/>
            </p:nvSpPr>
            <p:spPr bwMode="auto">
              <a:xfrm>
                <a:off x="-3537716" y="5323628"/>
                <a:ext cx="791941" cy="4920"/>
              </a:xfrm>
              <a:custGeom>
                <a:avLst/>
                <a:gdLst/>
                <a:ahLst/>
                <a:cxnLst>
                  <a:cxn ang="0">
                    <a:pos x="0" y="0"/>
                  </a:cxn>
                  <a:cxn ang="0">
                    <a:pos x="0" y="0"/>
                  </a:cxn>
                  <a:cxn ang="0">
                    <a:pos x="0" y="1"/>
                  </a:cxn>
                  <a:cxn ang="0">
                    <a:pos x="1" y="1"/>
                  </a:cxn>
                  <a:cxn ang="0">
                    <a:pos x="0" y="0"/>
                  </a:cxn>
                  <a:cxn ang="0">
                    <a:pos x="211" y="0"/>
                  </a:cxn>
                  <a:cxn ang="0">
                    <a:pos x="210" y="0"/>
                  </a:cxn>
                  <a:cxn ang="0">
                    <a:pos x="210" y="1"/>
                  </a:cxn>
                  <a:cxn ang="0">
                    <a:pos x="211" y="1"/>
                  </a:cxn>
                  <a:cxn ang="0">
                    <a:pos x="211" y="0"/>
                  </a:cxn>
                </a:cxnLst>
                <a:rect l="0" t="0" r="r" b="b"/>
                <a:pathLst>
                  <a:path w="211" h="1">
                    <a:moveTo>
                      <a:pt x="0" y="0"/>
                    </a:moveTo>
                    <a:cubicBezTo>
                      <a:pt x="0" y="0"/>
                      <a:pt x="0" y="0"/>
                      <a:pt x="0" y="0"/>
                    </a:cubicBezTo>
                    <a:cubicBezTo>
                      <a:pt x="0" y="1"/>
                      <a:pt x="0" y="1"/>
                      <a:pt x="0" y="1"/>
                    </a:cubicBezTo>
                    <a:cubicBezTo>
                      <a:pt x="1" y="1"/>
                      <a:pt x="1" y="1"/>
                      <a:pt x="1" y="1"/>
                    </a:cubicBezTo>
                    <a:cubicBezTo>
                      <a:pt x="1" y="1"/>
                      <a:pt x="1" y="1"/>
                      <a:pt x="0" y="0"/>
                    </a:cubicBezTo>
                    <a:moveTo>
                      <a:pt x="211" y="0"/>
                    </a:moveTo>
                    <a:cubicBezTo>
                      <a:pt x="210" y="0"/>
                      <a:pt x="210" y="0"/>
                      <a:pt x="210" y="0"/>
                    </a:cubicBezTo>
                    <a:cubicBezTo>
                      <a:pt x="210" y="1"/>
                      <a:pt x="210" y="1"/>
                      <a:pt x="210" y="1"/>
                    </a:cubicBezTo>
                    <a:cubicBezTo>
                      <a:pt x="211" y="1"/>
                      <a:pt x="211" y="1"/>
                      <a:pt x="211" y="1"/>
                    </a:cubicBezTo>
                    <a:cubicBezTo>
                      <a:pt x="211" y="0"/>
                      <a:pt x="211" y="0"/>
                      <a:pt x="21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8" name="Freeform 264"/>
              <p:cNvSpPr>
                <a:spLocks/>
              </p:cNvSpPr>
              <p:nvPr/>
            </p:nvSpPr>
            <p:spPr bwMode="auto">
              <a:xfrm>
                <a:off x="-1766077" y="5323628"/>
                <a:ext cx="7221" cy="4920"/>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1"/>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09" name="Freeform 265"/>
              <p:cNvSpPr>
                <a:spLocks noEditPoints="1"/>
              </p:cNvSpPr>
              <p:nvPr/>
            </p:nvSpPr>
            <p:spPr bwMode="auto">
              <a:xfrm>
                <a:off x="-6344414" y="3965824"/>
                <a:ext cx="5591732" cy="4920"/>
              </a:xfrm>
              <a:custGeom>
                <a:avLst/>
                <a:gdLst/>
                <a:ahLst/>
                <a:cxnLst>
                  <a:cxn ang="0">
                    <a:pos x="1" y="0"/>
                  </a:cxn>
                  <a:cxn ang="0">
                    <a:pos x="0" y="0"/>
                  </a:cxn>
                  <a:cxn ang="0">
                    <a:pos x="0" y="1"/>
                  </a:cxn>
                  <a:cxn ang="0">
                    <a:pos x="1" y="1"/>
                  </a:cxn>
                  <a:cxn ang="0">
                    <a:pos x="1" y="0"/>
                  </a:cxn>
                  <a:cxn ang="0">
                    <a:pos x="1488" y="0"/>
                  </a:cxn>
                  <a:cxn ang="0">
                    <a:pos x="1487" y="0"/>
                  </a:cxn>
                  <a:cxn ang="0">
                    <a:pos x="1487" y="1"/>
                  </a:cxn>
                  <a:cxn ang="0">
                    <a:pos x="1488" y="1"/>
                  </a:cxn>
                  <a:cxn ang="0">
                    <a:pos x="1488" y="0"/>
                  </a:cxn>
                </a:cxnLst>
                <a:rect l="0" t="0" r="r" b="b"/>
                <a:pathLst>
                  <a:path w="1488" h="1">
                    <a:moveTo>
                      <a:pt x="1" y="0"/>
                    </a:moveTo>
                    <a:cubicBezTo>
                      <a:pt x="0" y="0"/>
                      <a:pt x="0" y="0"/>
                      <a:pt x="0" y="0"/>
                    </a:cubicBezTo>
                    <a:cubicBezTo>
                      <a:pt x="0" y="1"/>
                      <a:pt x="0" y="1"/>
                      <a:pt x="0" y="1"/>
                    </a:cubicBezTo>
                    <a:cubicBezTo>
                      <a:pt x="1" y="1"/>
                      <a:pt x="1" y="1"/>
                      <a:pt x="1" y="1"/>
                    </a:cubicBezTo>
                    <a:cubicBezTo>
                      <a:pt x="1" y="0"/>
                      <a:pt x="1" y="0"/>
                      <a:pt x="1" y="0"/>
                    </a:cubicBezTo>
                    <a:moveTo>
                      <a:pt x="1488" y="0"/>
                    </a:moveTo>
                    <a:cubicBezTo>
                      <a:pt x="1487" y="0"/>
                      <a:pt x="1487" y="0"/>
                      <a:pt x="1487" y="0"/>
                    </a:cubicBezTo>
                    <a:cubicBezTo>
                      <a:pt x="1487" y="1"/>
                      <a:pt x="1487" y="1"/>
                      <a:pt x="1487" y="1"/>
                    </a:cubicBezTo>
                    <a:cubicBezTo>
                      <a:pt x="1488" y="1"/>
                      <a:pt x="1488" y="1"/>
                      <a:pt x="1488" y="1"/>
                    </a:cubicBezTo>
                    <a:cubicBezTo>
                      <a:pt x="1488" y="0"/>
                      <a:pt x="1488" y="0"/>
                      <a:pt x="1488"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0" name="Freeform 266"/>
              <p:cNvSpPr>
                <a:spLocks noEditPoints="1"/>
              </p:cNvSpPr>
              <p:nvPr/>
            </p:nvSpPr>
            <p:spPr bwMode="auto">
              <a:xfrm>
                <a:off x="-6264980" y="3582096"/>
                <a:ext cx="2074935" cy="4920"/>
              </a:xfrm>
              <a:custGeom>
                <a:avLst/>
                <a:gdLst/>
                <a:ahLst/>
                <a:cxnLst>
                  <a:cxn ang="0">
                    <a:pos x="1" y="0"/>
                  </a:cxn>
                  <a:cxn ang="0">
                    <a:pos x="0" y="0"/>
                  </a:cxn>
                  <a:cxn ang="0">
                    <a:pos x="0" y="1"/>
                  </a:cxn>
                  <a:cxn ang="0">
                    <a:pos x="1" y="1"/>
                  </a:cxn>
                  <a:cxn ang="0">
                    <a:pos x="1" y="0"/>
                  </a:cxn>
                  <a:cxn ang="0">
                    <a:pos x="552" y="0"/>
                  </a:cxn>
                  <a:cxn ang="0">
                    <a:pos x="551" y="0"/>
                  </a:cxn>
                  <a:cxn ang="0">
                    <a:pos x="551" y="1"/>
                  </a:cxn>
                  <a:cxn ang="0">
                    <a:pos x="552" y="1"/>
                  </a:cxn>
                  <a:cxn ang="0">
                    <a:pos x="552" y="0"/>
                  </a:cxn>
                </a:cxnLst>
                <a:rect l="0" t="0" r="r" b="b"/>
                <a:pathLst>
                  <a:path w="552" h="1">
                    <a:moveTo>
                      <a:pt x="1" y="0"/>
                    </a:moveTo>
                    <a:cubicBezTo>
                      <a:pt x="0" y="0"/>
                      <a:pt x="0" y="0"/>
                      <a:pt x="0" y="0"/>
                    </a:cubicBezTo>
                    <a:cubicBezTo>
                      <a:pt x="0" y="1"/>
                      <a:pt x="0" y="1"/>
                      <a:pt x="0" y="1"/>
                    </a:cubicBezTo>
                    <a:cubicBezTo>
                      <a:pt x="1" y="1"/>
                      <a:pt x="1" y="1"/>
                      <a:pt x="1" y="1"/>
                    </a:cubicBezTo>
                    <a:cubicBezTo>
                      <a:pt x="1" y="0"/>
                      <a:pt x="1" y="0"/>
                      <a:pt x="1" y="0"/>
                    </a:cubicBezTo>
                    <a:moveTo>
                      <a:pt x="552" y="0"/>
                    </a:moveTo>
                    <a:cubicBezTo>
                      <a:pt x="551" y="0"/>
                      <a:pt x="551" y="0"/>
                      <a:pt x="551" y="0"/>
                    </a:cubicBezTo>
                    <a:cubicBezTo>
                      <a:pt x="551" y="0"/>
                      <a:pt x="551" y="0"/>
                      <a:pt x="551" y="1"/>
                    </a:cubicBezTo>
                    <a:cubicBezTo>
                      <a:pt x="552" y="1"/>
                      <a:pt x="552" y="1"/>
                      <a:pt x="552" y="1"/>
                    </a:cubicBezTo>
                    <a:cubicBezTo>
                      <a:pt x="552" y="0"/>
                      <a:pt x="552" y="0"/>
                      <a:pt x="55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1" name="Freeform 267"/>
              <p:cNvSpPr>
                <a:spLocks noEditPoints="1"/>
              </p:cNvSpPr>
              <p:nvPr/>
            </p:nvSpPr>
            <p:spPr bwMode="auto">
              <a:xfrm>
                <a:off x="-4079318" y="3582096"/>
                <a:ext cx="3184617" cy="4920"/>
              </a:xfrm>
              <a:custGeom>
                <a:avLst/>
                <a:gdLst/>
                <a:ahLst/>
                <a:cxnLst>
                  <a:cxn ang="0">
                    <a:pos x="1" y="0"/>
                  </a:cxn>
                  <a:cxn ang="0">
                    <a:pos x="0" y="0"/>
                  </a:cxn>
                  <a:cxn ang="0">
                    <a:pos x="0" y="1"/>
                  </a:cxn>
                  <a:cxn ang="0">
                    <a:pos x="1" y="1"/>
                  </a:cxn>
                  <a:cxn ang="0">
                    <a:pos x="1" y="0"/>
                  </a:cxn>
                  <a:cxn ang="0">
                    <a:pos x="847" y="0"/>
                  </a:cxn>
                  <a:cxn ang="0">
                    <a:pos x="846" y="0"/>
                  </a:cxn>
                  <a:cxn ang="0">
                    <a:pos x="846" y="1"/>
                  </a:cxn>
                  <a:cxn ang="0">
                    <a:pos x="847" y="1"/>
                  </a:cxn>
                  <a:cxn ang="0">
                    <a:pos x="847" y="0"/>
                  </a:cxn>
                </a:cxnLst>
                <a:rect l="0" t="0" r="r" b="b"/>
                <a:pathLst>
                  <a:path w="847" h="1">
                    <a:moveTo>
                      <a:pt x="1" y="0"/>
                    </a:moveTo>
                    <a:cubicBezTo>
                      <a:pt x="0" y="0"/>
                      <a:pt x="0" y="0"/>
                      <a:pt x="0" y="0"/>
                    </a:cubicBezTo>
                    <a:cubicBezTo>
                      <a:pt x="0" y="1"/>
                      <a:pt x="0" y="1"/>
                      <a:pt x="0" y="1"/>
                    </a:cubicBezTo>
                    <a:cubicBezTo>
                      <a:pt x="1" y="1"/>
                      <a:pt x="1" y="1"/>
                      <a:pt x="1" y="1"/>
                    </a:cubicBezTo>
                    <a:cubicBezTo>
                      <a:pt x="1" y="0"/>
                      <a:pt x="1" y="0"/>
                      <a:pt x="1" y="0"/>
                    </a:cubicBezTo>
                    <a:moveTo>
                      <a:pt x="847" y="0"/>
                    </a:moveTo>
                    <a:cubicBezTo>
                      <a:pt x="846" y="0"/>
                      <a:pt x="846" y="0"/>
                      <a:pt x="846" y="0"/>
                    </a:cubicBezTo>
                    <a:cubicBezTo>
                      <a:pt x="846" y="0"/>
                      <a:pt x="846" y="0"/>
                      <a:pt x="846" y="1"/>
                    </a:cubicBezTo>
                    <a:cubicBezTo>
                      <a:pt x="847" y="1"/>
                      <a:pt x="847" y="1"/>
                      <a:pt x="847" y="1"/>
                    </a:cubicBezTo>
                    <a:cubicBezTo>
                      <a:pt x="847" y="0"/>
                      <a:pt x="847" y="0"/>
                      <a:pt x="847"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2" name="Freeform 268"/>
              <p:cNvSpPr>
                <a:spLocks/>
              </p:cNvSpPr>
              <p:nvPr/>
            </p:nvSpPr>
            <p:spPr bwMode="auto">
              <a:xfrm>
                <a:off x="-3833792" y="4088813"/>
                <a:ext cx="2408" cy="2459"/>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3" name="Freeform 269"/>
              <p:cNvSpPr>
                <a:spLocks/>
              </p:cNvSpPr>
              <p:nvPr/>
            </p:nvSpPr>
            <p:spPr bwMode="auto">
              <a:xfrm>
                <a:off x="-2269166" y="4044537"/>
                <a:ext cx="2408" cy="2459"/>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4" name="Freeform 270"/>
              <p:cNvSpPr>
                <a:spLocks/>
              </p:cNvSpPr>
              <p:nvPr/>
            </p:nvSpPr>
            <p:spPr bwMode="auto">
              <a:xfrm>
                <a:off x="-1301505" y="3146713"/>
                <a:ext cx="7222" cy="2461"/>
              </a:xfrm>
              <a:custGeom>
                <a:avLst/>
                <a:gdLst/>
                <a:ahLst/>
                <a:cxnLst>
                  <a:cxn ang="0">
                    <a:pos x="1" y="0"/>
                  </a:cxn>
                  <a:cxn ang="0">
                    <a:pos x="0" y="0"/>
                  </a:cxn>
                  <a:cxn ang="0">
                    <a:pos x="0" y="1"/>
                  </a:cxn>
                  <a:cxn ang="0">
                    <a:pos x="1" y="1"/>
                  </a:cxn>
                  <a:cxn ang="0">
                    <a:pos x="1" y="1"/>
                  </a:cxn>
                  <a:cxn ang="0">
                    <a:pos x="2" y="1"/>
                  </a:cxn>
                  <a:cxn ang="0">
                    <a:pos x="1" y="0"/>
                  </a:cxn>
                </a:cxnLst>
                <a:rect l="0" t="0" r="r" b="b"/>
                <a:pathLst>
                  <a:path w="2" h="1">
                    <a:moveTo>
                      <a:pt x="1" y="0"/>
                    </a:moveTo>
                    <a:cubicBezTo>
                      <a:pt x="0" y="0"/>
                      <a:pt x="0" y="0"/>
                      <a:pt x="0" y="0"/>
                    </a:cubicBezTo>
                    <a:cubicBezTo>
                      <a:pt x="0" y="1"/>
                      <a:pt x="0" y="1"/>
                      <a:pt x="0" y="1"/>
                    </a:cubicBezTo>
                    <a:cubicBezTo>
                      <a:pt x="1" y="1"/>
                      <a:pt x="1" y="1"/>
                      <a:pt x="1" y="1"/>
                    </a:cubicBezTo>
                    <a:cubicBezTo>
                      <a:pt x="1" y="1"/>
                      <a:pt x="1" y="1"/>
                      <a:pt x="1" y="1"/>
                    </a:cubicBezTo>
                    <a:cubicBezTo>
                      <a:pt x="2" y="1"/>
                      <a:pt x="2" y="1"/>
                      <a:pt x="2" y="1"/>
                    </a:cubicBezTo>
                    <a:cubicBezTo>
                      <a:pt x="1" y="1"/>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5" name="Freeform 271"/>
              <p:cNvSpPr>
                <a:spLocks/>
              </p:cNvSpPr>
              <p:nvPr/>
            </p:nvSpPr>
            <p:spPr bwMode="auto">
              <a:xfrm>
                <a:off x="-4139495" y="3892030"/>
                <a:ext cx="9628" cy="2459"/>
              </a:xfrm>
              <a:custGeom>
                <a:avLst/>
                <a:gdLst/>
                <a:ahLst/>
                <a:cxnLst>
                  <a:cxn ang="0">
                    <a:pos x="2" y="0"/>
                  </a:cxn>
                  <a:cxn ang="0">
                    <a:pos x="0" y="1"/>
                  </a:cxn>
                  <a:cxn ang="0">
                    <a:pos x="2" y="1"/>
                  </a:cxn>
                  <a:cxn ang="0">
                    <a:pos x="2" y="0"/>
                  </a:cxn>
                  <a:cxn ang="0">
                    <a:pos x="2" y="0"/>
                  </a:cxn>
                </a:cxnLst>
                <a:rect l="0" t="0" r="r" b="b"/>
                <a:pathLst>
                  <a:path w="2" h="1">
                    <a:moveTo>
                      <a:pt x="2" y="0"/>
                    </a:moveTo>
                    <a:cubicBezTo>
                      <a:pt x="0" y="1"/>
                      <a:pt x="0" y="1"/>
                      <a:pt x="0" y="1"/>
                    </a:cubicBezTo>
                    <a:cubicBezTo>
                      <a:pt x="2" y="1"/>
                      <a:pt x="2" y="1"/>
                      <a:pt x="2" y="1"/>
                    </a:cubicBezTo>
                    <a:cubicBezTo>
                      <a:pt x="2" y="0"/>
                      <a:pt x="2" y="0"/>
                      <a:pt x="2" y="0"/>
                    </a:cubicBezTo>
                    <a:cubicBezTo>
                      <a:pt x="2" y="0"/>
                      <a:pt x="2" y="0"/>
                      <a:pt x="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6" name="Freeform 272"/>
              <p:cNvSpPr>
                <a:spLocks/>
              </p:cNvSpPr>
              <p:nvPr/>
            </p:nvSpPr>
            <p:spPr bwMode="auto">
              <a:xfrm>
                <a:off x="-5075864" y="4002720"/>
                <a:ext cx="2408" cy="2461"/>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7" name="Freeform 273"/>
              <p:cNvSpPr>
                <a:spLocks/>
              </p:cNvSpPr>
              <p:nvPr/>
            </p:nvSpPr>
            <p:spPr bwMode="auto">
              <a:xfrm>
                <a:off x="-4529448" y="2785124"/>
                <a:ext cx="7221" cy="2459"/>
              </a:xfrm>
              <a:custGeom>
                <a:avLst/>
                <a:gdLst/>
                <a:ahLst/>
                <a:cxnLst>
                  <a:cxn ang="0">
                    <a:pos x="0" y="0"/>
                  </a:cxn>
                  <a:cxn ang="0">
                    <a:pos x="1" y="0"/>
                  </a:cxn>
                  <a:cxn ang="0">
                    <a:pos x="2" y="0"/>
                  </a:cxn>
                  <a:cxn ang="0">
                    <a:pos x="2" y="1"/>
                  </a:cxn>
                  <a:cxn ang="0">
                    <a:pos x="2" y="0"/>
                  </a:cxn>
                  <a:cxn ang="0">
                    <a:pos x="2" y="0"/>
                  </a:cxn>
                  <a:cxn ang="0">
                    <a:pos x="0" y="0"/>
                  </a:cxn>
                </a:cxnLst>
                <a:rect l="0" t="0" r="r" b="b"/>
                <a:pathLst>
                  <a:path w="2" h="1">
                    <a:moveTo>
                      <a:pt x="0" y="0"/>
                    </a:moveTo>
                    <a:cubicBezTo>
                      <a:pt x="1" y="0"/>
                      <a:pt x="1" y="0"/>
                      <a:pt x="1" y="0"/>
                    </a:cubicBezTo>
                    <a:cubicBezTo>
                      <a:pt x="2" y="0"/>
                      <a:pt x="2" y="0"/>
                      <a:pt x="2" y="0"/>
                    </a:cubicBezTo>
                    <a:cubicBezTo>
                      <a:pt x="2" y="1"/>
                      <a:pt x="2" y="1"/>
                      <a:pt x="2" y="1"/>
                    </a:cubicBezTo>
                    <a:cubicBezTo>
                      <a:pt x="2" y="0"/>
                      <a:pt x="2" y="0"/>
                      <a:pt x="2" y="0"/>
                    </a:cubicBezTo>
                    <a:cubicBezTo>
                      <a:pt x="2" y="0"/>
                      <a:pt x="2" y="0"/>
                      <a:pt x="2" y="0"/>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8" name="Freeform 274"/>
              <p:cNvSpPr>
                <a:spLocks/>
              </p:cNvSpPr>
              <p:nvPr/>
            </p:nvSpPr>
            <p:spPr bwMode="auto">
              <a:xfrm>
                <a:off x="-4524634" y="2785124"/>
                <a:ext cx="2406" cy="2459"/>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19" name="Freeform 275"/>
              <p:cNvSpPr>
                <a:spLocks/>
              </p:cNvSpPr>
              <p:nvPr/>
            </p:nvSpPr>
            <p:spPr bwMode="auto">
              <a:xfrm>
                <a:off x="-4341693" y="2785124"/>
                <a:ext cx="4814" cy="2459"/>
              </a:xfrm>
              <a:custGeom>
                <a:avLst/>
                <a:gdLst/>
                <a:ahLst/>
                <a:cxnLst>
                  <a:cxn ang="0">
                    <a:pos x="0" y="0"/>
                  </a:cxn>
                  <a:cxn ang="0">
                    <a:pos x="0" y="1"/>
                  </a:cxn>
                  <a:cxn ang="0">
                    <a:pos x="1" y="0"/>
                  </a:cxn>
                  <a:cxn ang="0">
                    <a:pos x="1" y="0"/>
                  </a:cxn>
                  <a:cxn ang="0">
                    <a:pos x="0" y="0"/>
                  </a:cxn>
                </a:cxnLst>
                <a:rect l="0" t="0" r="r" b="b"/>
                <a:pathLst>
                  <a:path w="1" h="1">
                    <a:moveTo>
                      <a:pt x="0" y="0"/>
                    </a:moveTo>
                    <a:cubicBezTo>
                      <a:pt x="0" y="1"/>
                      <a:pt x="0" y="1"/>
                      <a:pt x="0" y="1"/>
                    </a:cubicBezTo>
                    <a:cubicBezTo>
                      <a:pt x="1" y="0"/>
                      <a:pt x="1" y="0"/>
                      <a:pt x="1" y="0"/>
                    </a:cubicBezTo>
                    <a:cubicBezTo>
                      <a:pt x="1" y="0"/>
                      <a:pt x="1" y="0"/>
                      <a:pt x="1" y="0"/>
                    </a:cubicBezTo>
                    <a:cubicBezTo>
                      <a:pt x="0" y="0"/>
                      <a:pt x="0" y="0"/>
                      <a:pt x="0"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0" name="Freeform 276"/>
              <p:cNvSpPr>
                <a:spLocks noEditPoints="1"/>
              </p:cNvSpPr>
              <p:nvPr/>
            </p:nvSpPr>
            <p:spPr bwMode="auto">
              <a:xfrm>
                <a:off x="-6036303" y="3149173"/>
                <a:ext cx="1660911" cy="2459"/>
              </a:xfrm>
              <a:custGeom>
                <a:avLst/>
                <a:gdLst/>
                <a:ahLst/>
                <a:cxnLst>
                  <a:cxn ang="0">
                    <a:pos x="2" y="0"/>
                  </a:cxn>
                  <a:cxn ang="0">
                    <a:pos x="0" y="0"/>
                  </a:cxn>
                  <a:cxn ang="0">
                    <a:pos x="0" y="1"/>
                  </a:cxn>
                  <a:cxn ang="0">
                    <a:pos x="1" y="1"/>
                  </a:cxn>
                  <a:cxn ang="0">
                    <a:pos x="1" y="0"/>
                  </a:cxn>
                  <a:cxn ang="0">
                    <a:pos x="2" y="0"/>
                  </a:cxn>
                  <a:cxn ang="0">
                    <a:pos x="442" y="0"/>
                  </a:cxn>
                  <a:cxn ang="0">
                    <a:pos x="442" y="0"/>
                  </a:cxn>
                  <a:cxn ang="0">
                    <a:pos x="442" y="1"/>
                  </a:cxn>
                  <a:cxn ang="0">
                    <a:pos x="442" y="1"/>
                  </a:cxn>
                  <a:cxn ang="0">
                    <a:pos x="442" y="0"/>
                  </a:cxn>
                </a:cxnLst>
                <a:rect l="0" t="0" r="r" b="b"/>
                <a:pathLst>
                  <a:path w="442" h="1">
                    <a:moveTo>
                      <a:pt x="2" y="0"/>
                    </a:moveTo>
                    <a:cubicBezTo>
                      <a:pt x="0" y="0"/>
                      <a:pt x="0" y="0"/>
                      <a:pt x="0" y="0"/>
                    </a:cubicBezTo>
                    <a:cubicBezTo>
                      <a:pt x="0" y="1"/>
                      <a:pt x="0" y="1"/>
                      <a:pt x="0" y="1"/>
                    </a:cubicBezTo>
                    <a:cubicBezTo>
                      <a:pt x="1" y="1"/>
                      <a:pt x="1" y="1"/>
                      <a:pt x="1" y="1"/>
                    </a:cubicBezTo>
                    <a:cubicBezTo>
                      <a:pt x="1" y="0"/>
                      <a:pt x="1" y="0"/>
                      <a:pt x="1" y="0"/>
                    </a:cubicBezTo>
                    <a:cubicBezTo>
                      <a:pt x="2" y="0"/>
                      <a:pt x="2" y="0"/>
                      <a:pt x="2" y="0"/>
                    </a:cubicBezTo>
                    <a:moveTo>
                      <a:pt x="442" y="0"/>
                    </a:moveTo>
                    <a:cubicBezTo>
                      <a:pt x="442" y="0"/>
                      <a:pt x="442" y="0"/>
                      <a:pt x="442" y="0"/>
                    </a:cubicBezTo>
                    <a:cubicBezTo>
                      <a:pt x="442" y="0"/>
                      <a:pt x="442" y="0"/>
                      <a:pt x="442" y="1"/>
                    </a:cubicBezTo>
                    <a:cubicBezTo>
                      <a:pt x="442" y="1"/>
                      <a:pt x="442" y="1"/>
                      <a:pt x="442" y="1"/>
                    </a:cubicBezTo>
                    <a:cubicBezTo>
                      <a:pt x="442" y="0"/>
                      <a:pt x="442" y="0"/>
                      <a:pt x="442"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1" name="Freeform 277"/>
              <p:cNvSpPr>
                <a:spLocks/>
              </p:cNvSpPr>
              <p:nvPr/>
            </p:nvSpPr>
            <p:spPr bwMode="auto">
              <a:xfrm>
                <a:off x="-1303911" y="3149173"/>
                <a:ext cx="7221" cy="2459"/>
              </a:xfrm>
              <a:custGeom>
                <a:avLst/>
                <a:gdLst/>
                <a:ahLst/>
                <a:cxnLst>
                  <a:cxn ang="0">
                    <a:pos x="1" y="0"/>
                  </a:cxn>
                  <a:cxn ang="0">
                    <a:pos x="0" y="0"/>
                  </a:cxn>
                  <a:cxn ang="0">
                    <a:pos x="1" y="1"/>
                  </a:cxn>
                  <a:cxn ang="0">
                    <a:pos x="2" y="1"/>
                  </a:cxn>
                  <a:cxn ang="0">
                    <a:pos x="2" y="0"/>
                  </a:cxn>
                  <a:cxn ang="0">
                    <a:pos x="2" y="0"/>
                  </a:cxn>
                  <a:cxn ang="0">
                    <a:pos x="1" y="0"/>
                  </a:cxn>
                </a:cxnLst>
                <a:rect l="0" t="0" r="r" b="b"/>
                <a:pathLst>
                  <a:path w="2" h="1">
                    <a:moveTo>
                      <a:pt x="1" y="0"/>
                    </a:moveTo>
                    <a:cubicBezTo>
                      <a:pt x="0" y="0"/>
                      <a:pt x="0" y="0"/>
                      <a:pt x="0" y="0"/>
                    </a:cubicBezTo>
                    <a:cubicBezTo>
                      <a:pt x="1" y="1"/>
                      <a:pt x="1" y="1"/>
                      <a:pt x="1" y="1"/>
                    </a:cubicBezTo>
                    <a:cubicBezTo>
                      <a:pt x="2" y="1"/>
                      <a:pt x="2" y="1"/>
                      <a:pt x="2" y="1"/>
                    </a:cubicBezTo>
                    <a:cubicBezTo>
                      <a:pt x="2" y="0"/>
                      <a:pt x="2" y="0"/>
                      <a:pt x="2" y="0"/>
                    </a:cubicBezTo>
                    <a:cubicBezTo>
                      <a:pt x="2" y="0"/>
                      <a:pt x="2" y="0"/>
                      <a:pt x="2" y="0"/>
                    </a:cubicBezTo>
                    <a:cubicBezTo>
                      <a:pt x="2" y="0"/>
                      <a:pt x="2"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2" name="Freeform 278"/>
              <p:cNvSpPr>
                <a:spLocks/>
              </p:cNvSpPr>
              <p:nvPr/>
            </p:nvSpPr>
            <p:spPr bwMode="auto">
              <a:xfrm>
                <a:off x="-1301505" y="3149173"/>
                <a:ext cx="4814" cy="2459"/>
              </a:xfrm>
              <a:custGeom>
                <a:avLst/>
                <a:gdLst/>
                <a:ahLst/>
                <a:cxnLst>
                  <a:cxn ang="0">
                    <a:pos x="1" y="0"/>
                  </a:cxn>
                  <a:cxn ang="0">
                    <a:pos x="0" y="0"/>
                  </a:cxn>
                  <a:cxn ang="0">
                    <a:pos x="1"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3" name="Freeform 279"/>
              <p:cNvSpPr>
                <a:spLocks/>
              </p:cNvSpPr>
              <p:nvPr/>
            </p:nvSpPr>
            <p:spPr bwMode="auto">
              <a:xfrm>
                <a:off x="-3872306" y="3149173"/>
                <a:ext cx="4814" cy="2459"/>
              </a:xfrm>
              <a:custGeom>
                <a:avLst/>
                <a:gdLst/>
                <a:ahLst/>
                <a:cxnLst>
                  <a:cxn ang="0">
                    <a:pos x="1" y="0"/>
                  </a:cxn>
                  <a:cxn ang="0">
                    <a:pos x="0" y="0"/>
                  </a:cxn>
                  <a:cxn ang="0">
                    <a:pos x="0" y="1"/>
                  </a:cxn>
                  <a:cxn ang="0">
                    <a:pos x="1" y="1"/>
                  </a:cxn>
                  <a:cxn ang="0">
                    <a:pos x="1" y="0"/>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cubicBezTo>
                      <a:pt x="1" y="0"/>
                      <a:pt x="1" y="0"/>
                      <a:pt x="1" y="0"/>
                    </a:cubicBezTo>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4" name="Freeform 280"/>
              <p:cNvSpPr>
                <a:spLocks/>
              </p:cNvSpPr>
              <p:nvPr/>
            </p:nvSpPr>
            <p:spPr bwMode="auto">
              <a:xfrm>
                <a:off x="-5675236" y="2593261"/>
                <a:ext cx="1612768" cy="2508986"/>
              </a:xfrm>
              <a:custGeom>
                <a:avLst/>
                <a:gdLst/>
                <a:ahLst/>
                <a:cxnLst>
                  <a:cxn ang="0">
                    <a:pos x="104" y="6"/>
                  </a:cxn>
                  <a:cxn ang="0">
                    <a:pos x="177" y="34"/>
                  </a:cxn>
                  <a:cxn ang="0">
                    <a:pos x="216" y="87"/>
                  </a:cxn>
                  <a:cxn ang="0">
                    <a:pos x="211" y="41"/>
                  </a:cxn>
                  <a:cxn ang="0">
                    <a:pos x="238" y="57"/>
                  </a:cxn>
                  <a:cxn ang="0">
                    <a:pos x="242" y="47"/>
                  </a:cxn>
                  <a:cxn ang="0">
                    <a:pos x="276" y="86"/>
                  </a:cxn>
                  <a:cxn ang="0">
                    <a:pos x="257" y="108"/>
                  </a:cxn>
                  <a:cxn ang="0">
                    <a:pos x="269" y="119"/>
                  </a:cxn>
                  <a:cxn ang="0">
                    <a:pos x="236" y="155"/>
                  </a:cxn>
                  <a:cxn ang="0">
                    <a:pos x="229" y="230"/>
                  </a:cxn>
                  <a:cxn ang="0">
                    <a:pos x="230" y="230"/>
                  </a:cxn>
                  <a:cxn ang="0">
                    <a:pos x="225" y="221"/>
                  </a:cxn>
                  <a:cxn ang="0">
                    <a:pos x="177" y="269"/>
                  </a:cxn>
                  <a:cxn ang="0">
                    <a:pos x="201" y="277"/>
                  </a:cxn>
                  <a:cxn ang="0">
                    <a:pos x="215" y="282"/>
                  </a:cxn>
                  <a:cxn ang="0">
                    <a:pos x="225" y="313"/>
                  </a:cxn>
                  <a:cxn ang="0">
                    <a:pos x="319" y="323"/>
                  </a:cxn>
                  <a:cxn ang="0">
                    <a:pos x="378" y="381"/>
                  </a:cxn>
                  <a:cxn ang="0">
                    <a:pos x="301" y="662"/>
                  </a:cxn>
                  <a:cxn ang="0">
                    <a:pos x="303" y="663"/>
                  </a:cxn>
                  <a:cxn ang="0">
                    <a:pos x="303" y="663"/>
                  </a:cxn>
                  <a:cxn ang="0">
                    <a:pos x="250" y="346"/>
                  </a:cxn>
                  <a:cxn ang="0">
                    <a:pos x="203" y="293"/>
                  </a:cxn>
                  <a:cxn ang="0">
                    <a:pos x="112" y="200"/>
                  </a:cxn>
                  <a:cxn ang="0">
                    <a:pos x="118" y="241"/>
                  </a:cxn>
                  <a:cxn ang="0">
                    <a:pos x="117" y="239"/>
                  </a:cxn>
                  <a:cxn ang="0">
                    <a:pos x="120" y="239"/>
                  </a:cxn>
                  <a:cxn ang="0">
                    <a:pos x="63" y="48"/>
                  </a:cxn>
                  <a:cxn ang="0">
                    <a:pos x="3" y="64"/>
                  </a:cxn>
                  <a:cxn ang="0">
                    <a:pos x="5" y="65"/>
                  </a:cxn>
                  <a:cxn ang="0">
                    <a:pos x="9" y="43"/>
                  </a:cxn>
                  <a:cxn ang="0">
                    <a:pos x="6" y="35"/>
                  </a:cxn>
                  <a:cxn ang="0">
                    <a:pos x="0" y="65"/>
                  </a:cxn>
                  <a:cxn ang="0">
                    <a:pos x="66" y="52"/>
                  </a:cxn>
                  <a:cxn ang="0">
                    <a:pos x="117" y="243"/>
                  </a:cxn>
                  <a:cxn ang="0">
                    <a:pos x="110" y="201"/>
                  </a:cxn>
                  <a:cxn ang="0">
                    <a:pos x="109" y="201"/>
                  </a:cxn>
                  <a:cxn ang="0">
                    <a:pos x="129" y="238"/>
                  </a:cxn>
                  <a:cxn ang="0">
                    <a:pos x="218" y="323"/>
                  </a:cxn>
                  <a:cxn ang="0">
                    <a:pos x="237" y="397"/>
                  </a:cxn>
                  <a:cxn ang="0">
                    <a:pos x="306" y="662"/>
                  </a:cxn>
                  <a:cxn ang="0">
                    <a:pos x="378" y="377"/>
                  </a:cxn>
                  <a:cxn ang="0">
                    <a:pos x="320" y="319"/>
                  </a:cxn>
                  <a:cxn ang="0">
                    <a:pos x="229" y="311"/>
                  </a:cxn>
                  <a:cxn ang="0">
                    <a:pos x="211" y="280"/>
                  </a:cxn>
                  <a:cxn ang="0">
                    <a:pos x="192" y="260"/>
                  </a:cxn>
                  <a:cxn ang="0">
                    <a:pos x="216" y="212"/>
                  </a:cxn>
                  <a:cxn ang="0">
                    <a:pos x="233" y="219"/>
                  </a:cxn>
                  <a:cxn ang="0">
                    <a:pos x="261" y="123"/>
                  </a:cxn>
                  <a:cxn ang="0">
                    <a:pos x="254" y="105"/>
                  </a:cxn>
                  <a:cxn ang="0">
                    <a:pos x="255" y="106"/>
                  </a:cxn>
                  <a:cxn ang="0">
                    <a:pos x="242" y="43"/>
                  </a:cxn>
                  <a:cxn ang="0">
                    <a:pos x="207" y="44"/>
                  </a:cxn>
                  <a:cxn ang="0">
                    <a:pos x="213" y="88"/>
                  </a:cxn>
                  <a:cxn ang="0">
                    <a:pos x="214" y="89"/>
                  </a:cxn>
                  <a:cxn ang="0">
                    <a:pos x="177" y="47"/>
                  </a:cxn>
                  <a:cxn ang="0">
                    <a:pos x="108" y="1"/>
                  </a:cxn>
                  <a:cxn ang="0">
                    <a:pos x="38" y="6"/>
                  </a:cxn>
                </a:cxnLst>
                <a:rect l="0" t="0" r="r" b="b"/>
                <a:pathLst>
                  <a:path w="429" h="667">
                    <a:moveTo>
                      <a:pt x="38" y="6"/>
                    </a:moveTo>
                    <a:cubicBezTo>
                      <a:pt x="40" y="7"/>
                      <a:pt x="40" y="7"/>
                      <a:pt x="40" y="7"/>
                    </a:cubicBezTo>
                    <a:cubicBezTo>
                      <a:pt x="40" y="7"/>
                      <a:pt x="42" y="6"/>
                      <a:pt x="43" y="5"/>
                    </a:cubicBezTo>
                    <a:cubicBezTo>
                      <a:pt x="45" y="4"/>
                      <a:pt x="46" y="4"/>
                      <a:pt x="47" y="4"/>
                    </a:cubicBezTo>
                    <a:cubicBezTo>
                      <a:pt x="72" y="4"/>
                      <a:pt x="72" y="4"/>
                      <a:pt x="72" y="4"/>
                    </a:cubicBezTo>
                    <a:cubicBezTo>
                      <a:pt x="73" y="4"/>
                      <a:pt x="75" y="4"/>
                      <a:pt x="76" y="5"/>
                    </a:cubicBezTo>
                    <a:cubicBezTo>
                      <a:pt x="78" y="5"/>
                      <a:pt x="79" y="6"/>
                      <a:pt x="80" y="7"/>
                    </a:cubicBezTo>
                    <a:cubicBezTo>
                      <a:pt x="86" y="10"/>
                      <a:pt x="86" y="10"/>
                      <a:pt x="86" y="10"/>
                    </a:cubicBezTo>
                    <a:cubicBezTo>
                      <a:pt x="87" y="11"/>
                      <a:pt x="89" y="12"/>
                      <a:pt x="91" y="12"/>
                    </a:cubicBezTo>
                    <a:cubicBezTo>
                      <a:pt x="93" y="12"/>
                      <a:pt x="95" y="11"/>
                      <a:pt x="97" y="10"/>
                    </a:cubicBezTo>
                    <a:cubicBezTo>
                      <a:pt x="100" y="8"/>
                      <a:pt x="100" y="8"/>
                      <a:pt x="100" y="8"/>
                    </a:cubicBezTo>
                    <a:cubicBezTo>
                      <a:pt x="101" y="7"/>
                      <a:pt x="103" y="6"/>
                      <a:pt x="104" y="6"/>
                    </a:cubicBezTo>
                    <a:cubicBezTo>
                      <a:pt x="106" y="5"/>
                      <a:pt x="107" y="5"/>
                      <a:pt x="108" y="5"/>
                    </a:cubicBezTo>
                    <a:cubicBezTo>
                      <a:pt x="116" y="5"/>
                      <a:pt x="116" y="5"/>
                      <a:pt x="116" y="5"/>
                    </a:cubicBezTo>
                    <a:cubicBezTo>
                      <a:pt x="117" y="5"/>
                      <a:pt x="119" y="5"/>
                      <a:pt x="120" y="6"/>
                    </a:cubicBezTo>
                    <a:cubicBezTo>
                      <a:pt x="122" y="7"/>
                      <a:pt x="123" y="8"/>
                      <a:pt x="124" y="8"/>
                    </a:cubicBezTo>
                    <a:cubicBezTo>
                      <a:pt x="132" y="16"/>
                      <a:pt x="132" y="16"/>
                      <a:pt x="132" y="16"/>
                    </a:cubicBezTo>
                    <a:cubicBezTo>
                      <a:pt x="133" y="17"/>
                      <a:pt x="135" y="18"/>
                      <a:pt x="137" y="18"/>
                    </a:cubicBezTo>
                    <a:cubicBezTo>
                      <a:pt x="139" y="18"/>
                      <a:pt x="141" y="17"/>
                      <a:pt x="143" y="15"/>
                    </a:cubicBezTo>
                    <a:cubicBezTo>
                      <a:pt x="144" y="14"/>
                      <a:pt x="145" y="13"/>
                      <a:pt x="147" y="13"/>
                    </a:cubicBezTo>
                    <a:cubicBezTo>
                      <a:pt x="148" y="13"/>
                      <a:pt x="148" y="13"/>
                      <a:pt x="148" y="13"/>
                    </a:cubicBezTo>
                    <a:cubicBezTo>
                      <a:pt x="175" y="28"/>
                      <a:pt x="175" y="28"/>
                      <a:pt x="175" y="28"/>
                    </a:cubicBezTo>
                    <a:cubicBezTo>
                      <a:pt x="176" y="29"/>
                      <a:pt x="177" y="30"/>
                      <a:pt x="177" y="32"/>
                    </a:cubicBezTo>
                    <a:cubicBezTo>
                      <a:pt x="177" y="33"/>
                      <a:pt x="177" y="34"/>
                      <a:pt x="177" y="34"/>
                    </a:cubicBezTo>
                    <a:cubicBezTo>
                      <a:pt x="173" y="46"/>
                      <a:pt x="173" y="46"/>
                      <a:pt x="173" y="46"/>
                    </a:cubicBezTo>
                    <a:cubicBezTo>
                      <a:pt x="172" y="47"/>
                      <a:pt x="172" y="48"/>
                      <a:pt x="172" y="49"/>
                    </a:cubicBezTo>
                    <a:cubicBezTo>
                      <a:pt x="172" y="53"/>
                      <a:pt x="173" y="56"/>
                      <a:pt x="176" y="57"/>
                    </a:cubicBezTo>
                    <a:cubicBezTo>
                      <a:pt x="198" y="72"/>
                      <a:pt x="198" y="72"/>
                      <a:pt x="198" y="72"/>
                    </a:cubicBezTo>
                    <a:cubicBezTo>
                      <a:pt x="200" y="73"/>
                      <a:pt x="203" y="77"/>
                      <a:pt x="204" y="79"/>
                    </a:cubicBezTo>
                    <a:cubicBezTo>
                      <a:pt x="210" y="90"/>
                      <a:pt x="210" y="90"/>
                      <a:pt x="210" y="90"/>
                    </a:cubicBezTo>
                    <a:cubicBezTo>
                      <a:pt x="210" y="90"/>
                      <a:pt x="210" y="91"/>
                      <a:pt x="211" y="91"/>
                    </a:cubicBezTo>
                    <a:cubicBezTo>
                      <a:pt x="211" y="92"/>
                      <a:pt x="211" y="92"/>
                      <a:pt x="212" y="92"/>
                    </a:cubicBezTo>
                    <a:cubicBezTo>
                      <a:pt x="213" y="93"/>
                      <a:pt x="213" y="93"/>
                      <a:pt x="213" y="93"/>
                    </a:cubicBezTo>
                    <a:cubicBezTo>
                      <a:pt x="214" y="93"/>
                      <a:pt x="215" y="92"/>
                      <a:pt x="215" y="92"/>
                    </a:cubicBezTo>
                    <a:cubicBezTo>
                      <a:pt x="216" y="91"/>
                      <a:pt x="216" y="90"/>
                      <a:pt x="216" y="90"/>
                    </a:cubicBezTo>
                    <a:cubicBezTo>
                      <a:pt x="216" y="89"/>
                      <a:pt x="216" y="88"/>
                      <a:pt x="216" y="87"/>
                    </a:cubicBezTo>
                    <a:cubicBezTo>
                      <a:pt x="216" y="70"/>
                      <a:pt x="216" y="70"/>
                      <a:pt x="216" y="70"/>
                    </a:cubicBezTo>
                    <a:cubicBezTo>
                      <a:pt x="216" y="66"/>
                      <a:pt x="216" y="60"/>
                      <a:pt x="215" y="56"/>
                    </a:cubicBezTo>
                    <a:cubicBezTo>
                      <a:pt x="212" y="43"/>
                      <a:pt x="212" y="43"/>
                      <a:pt x="212" y="43"/>
                    </a:cubicBezTo>
                    <a:cubicBezTo>
                      <a:pt x="211" y="43"/>
                      <a:pt x="211" y="42"/>
                      <a:pt x="211" y="42"/>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2"/>
                      <a:pt x="211" y="42"/>
                      <a:pt x="211" y="42"/>
                    </a:cubicBezTo>
                    <a:cubicBezTo>
                      <a:pt x="211" y="41"/>
                      <a:pt x="211" y="41"/>
                      <a:pt x="211" y="41"/>
                    </a:cubicBezTo>
                    <a:cubicBezTo>
                      <a:pt x="211" y="41"/>
                      <a:pt x="211" y="41"/>
                      <a:pt x="211" y="41"/>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35" y="56"/>
                      <a:pt x="235" y="56"/>
                      <a:pt x="235" y="56"/>
                    </a:cubicBezTo>
                    <a:cubicBezTo>
                      <a:pt x="236" y="57"/>
                      <a:pt x="237" y="57"/>
                      <a:pt x="238" y="57"/>
                    </a:cubicBezTo>
                    <a:cubicBezTo>
                      <a:pt x="239" y="57"/>
                      <a:pt x="241" y="56"/>
                      <a:pt x="241" y="55"/>
                    </a:cubicBezTo>
                    <a:cubicBezTo>
                      <a:pt x="242" y="54"/>
                      <a:pt x="243" y="52"/>
                      <a:pt x="243" y="51"/>
                    </a:cubicBezTo>
                    <a:cubicBezTo>
                      <a:pt x="243" y="49"/>
                      <a:pt x="243" y="49"/>
                      <a:pt x="243" y="49"/>
                    </a:cubicBezTo>
                    <a:cubicBezTo>
                      <a:pt x="243" y="48"/>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2" y="46"/>
                      <a:pt x="242" y="46"/>
                      <a:pt x="242" y="46"/>
                    </a:cubicBezTo>
                    <a:cubicBezTo>
                      <a:pt x="242" y="47"/>
                      <a:pt x="242" y="47"/>
                      <a:pt x="242" y="47"/>
                    </a:cubicBezTo>
                    <a:cubicBezTo>
                      <a:pt x="243" y="47"/>
                      <a:pt x="243" y="47"/>
                      <a:pt x="243" y="47"/>
                    </a:cubicBezTo>
                    <a:cubicBezTo>
                      <a:pt x="242" y="46"/>
                      <a:pt x="242" y="46"/>
                      <a:pt x="242" y="46"/>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3" y="48"/>
                      <a:pt x="243" y="48"/>
                      <a:pt x="243" y="48"/>
                    </a:cubicBezTo>
                    <a:cubicBezTo>
                      <a:pt x="275" y="83"/>
                      <a:pt x="275" y="83"/>
                      <a:pt x="275" y="83"/>
                    </a:cubicBezTo>
                    <a:cubicBezTo>
                      <a:pt x="275" y="84"/>
                      <a:pt x="276" y="85"/>
                      <a:pt x="276" y="86"/>
                    </a:cubicBezTo>
                    <a:cubicBezTo>
                      <a:pt x="276" y="87"/>
                      <a:pt x="276" y="88"/>
                      <a:pt x="275" y="89"/>
                    </a:cubicBezTo>
                    <a:cubicBezTo>
                      <a:pt x="275" y="89"/>
                      <a:pt x="274" y="90"/>
                      <a:pt x="272" y="91"/>
                    </a:cubicBezTo>
                    <a:cubicBezTo>
                      <a:pt x="271" y="92"/>
                      <a:pt x="270" y="92"/>
                      <a:pt x="269" y="92"/>
                    </a:cubicBezTo>
                    <a:cubicBezTo>
                      <a:pt x="260" y="92"/>
                      <a:pt x="260" y="92"/>
                      <a:pt x="260" y="92"/>
                    </a:cubicBezTo>
                    <a:cubicBezTo>
                      <a:pt x="258" y="92"/>
                      <a:pt x="256" y="93"/>
                      <a:pt x="254" y="94"/>
                    </a:cubicBezTo>
                    <a:cubicBezTo>
                      <a:pt x="253" y="96"/>
                      <a:pt x="252" y="98"/>
                      <a:pt x="251" y="100"/>
                    </a:cubicBezTo>
                    <a:cubicBezTo>
                      <a:pt x="251" y="103"/>
                      <a:pt x="251" y="103"/>
                      <a:pt x="251" y="103"/>
                    </a:cubicBezTo>
                    <a:cubicBezTo>
                      <a:pt x="250" y="104"/>
                      <a:pt x="250" y="104"/>
                      <a:pt x="250" y="105"/>
                    </a:cubicBezTo>
                    <a:cubicBezTo>
                      <a:pt x="250" y="106"/>
                      <a:pt x="250" y="107"/>
                      <a:pt x="251" y="108"/>
                    </a:cubicBezTo>
                    <a:cubicBezTo>
                      <a:pt x="252" y="109"/>
                      <a:pt x="252" y="109"/>
                      <a:pt x="252" y="109"/>
                    </a:cubicBezTo>
                    <a:cubicBezTo>
                      <a:pt x="253" y="109"/>
                      <a:pt x="253" y="109"/>
                      <a:pt x="254" y="109"/>
                    </a:cubicBezTo>
                    <a:cubicBezTo>
                      <a:pt x="255" y="109"/>
                      <a:pt x="256" y="109"/>
                      <a:pt x="257" y="108"/>
                    </a:cubicBezTo>
                    <a:cubicBezTo>
                      <a:pt x="258" y="108"/>
                      <a:pt x="258" y="108"/>
                      <a:pt x="258" y="108"/>
                    </a:cubicBezTo>
                    <a:cubicBezTo>
                      <a:pt x="259" y="108"/>
                      <a:pt x="261" y="108"/>
                      <a:pt x="261" y="110"/>
                    </a:cubicBezTo>
                    <a:cubicBezTo>
                      <a:pt x="268" y="118"/>
                      <a:pt x="268" y="118"/>
                      <a:pt x="268" y="118"/>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70" y="120"/>
                      <a:pt x="270" y="120"/>
                      <a:pt x="270" y="120"/>
                    </a:cubicBezTo>
                    <a:cubicBezTo>
                      <a:pt x="269" y="119"/>
                      <a:pt x="269" y="119"/>
                      <a:pt x="269" y="119"/>
                    </a:cubicBezTo>
                    <a:cubicBezTo>
                      <a:pt x="269" y="119"/>
                      <a:pt x="269" y="119"/>
                      <a:pt x="269" y="119"/>
                    </a:cubicBezTo>
                    <a:cubicBezTo>
                      <a:pt x="270" y="120"/>
                      <a:pt x="270" y="120"/>
                      <a:pt x="270" y="120"/>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61" y="119"/>
                      <a:pt x="261" y="119"/>
                      <a:pt x="261" y="119"/>
                    </a:cubicBezTo>
                    <a:cubicBezTo>
                      <a:pt x="259" y="119"/>
                      <a:pt x="257" y="120"/>
                      <a:pt x="255" y="121"/>
                    </a:cubicBezTo>
                    <a:cubicBezTo>
                      <a:pt x="254" y="122"/>
                      <a:pt x="252" y="124"/>
                      <a:pt x="251" y="126"/>
                    </a:cubicBezTo>
                    <a:cubicBezTo>
                      <a:pt x="236" y="155"/>
                      <a:pt x="236" y="155"/>
                      <a:pt x="236" y="155"/>
                    </a:cubicBezTo>
                    <a:cubicBezTo>
                      <a:pt x="234" y="159"/>
                      <a:pt x="233" y="164"/>
                      <a:pt x="233" y="168"/>
                    </a:cubicBezTo>
                    <a:cubicBezTo>
                      <a:pt x="233" y="176"/>
                      <a:pt x="233" y="176"/>
                      <a:pt x="233" y="176"/>
                    </a:cubicBezTo>
                    <a:cubicBezTo>
                      <a:pt x="233" y="179"/>
                      <a:pt x="232" y="185"/>
                      <a:pt x="230" y="187"/>
                    </a:cubicBezTo>
                    <a:cubicBezTo>
                      <a:pt x="228" y="191"/>
                      <a:pt x="228" y="191"/>
                      <a:pt x="228" y="191"/>
                    </a:cubicBezTo>
                    <a:cubicBezTo>
                      <a:pt x="226" y="194"/>
                      <a:pt x="225" y="200"/>
                      <a:pt x="225" y="204"/>
                    </a:cubicBezTo>
                    <a:cubicBezTo>
                      <a:pt x="225" y="206"/>
                      <a:pt x="225" y="206"/>
                      <a:pt x="225" y="206"/>
                    </a:cubicBezTo>
                    <a:cubicBezTo>
                      <a:pt x="225" y="208"/>
                      <a:pt x="225" y="210"/>
                      <a:pt x="225" y="212"/>
                    </a:cubicBezTo>
                    <a:cubicBezTo>
                      <a:pt x="226" y="214"/>
                      <a:pt x="226" y="215"/>
                      <a:pt x="227" y="217"/>
                    </a:cubicBezTo>
                    <a:cubicBezTo>
                      <a:pt x="228" y="217"/>
                      <a:pt x="228" y="218"/>
                      <a:pt x="229" y="220"/>
                    </a:cubicBezTo>
                    <a:cubicBezTo>
                      <a:pt x="229" y="222"/>
                      <a:pt x="229" y="224"/>
                      <a:pt x="229" y="225"/>
                    </a:cubicBezTo>
                    <a:cubicBezTo>
                      <a:pt x="229" y="228"/>
                      <a:pt x="229" y="228"/>
                      <a:pt x="229" y="228"/>
                    </a:cubicBezTo>
                    <a:cubicBezTo>
                      <a:pt x="229" y="229"/>
                      <a:pt x="229" y="230"/>
                      <a:pt x="229" y="230"/>
                    </a:cubicBezTo>
                    <a:cubicBezTo>
                      <a:pt x="229" y="230"/>
                      <a:pt x="229" y="230"/>
                      <a:pt x="229" y="230"/>
                    </a:cubicBezTo>
                    <a:cubicBezTo>
                      <a:pt x="230" y="230"/>
                      <a:pt x="230" y="230"/>
                      <a:pt x="230" y="230"/>
                    </a:cubicBezTo>
                    <a:cubicBezTo>
                      <a:pt x="229" y="230"/>
                      <a:pt x="229" y="230"/>
                      <a:pt x="229" y="230"/>
                    </a:cubicBezTo>
                    <a:cubicBezTo>
                      <a:pt x="229" y="230"/>
                      <a:pt x="229" y="230"/>
                      <a:pt x="229" y="230"/>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29"/>
                      <a:pt x="230" y="229"/>
                      <a:pt x="230" y="229"/>
                    </a:cubicBezTo>
                    <a:cubicBezTo>
                      <a:pt x="227" y="225"/>
                      <a:pt x="227" y="225"/>
                      <a:pt x="227" y="225"/>
                    </a:cubicBezTo>
                    <a:cubicBezTo>
                      <a:pt x="226" y="224"/>
                      <a:pt x="225" y="223"/>
                      <a:pt x="225" y="221"/>
                    </a:cubicBezTo>
                    <a:cubicBezTo>
                      <a:pt x="224" y="219"/>
                      <a:pt x="224" y="217"/>
                      <a:pt x="224" y="216"/>
                    </a:cubicBezTo>
                    <a:cubicBezTo>
                      <a:pt x="224" y="214"/>
                      <a:pt x="223" y="212"/>
                      <a:pt x="222" y="211"/>
                    </a:cubicBezTo>
                    <a:cubicBezTo>
                      <a:pt x="220" y="209"/>
                      <a:pt x="218" y="208"/>
                      <a:pt x="216" y="208"/>
                    </a:cubicBezTo>
                    <a:cubicBezTo>
                      <a:pt x="181" y="208"/>
                      <a:pt x="181" y="208"/>
                      <a:pt x="181" y="208"/>
                    </a:cubicBezTo>
                    <a:cubicBezTo>
                      <a:pt x="179" y="208"/>
                      <a:pt x="177" y="209"/>
                      <a:pt x="176" y="210"/>
                    </a:cubicBezTo>
                    <a:cubicBezTo>
                      <a:pt x="174" y="212"/>
                      <a:pt x="173" y="213"/>
                      <a:pt x="172" y="216"/>
                    </a:cubicBezTo>
                    <a:cubicBezTo>
                      <a:pt x="166" y="234"/>
                      <a:pt x="166" y="234"/>
                      <a:pt x="166" y="234"/>
                    </a:cubicBezTo>
                    <a:cubicBezTo>
                      <a:pt x="165" y="237"/>
                      <a:pt x="164" y="240"/>
                      <a:pt x="164" y="242"/>
                    </a:cubicBezTo>
                    <a:cubicBezTo>
                      <a:pt x="164" y="244"/>
                      <a:pt x="165" y="246"/>
                      <a:pt x="165" y="248"/>
                    </a:cubicBezTo>
                    <a:cubicBezTo>
                      <a:pt x="168" y="261"/>
                      <a:pt x="168" y="261"/>
                      <a:pt x="168" y="261"/>
                    </a:cubicBezTo>
                    <a:cubicBezTo>
                      <a:pt x="169" y="263"/>
                      <a:pt x="170" y="265"/>
                      <a:pt x="171" y="267"/>
                    </a:cubicBezTo>
                    <a:cubicBezTo>
                      <a:pt x="173" y="268"/>
                      <a:pt x="175" y="269"/>
                      <a:pt x="177" y="269"/>
                    </a:cubicBezTo>
                    <a:cubicBezTo>
                      <a:pt x="187" y="269"/>
                      <a:pt x="187" y="269"/>
                      <a:pt x="187" y="269"/>
                    </a:cubicBezTo>
                    <a:cubicBezTo>
                      <a:pt x="189" y="269"/>
                      <a:pt x="191" y="268"/>
                      <a:pt x="192" y="267"/>
                    </a:cubicBezTo>
                    <a:cubicBezTo>
                      <a:pt x="194" y="265"/>
                      <a:pt x="195" y="264"/>
                      <a:pt x="196" y="262"/>
                    </a:cubicBezTo>
                    <a:cubicBezTo>
                      <a:pt x="196" y="261"/>
                      <a:pt x="196" y="261"/>
                      <a:pt x="196" y="261"/>
                    </a:cubicBezTo>
                    <a:cubicBezTo>
                      <a:pt x="197" y="260"/>
                      <a:pt x="197" y="258"/>
                      <a:pt x="198" y="257"/>
                    </a:cubicBezTo>
                    <a:cubicBezTo>
                      <a:pt x="199" y="257"/>
                      <a:pt x="201" y="256"/>
                      <a:pt x="201" y="256"/>
                    </a:cubicBezTo>
                    <a:cubicBezTo>
                      <a:pt x="203" y="256"/>
                      <a:pt x="203" y="256"/>
                      <a:pt x="203" y="256"/>
                    </a:cubicBezTo>
                    <a:cubicBezTo>
                      <a:pt x="203" y="256"/>
                      <a:pt x="204" y="256"/>
                      <a:pt x="204" y="257"/>
                    </a:cubicBezTo>
                    <a:cubicBezTo>
                      <a:pt x="204" y="257"/>
                      <a:pt x="205" y="258"/>
                      <a:pt x="205" y="259"/>
                    </a:cubicBezTo>
                    <a:cubicBezTo>
                      <a:pt x="205" y="260"/>
                      <a:pt x="205" y="260"/>
                      <a:pt x="205" y="260"/>
                    </a:cubicBezTo>
                    <a:cubicBezTo>
                      <a:pt x="202" y="275"/>
                      <a:pt x="202" y="275"/>
                      <a:pt x="202" y="275"/>
                    </a:cubicBezTo>
                    <a:cubicBezTo>
                      <a:pt x="202" y="276"/>
                      <a:pt x="201" y="277"/>
                      <a:pt x="201" y="277"/>
                    </a:cubicBezTo>
                    <a:cubicBezTo>
                      <a:pt x="201" y="279"/>
                      <a:pt x="202" y="281"/>
                      <a:pt x="203" y="282"/>
                    </a:cubicBezTo>
                    <a:cubicBezTo>
                      <a:pt x="204" y="284"/>
                      <a:pt x="206" y="285"/>
                      <a:pt x="207" y="285"/>
                    </a:cubicBezTo>
                    <a:cubicBezTo>
                      <a:pt x="209" y="285"/>
                      <a:pt x="211" y="284"/>
                      <a:pt x="212" y="284"/>
                    </a:cubicBezTo>
                    <a:cubicBezTo>
                      <a:pt x="214" y="283"/>
                      <a:pt x="215" y="283"/>
                      <a:pt x="216" y="281"/>
                    </a:cubicBezTo>
                    <a:cubicBezTo>
                      <a:pt x="215" y="281"/>
                      <a:pt x="215" y="281"/>
                      <a:pt x="215" y="281"/>
                    </a:cubicBezTo>
                    <a:cubicBezTo>
                      <a:pt x="215" y="282"/>
                      <a:pt x="215" y="282"/>
                      <a:pt x="215" y="282"/>
                    </a:cubicBezTo>
                    <a:cubicBezTo>
                      <a:pt x="216" y="281"/>
                      <a:pt x="216" y="281"/>
                      <a:pt x="216" y="281"/>
                    </a:cubicBezTo>
                    <a:cubicBezTo>
                      <a:pt x="215" y="281"/>
                      <a:pt x="215" y="281"/>
                      <a:pt x="215" y="281"/>
                    </a:cubicBezTo>
                    <a:cubicBezTo>
                      <a:pt x="215" y="282"/>
                      <a:pt x="215" y="282"/>
                      <a:pt x="215" y="282"/>
                    </a:cubicBezTo>
                    <a:cubicBezTo>
                      <a:pt x="215" y="281"/>
                      <a:pt x="215" y="281"/>
                      <a:pt x="215" y="281"/>
                    </a:cubicBezTo>
                    <a:cubicBezTo>
                      <a:pt x="215" y="282"/>
                      <a:pt x="215" y="282"/>
                      <a:pt x="215" y="282"/>
                    </a:cubicBezTo>
                    <a:cubicBezTo>
                      <a:pt x="215" y="282"/>
                      <a:pt x="215" y="282"/>
                      <a:pt x="215" y="282"/>
                    </a:cubicBezTo>
                    <a:cubicBezTo>
                      <a:pt x="215" y="281"/>
                      <a:pt x="215" y="281"/>
                      <a:pt x="215" y="281"/>
                    </a:cubicBezTo>
                    <a:cubicBezTo>
                      <a:pt x="215" y="282"/>
                      <a:pt x="215" y="282"/>
                      <a:pt x="215" y="282"/>
                    </a:cubicBezTo>
                    <a:cubicBezTo>
                      <a:pt x="216" y="282"/>
                      <a:pt x="216" y="282"/>
                      <a:pt x="216" y="282"/>
                    </a:cubicBezTo>
                    <a:cubicBezTo>
                      <a:pt x="217" y="283"/>
                      <a:pt x="217" y="283"/>
                      <a:pt x="218" y="284"/>
                    </a:cubicBezTo>
                    <a:cubicBezTo>
                      <a:pt x="222" y="290"/>
                      <a:pt x="222" y="290"/>
                      <a:pt x="222" y="290"/>
                    </a:cubicBezTo>
                    <a:cubicBezTo>
                      <a:pt x="223" y="292"/>
                      <a:pt x="223" y="293"/>
                      <a:pt x="223" y="295"/>
                    </a:cubicBezTo>
                    <a:cubicBezTo>
                      <a:pt x="223" y="296"/>
                      <a:pt x="223" y="296"/>
                      <a:pt x="223" y="296"/>
                    </a:cubicBezTo>
                    <a:cubicBezTo>
                      <a:pt x="223" y="296"/>
                      <a:pt x="223" y="296"/>
                      <a:pt x="223" y="296"/>
                    </a:cubicBezTo>
                    <a:cubicBezTo>
                      <a:pt x="223" y="296"/>
                      <a:pt x="223" y="296"/>
                      <a:pt x="223" y="296"/>
                    </a:cubicBezTo>
                    <a:cubicBezTo>
                      <a:pt x="222" y="297"/>
                      <a:pt x="222" y="299"/>
                      <a:pt x="222" y="301"/>
                    </a:cubicBezTo>
                    <a:cubicBezTo>
                      <a:pt x="222" y="303"/>
                      <a:pt x="222" y="305"/>
                      <a:pt x="223" y="307"/>
                    </a:cubicBezTo>
                    <a:cubicBezTo>
                      <a:pt x="225" y="313"/>
                      <a:pt x="225" y="313"/>
                      <a:pt x="225" y="313"/>
                    </a:cubicBezTo>
                    <a:cubicBezTo>
                      <a:pt x="225" y="315"/>
                      <a:pt x="227" y="316"/>
                      <a:pt x="228" y="318"/>
                    </a:cubicBezTo>
                    <a:cubicBezTo>
                      <a:pt x="230" y="319"/>
                      <a:pt x="232" y="320"/>
                      <a:pt x="234" y="320"/>
                    </a:cubicBezTo>
                    <a:cubicBezTo>
                      <a:pt x="240" y="320"/>
                      <a:pt x="240" y="320"/>
                      <a:pt x="240" y="320"/>
                    </a:cubicBezTo>
                    <a:cubicBezTo>
                      <a:pt x="241" y="320"/>
                      <a:pt x="242" y="320"/>
                      <a:pt x="244" y="321"/>
                    </a:cubicBezTo>
                    <a:cubicBezTo>
                      <a:pt x="245" y="322"/>
                      <a:pt x="247" y="323"/>
                      <a:pt x="248" y="323"/>
                    </a:cubicBezTo>
                    <a:cubicBezTo>
                      <a:pt x="249" y="325"/>
                      <a:pt x="249" y="325"/>
                      <a:pt x="249" y="325"/>
                    </a:cubicBezTo>
                    <a:cubicBezTo>
                      <a:pt x="251" y="326"/>
                      <a:pt x="252" y="327"/>
                      <a:pt x="254" y="327"/>
                    </a:cubicBezTo>
                    <a:cubicBezTo>
                      <a:pt x="256" y="327"/>
                      <a:pt x="259" y="326"/>
                      <a:pt x="260" y="324"/>
                    </a:cubicBezTo>
                    <a:cubicBezTo>
                      <a:pt x="273" y="307"/>
                      <a:pt x="273" y="307"/>
                      <a:pt x="273" y="307"/>
                    </a:cubicBezTo>
                    <a:cubicBezTo>
                      <a:pt x="274" y="306"/>
                      <a:pt x="276" y="305"/>
                      <a:pt x="277" y="305"/>
                    </a:cubicBezTo>
                    <a:cubicBezTo>
                      <a:pt x="278" y="305"/>
                      <a:pt x="278" y="305"/>
                      <a:pt x="279" y="305"/>
                    </a:cubicBezTo>
                    <a:cubicBezTo>
                      <a:pt x="319" y="323"/>
                      <a:pt x="319" y="323"/>
                      <a:pt x="319" y="323"/>
                    </a:cubicBezTo>
                    <a:cubicBezTo>
                      <a:pt x="321" y="324"/>
                      <a:pt x="325" y="326"/>
                      <a:pt x="327" y="328"/>
                    </a:cubicBezTo>
                    <a:cubicBezTo>
                      <a:pt x="359" y="359"/>
                      <a:pt x="359" y="359"/>
                      <a:pt x="359" y="359"/>
                    </a:cubicBezTo>
                    <a:cubicBezTo>
                      <a:pt x="359" y="360"/>
                      <a:pt x="360" y="361"/>
                      <a:pt x="360" y="362"/>
                    </a:cubicBezTo>
                    <a:cubicBezTo>
                      <a:pt x="361" y="364"/>
                      <a:pt x="361" y="365"/>
                      <a:pt x="361" y="367"/>
                    </a:cubicBezTo>
                    <a:cubicBezTo>
                      <a:pt x="361" y="368"/>
                      <a:pt x="361" y="368"/>
                      <a:pt x="361" y="368"/>
                    </a:cubicBezTo>
                    <a:cubicBezTo>
                      <a:pt x="360" y="374"/>
                      <a:pt x="360" y="374"/>
                      <a:pt x="360" y="374"/>
                    </a:cubicBezTo>
                    <a:cubicBezTo>
                      <a:pt x="360" y="374"/>
                      <a:pt x="360" y="375"/>
                      <a:pt x="360" y="376"/>
                    </a:cubicBezTo>
                    <a:cubicBezTo>
                      <a:pt x="360" y="378"/>
                      <a:pt x="360" y="379"/>
                      <a:pt x="361" y="381"/>
                    </a:cubicBezTo>
                    <a:cubicBezTo>
                      <a:pt x="362" y="383"/>
                      <a:pt x="363" y="384"/>
                      <a:pt x="364" y="385"/>
                    </a:cubicBezTo>
                    <a:cubicBezTo>
                      <a:pt x="365" y="386"/>
                      <a:pt x="367" y="386"/>
                      <a:pt x="368" y="386"/>
                    </a:cubicBezTo>
                    <a:cubicBezTo>
                      <a:pt x="370" y="386"/>
                      <a:pt x="373" y="385"/>
                      <a:pt x="375" y="383"/>
                    </a:cubicBezTo>
                    <a:cubicBezTo>
                      <a:pt x="376" y="382"/>
                      <a:pt x="377" y="381"/>
                      <a:pt x="378" y="381"/>
                    </a:cubicBezTo>
                    <a:cubicBezTo>
                      <a:pt x="379" y="381"/>
                      <a:pt x="380" y="381"/>
                      <a:pt x="380" y="382"/>
                    </a:cubicBezTo>
                    <a:cubicBezTo>
                      <a:pt x="422" y="407"/>
                      <a:pt x="422" y="407"/>
                      <a:pt x="422" y="407"/>
                    </a:cubicBezTo>
                    <a:cubicBezTo>
                      <a:pt x="423" y="407"/>
                      <a:pt x="424" y="408"/>
                      <a:pt x="424" y="409"/>
                    </a:cubicBezTo>
                    <a:cubicBezTo>
                      <a:pt x="425" y="410"/>
                      <a:pt x="425" y="412"/>
                      <a:pt x="425" y="413"/>
                    </a:cubicBezTo>
                    <a:cubicBezTo>
                      <a:pt x="425" y="414"/>
                      <a:pt x="425" y="414"/>
                      <a:pt x="425" y="414"/>
                    </a:cubicBezTo>
                    <a:cubicBezTo>
                      <a:pt x="423" y="426"/>
                      <a:pt x="423" y="426"/>
                      <a:pt x="423" y="426"/>
                    </a:cubicBezTo>
                    <a:cubicBezTo>
                      <a:pt x="423" y="429"/>
                      <a:pt x="421" y="434"/>
                      <a:pt x="419" y="436"/>
                    </a:cubicBezTo>
                    <a:cubicBezTo>
                      <a:pt x="315" y="584"/>
                      <a:pt x="315" y="584"/>
                      <a:pt x="315" y="584"/>
                    </a:cubicBezTo>
                    <a:cubicBezTo>
                      <a:pt x="313" y="587"/>
                      <a:pt x="311" y="592"/>
                      <a:pt x="310" y="596"/>
                    </a:cubicBezTo>
                    <a:cubicBezTo>
                      <a:pt x="303" y="621"/>
                      <a:pt x="303" y="621"/>
                      <a:pt x="303" y="621"/>
                    </a:cubicBezTo>
                    <a:cubicBezTo>
                      <a:pt x="302" y="625"/>
                      <a:pt x="301" y="631"/>
                      <a:pt x="301" y="635"/>
                    </a:cubicBezTo>
                    <a:cubicBezTo>
                      <a:pt x="301" y="662"/>
                      <a:pt x="301" y="662"/>
                      <a:pt x="301" y="662"/>
                    </a:cubicBezTo>
                    <a:cubicBezTo>
                      <a:pt x="301" y="663"/>
                      <a:pt x="301" y="663"/>
                      <a:pt x="301" y="663"/>
                    </a:cubicBezTo>
                    <a:cubicBezTo>
                      <a:pt x="301" y="663"/>
                      <a:pt x="301" y="663"/>
                      <a:pt x="301" y="663"/>
                    </a:cubicBezTo>
                    <a:cubicBezTo>
                      <a:pt x="302" y="664"/>
                      <a:pt x="302" y="664"/>
                      <a:pt x="302" y="664"/>
                    </a:cubicBezTo>
                    <a:cubicBezTo>
                      <a:pt x="302" y="663"/>
                      <a:pt x="302" y="663"/>
                      <a:pt x="302" y="663"/>
                    </a:cubicBezTo>
                    <a:cubicBezTo>
                      <a:pt x="301" y="663"/>
                      <a:pt x="301" y="663"/>
                      <a:pt x="301" y="663"/>
                    </a:cubicBezTo>
                    <a:cubicBezTo>
                      <a:pt x="302" y="664"/>
                      <a:pt x="302" y="664"/>
                      <a:pt x="302" y="664"/>
                    </a:cubicBezTo>
                    <a:cubicBezTo>
                      <a:pt x="302" y="663"/>
                      <a:pt x="302" y="663"/>
                      <a:pt x="302" y="663"/>
                    </a:cubicBezTo>
                    <a:cubicBezTo>
                      <a:pt x="303" y="664"/>
                      <a:pt x="303" y="664"/>
                      <a:pt x="303" y="664"/>
                    </a:cubicBezTo>
                    <a:cubicBezTo>
                      <a:pt x="303" y="663"/>
                      <a:pt x="303" y="663"/>
                      <a:pt x="303" y="663"/>
                    </a:cubicBezTo>
                    <a:cubicBezTo>
                      <a:pt x="302" y="663"/>
                      <a:pt x="302" y="663"/>
                      <a:pt x="302" y="663"/>
                    </a:cubicBezTo>
                    <a:cubicBezTo>
                      <a:pt x="303" y="664"/>
                      <a:pt x="303" y="664"/>
                      <a:pt x="303" y="664"/>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2"/>
                    </a:cubicBezTo>
                    <a:cubicBezTo>
                      <a:pt x="286" y="629"/>
                      <a:pt x="286" y="629"/>
                      <a:pt x="286" y="629"/>
                    </a:cubicBezTo>
                    <a:cubicBezTo>
                      <a:pt x="284" y="627"/>
                      <a:pt x="283" y="621"/>
                      <a:pt x="283" y="618"/>
                    </a:cubicBezTo>
                    <a:cubicBezTo>
                      <a:pt x="283" y="479"/>
                      <a:pt x="283" y="479"/>
                      <a:pt x="283" y="479"/>
                    </a:cubicBezTo>
                    <a:cubicBezTo>
                      <a:pt x="283" y="474"/>
                      <a:pt x="282" y="469"/>
                      <a:pt x="280" y="465"/>
                    </a:cubicBezTo>
                    <a:cubicBezTo>
                      <a:pt x="244" y="405"/>
                      <a:pt x="244" y="405"/>
                      <a:pt x="244" y="405"/>
                    </a:cubicBezTo>
                    <a:cubicBezTo>
                      <a:pt x="243" y="403"/>
                      <a:pt x="242" y="400"/>
                      <a:pt x="242" y="397"/>
                    </a:cubicBezTo>
                    <a:cubicBezTo>
                      <a:pt x="242" y="396"/>
                      <a:pt x="242" y="395"/>
                      <a:pt x="242" y="395"/>
                    </a:cubicBezTo>
                    <a:cubicBezTo>
                      <a:pt x="250" y="346"/>
                      <a:pt x="250" y="346"/>
                      <a:pt x="250" y="346"/>
                    </a:cubicBezTo>
                    <a:cubicBezTo>
                      <a:pt x="251" y="345"/>
                      <a:pt x="251" y="344"/>
                      <a:pt x="251" y="343"/>
                    </a:cubicBezTo>
                    <a:cubicBezTo>
                      <a:pt x="251" y="340"/>
                      <a:pt x="250" y="336"/>
                      <a:pt x="248" y="333"/>
                    </a:cubicBezTo>
                    <a:cubicBezTo>
                      <a:pt x="248" y="333"/>
                      <a:pt x="248" y="333"/>
                      <a:pt x="248" y="333"/>
                    </a:cubicBezTo>
                    <a:cubicBezTo>
                      <a:pt x="247" y="332"/>
                      <a:pt x="247" y="332"/>
                      <a:pt x="247" y="332"/>
                    </a:cubicBezTo>
                    <a:cubicBezTo>
                      <a:pt x="247" y="332"/>
                      <a:pt x="247" y="332"/>
                      <a:pt x="247" y="332"/>
                    </a:cubicBezTo>
                    <a:cubicBezTo>
                      <a:pt x="246" y="330"/>
                      <a:pt x="245" y="328"/>
                      <a:pt x="243" y="327"/>
                    </a:cubicBezTo>
                    <a:cubicBezTo>
                      <a:pt x="241" y="326"/>
                      <a:pt x="239" y="325"/>
                      <a:pt x="237" y="325"/>
                    </a:cubicBezTo>
                    <a:cubicBezTo>
                      <a:pt x="228" y="325"/>
                      <a:pt x="228" y="325"/>
                      <a:pt x="228" y="325"/>
                    </a:cubicBezTo>
                    <a:cubicBezTo>
                      <a:pt x="227" y="325"/>
                      <a:pt x="225" y="325"/>
                      <a:pt x="224" y="324"/>
                    </a:cubicBezTo>
                    <a:cubicBezTo>
                      <a:pt x="223" y="323"/>
                      <a:pt x="222" y="322"/>
                      <a:pt x="221" y="321"/>
                    </a:cubicBezTo>
                    <a:cubicBezTo>
                      <a:pt x="211" y="302"/>
                      <a:pt x="211" y="302"/>
                      <a:pt x="211" y="302"/>
                    </a:cubicBezTo>
                    <a:cubicBezTo>
                      <a:pt x="209" y="299"/>
                      <a:pt x="206" y="295"/>
                      <a:pt x="203" y="293"/>
                    </a:cubicBezTo>
                    <a:cubicBezTo>
                      <a:pt x="181" y="280"/>
                      <a:pt x="181" y="280"/>
                      <a:pt x="181" y="280"/>
                    </a:cubicBezTo>
                    <a:cubicBezTo>
                      <a:pt x="178" y="278"/>
                      <a:pt x="174" y="277"/>
                      <a:pt x="170" y="277"/>
                    </a:cubicBezTo>
                    <a:cubicBezTo>
                      <a:pt x="162" y="277"/>
                      <a:pt x="162" y="277"/>
                      <a:pt x="162" y="277"/>
                    </a:cubicBezTo>
                    <a:cubicBezTo>
                      <a:pt x="161" y="277"/>
                      <a:pt x="159" y="276"/>
                      <a:pt x="157" y="276"/>
                    </a:cubicBezTo>
                    <a:cubicBezTo>
                      <a:pt x="156" y="275"/>
                      <a:pt x="154" y="274"/>
                      <a:pt x="153" y="274"/>
                    </a:cubicBezTo>
                    <a:cubicBezTo>
                      <a:pt x="140" y="263"/>
                      <a:pt x="140" y="263"/>
                      <a:pt x="140" y="263"/>
                    </a:cubicBezTo>
                    <a:cubicBezTo>
                      <a:pt x="139" y="262"/>
                      <a:pt x="138" y="261"/>
                      <a:pt x="137" y="259"/>
                    </a:cubicBezTo>
                    <a:cubicBezTo>
                      <a:pt x="136" y="258"/>
                      <a:pt x="136" y="256"/>
                      <a:pt x="136" y="254"/>
                    </a:cubicBezTo>
                    <a:cubicBezTo>
                      <a:pt x="136" y="249"/>
                      <a:pt x="136" y="249"/>
                      <a:pt x="136" y="249"/>
                    </a:cubicBezTo>
                    <a:cubicBezTo>
                      <a:pt x="136" y="245"/>
                      <a:pt x="135" y="239"/>
                      <a:pt x="133" y="236"/>
                    </a:cubicBezTo>
                    <a:cubicBezTo>
                      <a:pt x="113" y="201"/>
                      <a:pt x="113" y="201"/>
                      <a:pt x="113" y="201"/>
                    </a:cubicBezTo>
                    <a:cubicBezTo>
                      <a:pt x="112" y="201"/>
                      <a:pt x="112" y="200"/>
                      <a:pt x="112" y="200"/>
                    </a:cubicBezTo>
                    <a:cubicBezTo>
                      <a:pt x="111" y="199"/>
                      <a:pt x="111" y="199"/>
                      <a:pt x="111" y="199"/>
                    </a:cubicBezTo>
                    <a:cubicBezTo>
                      <a:pt x="110" y="199"/>
                      <a:pt x="110" y="198"/>
                      <a:pt x="109" y="198"/>
                    </a:cubicBezTo>
                    <a:cubicBezTo>
                      <a:pt x="108" y="199"/>
                      <a:pt x="108" y="199"/>
                      <a:pt x="108" y="199"/>
                    </a:cubicBezTo>
                    <a:cubicBezTo>
                      <a:pt x="107" y="199"/>
                      <a:pt x="107" y="200"/>
                      <a:pt x="107" y="200"/>
                    </a:cubicBezTo>
                    <a:cubicBezTo>
                      <a:pt x="107" y="201"/>
                      <a:pt x="107" y="201"/>
                      <a:pt x="107" y="201"/>
                    </a:cubicBezTo>
                    <a:cubicBezTo>
                      <a:pt x="107" y="202"/>
                      <a:pt x="107" y="203"/>
                      <a:pt x="107" y="204"/>
                    </a:cubicBezTo>
                    <a:cubicBezTo>
                      <a:pt x="116" y="239"/>
                      <a:pt x="116" y="239"/>
                      <a:pt x="116" y="239"/>
                    </a:cubicBezTo>
                    <a:cubicBezTo>
                      <a:pt x="116" y="240"/>
                      <a:pt x="116" y="240"/>
                      <a:pt x="116" y="240"/>
                    </a:cubicBezTo>
                    <a:cubicBezTo>
                      <a:pt x="116" y="240"/>
                      <a:pt x="116" y="240"/>
                      <a:pt x="116" y="240"/>
                    </a:cubicBezTo>
                    <a:cubicBezTo>
                      <a:pt x="116" y="241"/>
                      <a:pt x="116" y="241"/>
                      <a:pt x="116" y="241"/>
                    </a:cubicBezTo>
                    <a:cubicBezTo>
                      <a:pt x="116" y="241"/>
                      <a:pt x="116" y="241"/>
                      <a:pt x="116" y="241"/>
                    </a:cubicBezTo>
                    <a:cubicBezTo>
                      <a:pt x="118" y="241"/>
                      <a:pt x="118" y="241"/>
                      <a:pt x="118" y="241"/>
                    </a:cubicBezTo>
                    <a:cubicBezTo>
                      <a:pt x="116" y="240"/>
                      <a:pt x="116" y="240"/>
                      <a:pt x="116" y="240"/>
                    </a:cubicBezTo>
                    <a:cubicBezTo>
                      <a:pt x="116" y="241"/>
                      <a:pt x="116" y="241"/>
                      <a:pt x="116" y="241"/>
                    </a:cubicBezTo>
                    <a:cubicBezTo>
                      <a:pt x="118" y="241"/>
                      <a:pt x="118" y="241"/>
                      <a:pt x="118" y="241"/>
                    </a:cubicBezTo>
                    <a:cubicBezTo>
                      <a:pt x="116" y="240"/>
                      <a:pt x="116" y="240"/>
                      <a:pt x="116" y="240"/>
                    </a:cubicBezTo>
                    <a:cubicBezTo>
                      <a:pt x="118" y="241"/>
                      <a:pt x="118" y="241"/>
                      <a:pt x="118" y="241"/>
                    </a:cubicBezTo>
                    <a:cubicBezTo>
                      <a:pt x="117" y="239"/>
                      <a:pt x="117" y="239"/>
                      <a:pt x="117" y="239"/>
                    </a:cubicBezTo>
                    <a:cubicBezTo>
                      <a:pt x="116" y="240"/>
                      <a:pt x="116" y="240"/>
                      <a:pt x="116" y="240"/>
                    </a:cubicBezTo>
                    <a:cubicBezTo>
                      <a:pt x="118" y="241"/>
                      <a:pt x="118" y="241"/>
                      <a:pt x="118" y="241"/>
                    </a:cubicBezTo>
                    <a:cubicBezTo>
                      <a:pt x="117" y="239"/>
                      <a:pt x="117" y="239"/>
                      <a:pt x="117" y="239"/>
                    </a:cubicBezTo>
                    <a:cubicBezTo>
                      <a:pt x="118" y="241"/>
                      <a:pt x="118" y="241"/>
                      <a:pt x="118" y="241"/>
                    </a:cubicBezTo>
                    <a:cubicBezTo>
                      <a:pt x="118" y="239"/>
                      <a:pt x="118" y="239"/>
                      <a:pt x="118" y="239"/>
                    </a:cubicBezTo>
                    <a:cubicBezTo>
                      <a:pt x="117" y="239"/>
                      <a:pt x="117" y="239"/>
                      <a:pt x="117" y="239"/>
                    </a:cubicBezTo>
                    <a:cubicBezTo>
                      <a:pt x="118" y="241"/>
                      <a:pt x="118" y="241"/>
                      <a:pt x="118" y="241"/>
                    </a:cubicBezTo>
                    <a:cubicBezTo>
                      <a:pt x="118" y="239"/>
                      <a:pt x="118" y="239"/>
                      <a:pt x="118" y="239"/>
                    </a:cubicBezTo>
                    <a:cubicBezTo>
                      <a:pt x="118" y="241"/>
                      <a:pt x="118" y="241"/>
                      <a:pt x="118" y="241"/>
                    </a:cubicBezTo>
                    <a:cubicBezTo>
                      <a:pt x="120" y="239"/>
                      <a:pt x="120" y="239"/>
                      <a:pt x="120" y="239"/>
                    </a:cubicBezTo>
                    <a:cubicBezTo>
                      <a:pt x="119" y="239"/>
                      <a:pt x="119" y="239"/>
                      <a:pt x="118" y="239"/>
                    </a:cubicBezTo>
                    <a:cubicBezTo>
                      <a:pt x="118" y="241"/>
                      <a:pt x="118" y="241"/>
                      <a:pt x="118" y="241"/>
                    </a:cubicBezTo>
                    <a:cubicBezTo>
                      <a:pt x="120" y="239"/>
                      <a:pt x="120" y="239"/>
                      <a:pt x="120" y="239"/>
                    </a:cubicBezTo>
                    <a:cubicBezTo>
                      <a:pt x="119" y="240"/>
                      <a:pt x="119" y="240"/>
                      <a:pt x="119" y="240"/>
                    </a:cubicBezTo>
                    <a:cubicBezTo>
                      <a:pt x="120" y="239"/>
                      <a:pt x="120" y="239"/>
                      <a:pt x="120" y="239"/>
                    </a:cubicBezTo>
                    <a:cubicBezTo>
                      <a:pt x="120" y="239"/>
                      <a:pt x="120" y="239"/>
                      <a:pt x="120" y="239"/>
                    </a:cubicBezTo>
                    <a:cubicBezTo>
                      <a:pt x="119" y="240"/>
                      <a:pt x="119" y="240"/>
                      <a:pt x="119" y="240"/>
                    </a:cubicBezTo>
                    <a:cubicBezTo>
                      <a:pt x="120" y="239"/>
                      <a:pt x="120" y="239"/>
                      <a:pt x="120" y="239"/>
                    </a:cubicBezTo>
                    <a:cubicBezTo>
                      <a:pt x="120" y="239"/>
                      <a:pt x="119" y="239"/>
                      <a:pt x="119" y="238"/>
                    </a:cubicBezTo>
                    <a:cubicBezTo>
                      <a:pt x="84" y="155"/>
                      <a:pt x="84" y="155"/>
                      <a:pt x="84" y="155"/>
                    </a:cubicBezTo>
                    <a:cubicBezTo>
                      <a:pt x="83" y="153"/>
                      <a:pt x="83" y="150"/>
                      <a:pt x="83" y="147"/>
                    </a:cubicBezTo>
                    <a:cubicBezTo>
                      <a:pt x="83" y="146"/>
                      <a:pt x="83" y="145"/>
                      <a:pt x="83" y="144"/>
                    </a:cubicBezTo>
                    <a:cubicBezTo>
                      <a:pt x="91" y="108"/>
                      <a:pt x="91" y="108"/>
                      <a:pt x="91" y="108"/>
                    </a:cubicBezTo>
                    <a:cubicBezTo>
                      <a:pt x="92" y="107"/>
                      <a:pt x="92" y="105"/>
                      <a:pt x="92" y="104"/>
                    </a:cubicBezTo>
                    <a:cubicBezTo>
                      <a:pt x="92" y="100"/>
                      <a:pt x="91" y="97"/>
                      <a:pt x="90" y="95"/>
                    </a:cubicBezTo>
                    <a:cubicBezTo>
                      <a:pt x="72" y="53"/>
                      <a:pt x="72" y="53"/>
                      <a:pt x="72" y="53"/>
                    </a:cubicBezTo>
                    <a:cubicBezTo>
                      <a:pt x="72" y="51"/>
                      <a:pt x="71" y="50"/>
                      <a:pt x="70" y="49"/>
                    </a:cubicBezTo>
                    <a:cubicBezTo>
                      <a:pt x="69" y="48"/>
                      <a:pt x="67" y="48"/>
                      <a:pt x="66" y="48"/>
                    </a:cubicBezTo>
                    <a:cubicBezTo>
                      <a:pt x="65" y="48"/>
                      <a:pt x="64" y="48"/>
                      <a:pt x="63" y="48"/>
                    </a:cubicBezTo>
                    <a:cubicBezTo>
                      <a:pt x="63" y="48"/>
                      <a:pt x="63" y="48"/>
                      <a:pt x="63" y="48"/>
                    </a:cubicBezTo>
                    <a:cubicBezTo>
                      <a:pt x="63" y="48"/>
                      <a:pt x="63" y="48"/>
                      <a:pt x="63" y="48"/>
                    </a:cubicBezTo>
                    <a:cubicBezTo>
                      <a:pt x="63" y="49"/>
                      <a:pt x="62" y="49"/>
                      <a:pt x="61" y="49"/>
                    </a:cubicBezTo>
                    <a:cubicBezTo>
                      <a:pt x="60" y="49"/>
                      <a:pt x="58" y="48"/>
                      <a:pt x="57" y="47"/>
                    </a:cubicBezTo>
                    <a:cubicBezTo>
                      <a:pt x="50" y="42"/>
                      <a:pt x="50" y="42"/>
                      <a:pt x="50" y="42"/>
                    </a:cubicBezTo>
                    <a:cubicBezTo>
                      <a:pt x="48" y="40"/>
                      <a:pt x="46" y="39"/>
                      <a:pt x="44" y="39"/>
                    </a:cubicBezTo>
                    <a:cubicBezTo>
                      <a:pt x="42" y="39"/>
                      <a:pt x="40" y="40"/>
                      <a:pt x="39" y="41"/>
                    </a:cubicBezTo>
                    <a:cubicBezTo>
                      <a:pt x="4" y="63"/>
                      <a:pt x="4" y="63"/>
                      <a:pt x="4" y="63"/>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5"/>
                      <a:pt x="3" y="65"/>
                      <a:pt x="3" y="65"/>
                    </a:cubicBezTo>
                    <a:cubicBezTo>
                      <a:pt x="4" y="64"/>
                      <a:pt x="4" y="64"/>
                      <a:pt x="4" y="64"/>
                    </a:cubicBezTo>
                    <a:cubicBezTo>
                      <a:pt x="3" y="64"/>
                      <a:pt x="3" y="64"/>
                      <a:pt x="3" y="64"/>
                    </a:cubicBezTo>
                    <a:cubicBezTo>
                      <a:pt x="3" y="65"/>
                      <a:pt x="3" y="65"/>
                      <a:pt x="3" y="65"/>
                    </a:cubicBezTo>
                    <a:cubicBezTo>
                      <a:pt x="4" y="64"/>
                      <a:pt x="4" y="64"/>
                      <a:pt x="4" y="64"/>
                    </a:cubicBezTo>
                    <a:cubicBezTo>
                      <a:pt x="3" y="65"/>
                      <a:pt x="3" y="65"/>
                      <a:pt x="3" y="65"/>
                    </a:cubicBezTo>
                    <a:cubicBezTo>
                      <a:pt x="5" y="65"/>
                      <a:pt x="5" y="65"/>
                      <a:pt x="5" y="65"/>
                    </a:cubicBezTo>
                    <a:cubicBezTo>
                      <a:pt x="5" y="65"/>
                      <a:pt x="5" y="65"/>
                      <a:pt x="4" y="64"/>
                    </a:cubicBezTo>
                    <a:cubicBezTo>
                      <a:pt x="3" y="65"/>
                      <a:pt x="3" y="65"/>
                      <a:pt x="3" y="65"/>
                    </a:cubicBezTo>
                    <a:cubicBezTo>
                      <a:pt x="5" y="65"/>
                      <a:pt x="5" y="65"/>
                      <a:pt x="5" y="65"/>
                    </a:cubicBezTo>
                    <a:cubicBezTo>
                      <a:pt x="4" y="65"/>
                      <a:pt x="4" y="65"/>
                      <a:pt x="4" y="65"/>
                    </a:cubicBezTo>
                    <a:cubicBezTo>
                      <a:pt x="5" y="65"/>
                      <a:pt x="5" y="65"/>
                      <a:pt x="5" y="65"/>
                    </a:cubicBezTo>
                    <a:cubicBezTo>
                      <a:pt x="5" y="65"/>
                      <a:pt x="5" y="65"/>
                      <a:pt x="5" y="65"/>
                    </a:cubicBezTo>
                    <a:cubicBezTo>
                      <a:pt x="4" y="65"/>
                      <a:pt x="4" y="65"/>
                      <a:pt x="4" y="65"/>
                    </a:cubicBezTo>
                    <a:cubicBezTo>
                      <a:pt x="5" y="65"/>
                      <a:pt x="5" y="65"/>
                      <a:pt x="5" y="65"/>
                    </a:cubicBezTo>
                    <a:cubicBezTo>
                      <a:pt x="5" y="65"/>
                      <a:pt x="5" y="65"/>
                      <a:pt x="5" y="64"/>
                    </a:cubicBezTo>
                    <a:cubicBezTo>
                      <a:pt x="11" y="54"/>
                      <a:pt x="11" y="54"/>
                      <a:pt x="11" y="54"/>
                    </a:cubicBezTo>
                    <a:cubicBezTo>
                      <a:pt x="12" y="53"/>
                      <a:pt x="12" y="51"/>
                      <a:pt x="12" y="50"/>
                    </a:cubicBezTo>
                    <a:cubicBezTo>
                      <a:pt x="12" y="47"/>
                      <a:pt x="11" y="44"/>
                      <a:pt x="9" y="43"/>
                    </a:cubicBezTo>
                    <a:cubicBezTo>
                      <a:pt x="8" y="44"/>
                      <a:pt x="8" y="44"/>
                      <a:pt x="8" y="44"/>
                    </a:cubicBezTo>
                    <a:cubicBezTo>
                      <a:pt x="9" y="43"/>
                      <a:pt x="9" y="43"/>
                      <a:pt x="9" y="43"/>
                    </a:cubicBezTo>
                    <a:cubicBezTo>
                      <a:pt x="9" y="43"/>
                      <a:pt x="9" y="43"/>
                      <a:pt x="9" y="43"/>
                    </a:cubicBezTo>
                    <a:cubicBezTo>
                      <a:pt x="9" y="43"/>
                      <a:pt x="9" y="43"/>
                      <a:pt x="9" y="43"/>
                    </a:cubicBezTo>
                    <a:cubicBezTo>
                      <a:pt x="9" y="43"/>
                      <a:pt x="9" y="43"/>
                      <a:pt x="9" y="43"/>
                    </a:cubicBezTo>
                    <a:cubicBezTo>
                      <a:pt x="8" y="42"/>
                      <a:pt x="8" y="41"/>
                      <a:pt x="8" y="41"/>
                    </a:cubicBezTo>
                    <a:cubicBezTo>
                      <a:pt x="8" y="40"/>
                      <a:pt x="8" y="39"/>
                      <a:pt x="9" y="39"/>
                    </a:cubicBezTo>
                    <a:cubicBezTo>
                      <a:pt x="17" y="31"/>
                      <a:pt x="17" y="31"/>
                      <a:pt x="17" y="31"/>
                    </a:cubicBezTo>
                    <a:cubicBezTo>
                      <a:pt x="20" y="29"/>
                      <a:pt x="23" y="25"/>
                      <a:pt x="26" y="23"/>
                    </a:cubicBezTo>
                    <a:cubicBezTo>
                      <a:pt x="40" y="7"/>
                      <a:pt x="40" y="7"/>
                      <a:pt x="40" y="7"/>
                    </a:cubicBezTo>
                    <a:cubicBezTo>
                      <a:pt x="38" y="6"/>
                      <a:pt x="38" y="6"/>
                      <a:pt x="38" y="6"/>
                    </a:cubicBezTo>
                    <a:cubicBezTo>
                      <a:pt x="36" y="5"/>
                      <a:pt x="36" y="5"/>
                      <a:pt x="36" y="5"/>
                    </a:cubicBezTo>
                    <a:cubicBezTo>
                      <a:pt x="23" y="20"/>
                      <a:pt x="23" y="20"/>
                      <a:pt x="23" y="20"/>
                    </a:cubicBezTo>
                    <a:cubicBezTo>
                      <a:pt x="20" y="22"/>
                      <a:pt x="17" y="26"/>
                      <a:pt x="15" y="28"/>
                    </a:cubicBezTo>
                    <a:cubicBezTo>
                      <a:pt x="6" y="35"/>
                      <a:pt x="6" y="35"/>
                      <a:pt x="6" y="35"/>
                    </a:cubicBezTo>
                    <a:cubicBezTo>
                      <a:pt x="4" y="37"/>
                      <a:pt x="3" y="39"/>
                      <a:pt x="3" y="41"/>
                    </a:cubicBezTo>
                    <a:cubicBezTo>
                      <a:pt x="3" y="43"/>
                      <a:pt x="4" y="45"/>
                      <a:pt x="6" y="46"/>
                    </a:cubicBezTo>
                    <a:cubicBezTo>
                      <a:pt x="7" y="44"/>
                      <a:pt x="7" y="44"/>
                      <a:pt x="7" y="44"/>
                    </a:cubicBezTo>
                    <a:cubicBezTo>
                      <a:pt x="6" y="46"/>
                      <a:pt x="6" y="46"/>
                      <a:pt x="6" y="46"/>
                    </a:cubicBezTo>
                    <a:cubicBezTo>
                      <a:pt x="6" y="46"/>
                      <a:pt x="6" y="46"/>
                      <a:pt x="6" y="46"/>
                    </a:cubicBezTo>
                    <a:cubicBezTo>
                      <a:pt x="6" y="46"/>
                      <a:pt x="6" y="46"/>
                      <a:pt x="6" y="46"/>
                    </a:cubicBezTo>
                    <a:cubicBezTo>
                      <a:pt x="6" y="46"/>
                      <a:pt x="6" y="46"/>
                      <a:pt x="6" y="46"/>
                    </a:cubicBezTo>
                    <a:cubicBezTo>
                      <a:pt x="7" y="47"/>
                      <a:pt x="8" y="48"/>
                      <a:pt x="8" y="50"/>
                    </a:cubicBezTo>
                    <a:cubicBezTo>
                      <a:pt x="8" y="50"/>
                      <a:pt x="8" y="51"/>
                      <a:pt x="7" y="52"/>
                    </a:cubicBezTo>
                    <a:cubicBezTo>
                      <a:pt x="2" y="62"/>
                      <a:pt x="2" y="62"/>
                      <a:pt x="2" y="62"/>
                    </a:cubicBezTo>
                    <a:cubicBezTo>
                      <a:pt x="1" y="62"/>
                      <a:pt x="1" y="63"/>
                      <a:pt x="1" y="63"/>
                    </a:cubicBezTo>
                    <a:cubicBezTo>
                      <a:pt x="1" y="64"/>
                      <a:pt x="0" y="65"/>
                      <a:pt x="0" y="65"/>
                    </a:cubicBezTo>
                    <a:cubicBezTo>
                      <a:pt x="0" y="66"/>
                      <a:pt x="0" y="66"/>
                      <a:pt x="1" y="67"/>
                    </a:cubicBezTo>
                    <a:cubicBezTo>
                      <a:pt x="2" y="68"/>
                      <a:pt x="3" y="68"/>
                      <a:pt x="3" y="68"/>
                    </a:cubicBezTo>
                    <a:cubicBezTo>
                      <a:pt x="4" y="68"/>
                      <a:pt x="5" y="68"/>
                      <a:pt x="6" y="67"/>
                    </a:cubicBezTo>
                    <a:cubicBezTo>
                      <a:pt x="41" y="44"/>
                      <a:pt x="41" y="44"/>
                      <a:pt x="41" y="44"/>
                    </a:cubicBezTo>
                    <a:cubicBezTo>
                      <a:pt x="42" y="44"/>
                      <a:pt x="43" y="44"/>
                      <a:pt x="44" y="44"/>
                    </a:cubicBezTo>
                    <a:cubicBezTo>
                      <a:pt x="45" y="44"/>
                      <a:pt x="47" y="44"/>
                      <a:pt x="47" y="45"/>
                    </a:cubicBezTo>
                    <a:cubicBezTo>
                      <a:pt x="54" y="51"/>
                      <a:pt x="54" y="51"/>
                      <a:pt x="54" y="51"/>
                    </a:cubicBezTo>
                    <a:cubicBezTo>
                      <a:pt x="56" y="52"/>
                      <a:pt x="59" y="53"/>
                      <a:pt x="61" y="53"/>
                    </a:cubicBezTo>
                    <a:cubicBezTo>
                      <a:pt x="62" y="53"/>
                      <a:pt x="64" y="53"/>
                      <a:pt x="65" y="52"/>
                    </a:cubicBezTo>
                    <a:cubicBezTo>
                      <a:pt x="65" y="52"/>
                      <a:pt x="65" y="52"/>
                      <a:pt x="65" y="52"/>
                    </a:cubicBezTo>
                    <a:cubicBezTo>
                      <a:pt x="65" y="52"/>
                      <a:pt x="65" y="52"/>
                      <a:pt x="65" y="52"/>
                    </a:cubicBezTo>
                    <a:cubicBezTo>
                      <a:pt x="66" y="52"/>
                      <a:pt x="66" y="52"/>
                      <a:pt x="66" y="52"/>
                    </a:cubicBezTo>
                    <a:cubicBezTo>
                      <a:pt x="66" y="52"/>
                      <a:pt x="67" y="52"/>
                      <a:pt x="67" y="53"/>
                    </a:cubicBezTo>
                    <a:cubicBezTo>
                      <a:pt x="68" y="53"/>
                      <a:pt x="68" y="54"/>
                      <a:pt x="69" y="55"/>
                    </a:cubicBezTo>
                    <a:cubicBezTo>
                      <a:pt x="86" y="96"/>
                      <a:pt x="86" y="96"/>
                      <a:pt x="86" y="96"/>
                    </a:cubicBezTo>
                    <a:cubicBezTo>
                      <a:pt x="87" y="98"/>
                      <a:pt x="87" y="101"/>
                      <a:pt x="87" y="104"/>
                    </a:cubicBezTo>
                    <a:cubicBezTo>
                      <a:pt x="87" y="105"/>
                      <a:pt x="87" y="106"/>
                      <a:pt x="87" y="107"/>
                    </a:cubicBezTo>
                    <a:cubicBezTo>
                      <a:pt x="79" y="143"/>
                      <a:pt x="79" y="143"/>
                      <a:pt x="79" y="143"/>
                    </a:cubicBezTo>
                    <a:cubicBezTo>
                      <a:pt x="79" y="144"/>
                      <a:pt x="79" y="146"/>
                      <a:pt x="79" y="147"/>
                    </a:cubicBezTo>
                    <a:cubicBezTo>
                      <a:pt x="79" y="151"/>
                      <a:pt x="79" y="154"/>
                      <a:pt x="80" y="156"/>
                    </a:cubicBezTo>
                    <a:cubicBezTo>
                      <a:pt x="115" y="239"/>
                      <a:pt x="115" y="239"/>
                      <a:pt x="115" y="239"/>
                    </a:cubicBezTo>
                    <a:cubicBezTo>
                      <a:pt x="115" y="240"/>
                      <a:pt x="116" y="241"/>
                      <a:pt x="116" y="241"/>
                    </a:cubicBezTo>
                    <a:cubicBezTo>
                      <a:pt x="116" y="242"/>
                      <a:pt x="116" y="242"/>
                      <a:pt x="116" y="242"/>
                    </a:cubicBezTo>
                    <a:cubicBezTo>
                      <a:pt x="117" y="243"/>
                      <a:pt x="117" y="243"/>
                      <a:pt x="117" y="243"/>
                    </a:cubicBezTo>
                    <a:cubicBezTo>
                      <a:pt x="117" y="243"/>
                      <a:pt x="117" y="243"/>
                      <a:pt x="118" y="243"/>
                    </a:cubicBezTo>
                    <a:cubicBezTo>
                      <a:pt x="119" y="243"/>
                      <a:pt x="119" y="243"/>
                      <a:pt x="120" y="242"/>
                    </a:cubicBezTo>
                    <a:cubicBezTo>
                      <a:pt x="120" y="241"/>
                      <a:pt x="120" y="241"/>
                      <a:pt x="120" y="241"/>
                    </a:cubicBezTo>
                    <a:cubicBezTo>
                      <a:pt x="121" y="241"/>
                      <a:pt x="121" y="241"/>
                      <a:pt x="121" y="241"/>
                    </a:cubicBezTo>
                    <a:cubicBezTo>
                      <a:pt x="120" y="240"/>
                      <a:pt x="120" y="239"/>
                      <a:pt x="120" y="238"/>
                    </a:cubicBezTo>
                    <a:cubicBezTo>
                      <a:pt x="111" y="203"/>
                      <a:pt x="111" y="203"/>
                      <a:pt x="111" y="203"/>
                    </a:cubicBezTo>
                    <a:cubicBezTo>
                      <a:pt x="111" y="202"/>
                      <a:pt x="111" y="201"/>
                      <a:pt x="111" y="201"/>
                    </a:cubicBezTo>
                    <a:cubicBezTo>
                      <a:pt x="111" y="201"/>
                      <a:pt x="111" y="201"/>
                      <a:pt x="111" y="201"/>
                    </a:cubicBezTo>
                    <a:cubicBezTo>
                      <a:pt x="110" y="201"/>
                      <a:pt x="110" y="201"/>
                      <a:pt x="110" y="201"/>
                    </a:cubicBezTo>
                    <a:cubicBezTo>
                      <a:pt x="111" y="202"/>
                      <a:pt x="111" y="202"/>
                      <a:pt x="111" y="202"/>
                    </a:cubicBezTo>
                    <a:cubicBezTo>
                      <a:pt x="111" y="201"/>
                      <a:pt x="111" y="201"/>
                      <a:pt x="111" y="201"/>
                    </a:cubicBezTo>
                    <a:cubicBezTo>
                      <a:pt x="110" y="201"/>
                      <a:pt x="110" y="201"/>
                      <a:pt x="110" y="201"/>
                    </a:cubicBezTo>
                    <a:cubicBezTo>
                      <a:pt x="111" y="202"/>
                      <a:pt x="111" y="202"/>
                      <a:pt x="111" y="202"/>
                    </a:cubicBezTo>
                    <a:cubicBezTo>
                      <a:pt x="109" y="201"/>
                      <a:pt x="109" y="201"/>
                      <a:pt x="109" y="201"/>
                    </a:cubicBezTo>
                    <a:cubicBezTo>
                      <a:pt x="110" y="202"/>
                      <a:pt x="110" y="202"/>
                      <a:pt x="110" y="202"/>
                    </a:cubicBezTo>
                    <a:cubicBezTo>
                      <a:pt x="111" y="202"/>
                      <a:pt x="111" y="202"/>
                      <a:pt x="111" y="202"/>
                    </a:cubicBezTo>
                    <a:cubicBezTo>
                      <a:pt x="109" y="201"/>
                      <a:pt x="109" y="201"/>
                      <a:pt x="109" y="201"/>
                    </a:cubicBezTo>
                    <a:cubicBezTo>
                      <a:pt x="110" y="202"/>
                      <a:pt x="110" y="202"/>
                      <a:pt x="110" y="202"/>
                    </a:cubicBezTo>
                    <a:cubicBezTo>
                      <a:pt x="109" y="201"/>
                      <a:pt x="109" y="201"/>
                      <a:pt x="109" y="201"/>
                    </a:cubicBezTo>
                    <a:cubicBezTo>
                      <a:pt x="109" y="203"/>
                      <a:pt x="109" y="203"/>
                      <a:pt x="109" y="203"/>
                    </a:cubicBezTo>
                    <a:cubicBezTo>
                      <a:pt x="110" y="202"/>
                      <a:pt x="110" y="202"/>
                      <a:pt x="110" y="202"/>
                    </a:cubicBezTo>
                    <a:cubicBezTo>
                      <a:pt x="109" y="201"/>
                      <a:pt x="109" y="201"/>
                      <a:pt x="109" y="201"/>
                    </a:cubicBezTo>
                    <a:cubicBezTo>
                      <a:pt x="109" y="203"/>
                      <a:pt x="109" y="203"/>
                      <a:pt x="109" y="203"/>
                    </a:cubicBezTo>
                    <a:cubicBezTo>
                      <a:pt x="109" y="201"/>
                      <a:pt x="109" y="201"/>
                      <a:pt x="109" y="201"/>
                    </a:cubicBezTo>
                    <a:cubicBezTo>
                      <a:pt x="108" y="202"/>
                      <a:pt x="108" y="202"/>
                      <a:pt x="108" y="202"/>
                    </a:cubicBezTo>
                    <a:cubicBezTo>
                      <a:pt x="109" y="203"/>
                      <a:pt x="109" y="203"/>
                      <a:pt x="109" y="203"/>
                    </a:cubicBezTo>
                    <a:cubicBezTo>
                      <a:pt x="109" y="201"/>
                      <a:pt x="109" y="201"/>
                      <a:pt x="109" y="201"/>
                    </a:cubicBezTo>
                    <a:cubicBezTo>
                      <a:pt x="108" y="202"/>
                      <a:pt x="108" y="202"/>
                      <a:pt x="108" y="202"/>
                    </a:cubicBezTo>
                    <a:cubicBezTo>
                      <a:pt x="109" y="202"/>
                      <a:pt x="109" y="202"/>
                      <a:pt x="109" y="202"/>
                    </a:cubicBezTo>
                    <a:cubicBezTo>
                      <a:pt x="108" y="202"/>
                      <a:pt x="108" y="202"/>
                      <a:pt x="108" y="202"/>
                    </a:cubicBezTo>
                    <a:cubicBezTo>
                      <a:pt x="108" y="202"/>
                      <a:pt x="108" y="202"/>
                      <a:pt x="108" y="202"/>
                    </a:cubicBezTo>
                    <a:cubicBezTo>
                      <a:pt x="109" y="202"/>
                      <a:pt x="109" y="202"/>
                      <a:pt x="109" y="202"/>
                    </a:cubicBezTo>
                    <a:cubicBezTo>
                      <a:pt x="108" y="202"/>
                      <a:pt x="108" y="202"/>
                      <a:pt x="108" y="202"/>
                    </a:cubicBezTo>
                    <a:cubicBezTo>
                      <a:pt x="108" y="203"/>
                      <a:pt x="108" y="203"/>
                      <a:pt x="108" y="203"/>
                    </a:cubicBezTo>
                    <a:cubicBezTo>
                      <a:pt x="109" y="203"/>
                      <a:pt x="109" y="203"/>
                      <a:pt x="109" y="204"/>
                    </a:cubicBezTo>
                    <a:cubicBezTo>
                      <a:pt x="129" y="238"/>
                      <a:pt x="129" y="238"/>
                      <a:pt x="129" y="238"/>
                    </a:cubicBezTo>
                    <a:cubicBezTo>
                      <a:pt x="130" y="240"/>
                      <a:pt x="132" y="246"/>
                      <a:pt x="132" y="249"/>
                    </a:cubicBezTo>
                    <a:cubicBezTo>
                      <a:pt x="132" y="254"/>
                      <a:pt x="132" y="254"/>
                      <a:pt x="132" y="254"/>
                    </a:cubicBezTo>
                    <a:cubicBezTo>
                      <a:pt x="132" y="257"/>
                      <a:pt x="132" y="259"/>
                      <a:pt x="133" y="261"/>
                    </a:cubicBezTo>
                    <a:cubicBezTo>
                      <a:pt x="134" y="263"/>
                      <a:pt x="135" y="265"/>
                      <a:pt x="137" y="266"/>
                    </a:cubicBezTo>
                    <a:cubicBezTo>
                      <a:pt x="151" y="277"/>
                      <a:pt x="151" y="277"/>
                      <a:pt x="151" y="277"/>
                    </a:cubicBezTo>
                    <a:cubicBezTo>
                      <a:pt x="152" y="278"/>
                      <a:pt x="154" y="279"/>
                      <a:pt x="156" y="280"/>
                    </a:cubicBezTo>
                    <a:cubicBezTo>
                      <a:pt x="158" y="281"/>
                      <a:pt x="160" y="281"/>
                      <a:pt x="162" y="281"/>
                    </a:cubicBezTo>
                    <a:cubicBezTo>
                      <a:pt x="170" y="281"/>
                      <a:pt x="170" y="281"/>
                      <a:pt x="170" y="281"/>
                    </a:cubicBezTo>
                    <a:cubicBezTo>
                      <a:pt x="173" y="281"/>
                      <a:pt x="177" y="282"/>
                      <a:pt x="179" y="284"/>
                    </a:cubicBezTo>
                    <a:cubicBezTo>
                      <a:pt x="200" y="297"/>
                      <a:pt x="200" y="297"/>
                      <a:pt x="200" y="297"/>
                    </a:cubicBezTo>
                    <a:cubicBezTo>
                      <a:pt x="202" y="298"/>
                      <a:pt x="206" y="302"/>
                      <a:pt x="207" y="304"/>
                    </a:cubicBezTo>
                    <a:cubicBezTo>
                      <a:pt x="218" y="323"/>
                      <a:pt x="218" y="323"/>
                      <a:pt x="218" y="323"/>
                    </a:cubicBezTo>
                    <a:cubicBezTo>
                      <a:pt x="219" y="325"/>
                      <a:pt x="220" y="326"/>
                      <a:pt x="222" y="328"/>
                    </a:cubicBezTo>
                    <a:cubicBezTo>
                      <a:pt x="224" y="329"/>
                      <a:pt x="225" y="330"/>
                      <a:pt x="228" y="330"/>
                    </a:cubicBezTo>
                    <a:cubicBezTo>
                      <a:pt x="237" y="330"/>
                      <a:pt x="237" y="330"/>
                      <a:pt x="237" y="330"/>
                    </a:cubicBezTo>
                    <a:cubicBezTo>
                      <a:pt x="238" y="330"/>
                      <a:pt x="239" y="330"/>
                      <a:pt x="241" y="331"/>
                    </a:cubicBezTo>
                    <a:cubicBezTo>
                      <a:pt x="242" y="332"/>
                      <a:pt x="243" y="333"/>
                      <a:pt x="244" y="334"/>
                    </a:cubicBezTo>
                    <a:cubicBezTo>
                      <a:pt x="244" y="335"/>
                      <a:pt x="244" y="335"/>
                      <a:pt x="244" y="335"/>
                    </a:cubicBezTo>
                    <a:cubicBezTo>
                      <a:pt x="244" y="335"/>
                      <a:pt x="244" y="335"/>
                      <a:pt x="244" y="335"/>
                    </a:cubicBezTo>
                    <a:cubicBezTo>
                      <a:pt x="244" y="335"/>
                      <a:pt x="244" y="335"/>
                      <a:pt x="244" y="335"/>
                    </a:cubicBezTo>
                    <a:cubicBezTo>
                      <a:pt x="246" y="337"/>
                      <a:pt x="246" y="340"/>
                      <a:pt x="246" y="343"/>
                    </a:cubicBezTo>
                    <a:cubicBezTo>
                      <a:pt x="246" y="344"/>
                      <a:pt x="246" y="345"/>
                      <a:pt x="246" y="345"/>
                    </a:cubicBezTo>
                    <a:cubicBezTo>
                      <a:pt x="238" y="394"/>
                      <a:pt x="238" y="394"/>
                      <a:pt x="238" y="394"/>
                    </a:cubicBezTo>
                    <a:cubicBezTo>
                      <a:pt x="238" y="395"/>
                      <a:pt x="237" y="396"/>
                      <a:pt x="237" y="397"/>
                    </a:cubicBezTo>
                    <a:cubicBezTo>
                      <a:pt x="237" y="400"/>
                      <a:pt x="238" y="404"/>
                      <a:pt x="240" y="407"/>
                    </a:cubicBezTo>
                    <a:cubicBezTo>
                      <a:pt x="276" y="468"/>
                      <a:pt x="276" y="468"/>
                      <a:pt x="276" y="468"/>
                    </a:cubicBezTo>
                    <a:cubicBezTo>
                      <a:pt x="278" y="470"/>
                      <a:pt x="279" y="475"/>
                      <a:pt x="279" y="479"/>
                    </a:cubicBezTo>
                    <a:cubicBezTo>
                      <a:pt x="279" y="618"/>
                      <a:pt x="279" y="618"/>
                      <a:pt x="279" y="618"/>
                    </a:cubicBezTo>
                    <a:cubicBezTo>
                      <a:pt x="279" y="622"/>
                      <a:pt x="280" y="628"/>
                      <a:pt x="282" y="631"/>
                    </a:cubicBezTo>
                    <a:cubicBezTo>
                      <a:pt x="299" y="664"/>
                      <a:pt x="299" y="664"/>
                      <a:pt x="299" y="664"/>
                    </a:cubicBezTo>
                    <a:cubicBezTo>
                      <a:pt x="299" y="665"/>
                      <a:pt x="300" y="665"/>
                      <a:pt x="300" y="666"/>
                    </a:cubicBezTo>
                    <a:cubicBezTo>
                      <a:pt x="300" y="666"/>
                      <a:pt x="301" y="666"/>
                      <a:pt x="301" y="667"/>
                    </a:cubicBezTo>
                    <a:cubicBezTo>
                      <a:pt x="301" y="667"/>
                      <a:pt x="302" y="667"/>
                      <a:pt x="303" y="667"/>
                    </a:cubicBezTo>
                    <a:cubicBezTo>
                      <a:pt x="303" y="667"/>
                      <a:pt x="304" y="667"/>
                      <a:pt x="305" y="666"/>
                    </a:cubicBezTo>
                    <a:cubicBezTo>
                      <a:pt x="305" y="665"/>
                      <a:pt x="305" y="665"/>
                      <a:pt x="306" y="664"/>
                    </a:cubicBezTo>
                    <a:cubicBezTo>
                      <a:pt x="306" y="663"/>
                      <a:pt x="306" y="663"/>
                      <a:pt x="306" y="662"/>
                    </a:cubicBezTo>
                    <a:cubicBezTo>
                      <a:pt x="306" y="635"/>
                      <a:pt x="306" y="635"/>
                      <a:pt x="306" y="635"/>
                    </a:cubicBezTo>
                    <a:cubicBezTo>
                      <a:pt x="306" y="631"/>
                      <a:pt x="307" y="626"/>
                      <a:pt x="307" y="622"/>
                    </a:cubicBezTo>
                    <a:cubicBezTo>
                      <a:pt x="314" y="597"/>
                      <a:pt x="314" y="597"/>
                      <a:pt x="314" y="597"/>
                    </a:cubicBezTo>
                    <a:cubicBezTo>
                      <a:pt x="315" y="594"/>
                      <a:pt x="317" y="589"/>
                      <a:pt x="319" y="587"/>
                    </a:cubicBezTo>
                    <a:cubicBezTo>
                      <a:pt x="423" y="439"/>
                      <a:pt x="423" y="439"/>
                      <a:pt x="423" y="439"/>
                    </a:cubicBezTo>
                    <a:cubicBezTo>
                      <a:pt x="425" y="436"/>
                      <a:pt x="427" y="431"/>
                      <a:pt x="428" y="427"/>
                    </a:cubicBezTo>
                    <a:cubicBezTo>
                      <a:pt x="429" y="415"/>
                      <a:pt x="429" y="415"/>
                      <a:pt x="429" y="415"/>
                    </a:cubicBezTo>
                    <a:cubicBezTo>
                      <a:pt x="429" y="414"/>
                      <a:pt x="429" y="414"/>
                      <a:pt x="429" y="413"/>
                    </a:cubicBezTo>
                    <a:cubicBezTo>
                      <a:pt x="429" y="411"/>
                      <a:pt x="429" y="409"/>
                      <a:pt x="428" y="408"/>
                    </a:cubicBezTo>
                    <a:cubicBezTo>
                      <a:pt x="427" y="406"/>
                      <a:pt x="426" y="404"/>
                      <a:pt x="425" y="403"/>
                    </a:cubicBezTo>
                    <a:cubicBezTo>
                      <a:pt x="383" y="378"/>
                      <a:pt x="383" y="378"/>
                      <a:pt x="383" y="378"/>
                    </a:cubicBezTo>
                    <a:cubicBezTo>
                      <a:pt x="381" y="377"/>
                      <a:pt x="380" y="377"/>
                      <a:pt x="378" y="377"/>
                    </a:cubicBezTo>
                    <a:cubicBezTo>
                      <a:pt x="376" y="377"/>
                      <a:pt x="373" y="378"/>
                      <a:pt x="372" y="380"/>
                    </a:cubicBezTo>
                    <a:cubicBezTo>
                      <a:pt x="371" y="381"/>
                      <a:pt x="369" y="382"/>
                      <a:pt x="368" y="382"/>
                    </a:cubicBezTo>
                    <a:cubicBezTo>
                      <a:pt x="367" y="382"/>
                      <a:pt x="367" y="381"/>
                      <a:pt x="367" y="381"/>
                    </a:cubicBezTo>
                    <a:cubicBezTo>
                      <a:pt x="366" y="381"/>
                      <a:pt x="366" y="380"/>
                      <a:pt x="365" y="379"/>
                    </a:cubicBezTo>
                    <a:cubicBezTo>
                      <a:pt x="365" y="378"/>
                      <a:pt x="364" y="377"/>
                      <a:pt x="364" y="376"/>
                    </a:cubicBezTo>
                    <a:cubicBezTo>
                      <a:pt x="364" y="375"/>
                      <a:pt x="364" y="375"/>
                      <a:pt x="364" y="374"/>
                    </a:cubicBezTo>
                    <a:cubicBezTo>
                      <a:pt x="365" y="369"/>
                      <a:pt x="365" y="369"/>
                      <a:pt x="365" y="369"/>
                    </a:cubicBezTo>
                    <a:cubicBezTo>
                      <a:pt x="365" y="368"/>
                      <a:pt x="365" y="367"/>
                      <a:pt x="365" y="367"/>
                    </a:cubicBezTo>
                    <a:cubicBezTo>
                      <a:pt x="365" y="365"/>
                      <a:pt x="365" y="363"/>
                      <a:pt x="364" y="361"/>
                    </a:cubicBezTo>
                    <a:cubicBezTo>
                      <a:pt x="364" y="359"/>
                      <a:pt x="363" y="357"/>
                      <a:pt x="362" y="356"/>
                    </a:cubicBezTo>
                    <a:cubicBezTo>
                      <a:pt x="330" y="325"/>
                      <a:pt x="330" y="325"/>
                      <a:pt x="330" y="325"/>
                    </a:cubicBezTo>
                    <a:cubicBezTo>
                      <a:pt x="327" y="323"/>
                      <a:pt x="323" y="320"/>
                      <a:pt x="320" y="319"/>
                    </a:cubicBezTo>
                    <a:cubicBezTo>
                      <a:pt x="280" y="301"/>
                      <a:pt x="280" y="301"/>
                      <a:pt x="280" y="301"/>
                    </a:cubicBezTo>
                    <a:cubicBezTo>
                      <a:pt x="279" y="301"/>
                      <a:pt x="278" y="301"/>
                      <a:pt x="277" y="301"/>
                    </a:cubicBezTo>
                    <a:cubicBezTo>
                      <a:pt x="274" y="301"/>
                      <a:pt x="271" y="302"/>
                      <a:pt x="269" y="305"/>
                    </a:cubicBezTo>
                    <a:cubicBezTo>
                      <a:pt x="257" y="321"/>
                      <a:pt x="257" y="321"/>
                      <a:pt x="257" y="321"/>
                    </a:cubicBezTo>
                    <a:cubicBezTo>
                      <a:pt x="256" y="322"/>
                      <a:pt x="255" y="323"/>
                      <a:pt x="254" y="323"/>
                    </a:cubicBezTo>
                    <a:cubicBezTo>
                      <a:pt x="254" y="323"/>
                      <a:pt x="253" y="322"/>
                      <a:pt x="252" y="322"/>
                    </a:cubicBezTo>
                    <a:cubicBezTo>
                      <a:pt x="251" y="320"/>
                      <a:pt x="251" y="320"/>
                      <a:pt x="251" y="320"/>
                    </a:cubicBezTo>
                    <a:cubicBezTo>
                      <a:pt x="249" y="319"/>
                      <a:pt x="247" y="318"/>
                      <a:pt x="246" y="317"/>
                    </a:cubicBezTo>
                    <a:cubicBezTo>
                      <a:pt x="244" y="316"/>
                      <a:pt x="242" y="316"/>
                      <a:pt x="240" y="316"/>
                    </a:cubicBezTo>
                    <a:cubicBezTo>
                      <a:pt x="234" y="316"/>
                      <a:pt x="234" y="316"/>
                      <a:pt x="234" y="316"/>
                    </a:cubicBezTo>
                    <a:cubicBezTo>
                      <a:pt x="233" y="316"/>
                      <a:pt x="232" y="315"/>
                      <a:pt x="231" y="314"/>
                    </a:cubicBezTo>
                    <a:cubicBezTo>
                      <a:pt x="230" y="314"/>
                      <a:pt x="229" y="312"/>
                      <a:pt x="229" y="311"/>
                    </a:cubicBezTo>
                    <a:cubicBezTo>
                      <a:pt x="227" y="306"/>
                      <a:pt x="227" y="306"/>
                      <a:pt x="227" y="306"/>
                    </a:cubicBezTo>
                    <a:cubicBezTo>
                      <a:pt x="226" y="304"/>
                      <a:pt x="226" y="303"/>
                      <a:pt x="226" y="301"/>
                    </a:cubicBezTo>
                    <a:cubicBezTo>
                      <a:pt x="226" y="300"/>
                      <a:pt x="226" y="299"/>
                      <a:pt x="226" y="299"/>
                    </a:cubicBezTo>
                    <a:cubicBezTo>
                      <a:pt x="226" y="299"/>
                      <a:pt x="226" y="299"/>
                      <a:pt x="226" y="299"/>
                    </a:cubicBezTo>
                    <a:cubicBezTo>
                      <a:pt x="226" y="299"/>
                      <a:pt x="226" y="299"/>
                      <a:pt x="226" y="299"/>
                    </a:cubicBezTo>
                    <a:cubicBezTo>
                      <a:pt x="227" y="297"/>
                      <a:pt x="227" y="296"/>
                      <a:pt x="227" y="295"/>
                    </a:cubicBezTo>
                    <a:cubicBezTo>
                      <a:pt x="227" y="292"/>
                      <a:pt x="227" y="290"/>
                      <a:pt x="225" y="288"/>
                    </a:cubicBezTo>
                    <a:cubicBezTo>
                      <a:pt x="221" y="282"/>
                      <a:pt x="221" y="282"/>
                      <a:pt x="221" y="282"/>
                    </a:cubicBezTo>
                    <a:cubicBezTo>
                      <a:pt x="220" y="280"/>
                      <a:pt x="220" y="279"/>
                      <a:pt x="219" y="279"/>
                    </a:cubicBezTo>
                    <a:cubicBezTo>
                      <a:pt x="218" y="278"/>
                      <a:pt x="217" y="277"/>
                      <a:pt x="215" y="277"/>
                    </a:cubicBezTo>
                    <a:cubicBezTo>
                      <a:pt x="214" y="277"/>
                      <a:pt x="213" y="278"/>
                      <a:pt x="213" y="279"/>
                    </a:cubicBezTo>
                    <a:cubicBezTo>
                      <a:pt x="213" y="279"/>
                      <a:pt x="212" y="279"/>
                      <a:pt x="211" y="280"/>
                    </a:cubicBezTo>
                    <a:cubicBezTo>
                      <a:pt x="210" y="280"/>
                      <a:pt x="209" y="280"/>
                      <a:pt x="207" y="280"/>
                    </a:cubicBezTo>
                    <a:cubicBezTo>
                      <a:pt x="207" y="280"/>
                      <a:pt x="207" y="280"/>
                      <a:pt x="206" y="280"/>
                    </a:cubicBezTo>
                    <a:cubicBezTo>
                      <a:pt x="206" y="279"/>
                      <a:pt x="206" y="278"/>
                      <a:pt x="206" y="277"/>
                    </a:cubicBezTo>
                    <a:cubicBezTo>
                      <a:pt x="206" y="277"/>
                      <a:pt x="206" y="277"/>
                      <a:pt x="206" y="276"/>
                    </a:cubicBezTo>
                    <a:cubicBezTo>
                      <a:pt x="209" y="261"/>
                      <a:pt x="209" y="261"/>
                      <a:pt x="209" y="261"/>
                    </a:cubicBezTo>
                    <a:cubicBezTo>
                      <a:pt x="209" y="260"/>
                      <a:pt x="209" y="260"/>
                      <a:pt x="209" y="259"/>
                    </a:cubicBezTo>
                    <a:cubicBezTo>
                      <a:pt x="209" y="257"/>
                      <a:pt x="208" y="255"/>
                      <a:pt x="207" y="254"/>
                    </a:cubicBezTo>
                    <a:cubicBezTo>
                      <a:pt x="206" y="253"/>
                      <a:pt x="205" y="252"/>
                      <a:pt x="203" y="252"/>
                    </a:cubicBezTo>
                    <a:cubicBezTo>
                      <a:pt x="201" y="252"/>
                      <a:pt x="201" y="252"/>
                      <a:pt x="201" y="252"/>
                    </a:cubicBezTo>
                    <a:cubicBezTo>
                      <a:pt x="199" y="252"/>
                      <a:pt x="197" y="253"/>
                      <a:pt x="196" y="254"/>
                    </a:cubicBezTo>
                    <a:cubicBezTo>
                      <a:pt x="194" y="255"/>
                      <a:pt x="193" y="257"/>
                      <a:pt x="192" y="259"/>
                    </a:cubicBezTo>
                    <a:cubicBezTo>
                      <a:pt x="192" y="260"/>
                      <a:pt x="192" y="260"/>
                      <a:pt x="192" y="260"/>
                    </a:cubicBezTo>
                    <a:cubicBezTo>
                      <a:pt x="191" y="261"/>
                      <a:pt x="190" y="263"/>
                      <a:pt x="189" y="264"/>
                    </a:cubicBezTo>
                    <a:cubicBezTo>
                      <a:pt x="188" y="264"/>
                      <a:pt x="187" y="265"/>
                      <a:pt x="187" y="265"/>
                    </a:cubicBezTo>
                    <a:cubicBezTo>
                      <a:pt x="177" y="265"/>
                      <a:pt x="177" y="265"/>
                      <a:pt x="177" y="265"/>
                    </a:cubicBezTo>
                    <a:cubicBezTo>
                      <a:pt x="176" y="265"/>
                      <a:pt x="175" y="264"/>
                      <a:pt x="174" y="264"/>
                    </a:cubicBezTo>
                    <a:cubicBezTo>
                      <a:pt x="173" y="263"/>
                      <a:pt x="173" y="261"/>
                      <a:pt x="172" y="260"/>
                    </a:cubicBezTo>
                    <a:cubicBezTo>
                      <a:pt x="169" y="247"/>
                      <a:pt x="169" y="247"/>
                      <a:pt x="169" y="247"/>
                    </a:cubicBezTo>
                    <a:cubicBezTo>
                      <a:pt x="169" y="246"/>
                      <a:pt x="169" y="244"/>
                      <a:pt x="169" y="242"/>
                    </a:cubicBezTo>
                    <a:cubicBezTo>
                      <a:pt x="169" y="240"/>
                      <a:pt x="169" y="237"/>
                      <a:pt x="170" y="236"/>
                    </a:cubicBezTo>
                    <a:cubicBezTo>
                      <a:pt x="176" y="217"/>
                      <a:pt x="176" y="217"/>
                      <a:pt x="176" y="217"/>
                    </a:cubicBezTo>
                    <a:cubicBezTo>
                      <a:pt x="177" y="216"/>
                      <a:pt x="178" y="214"/>
                      <a:pt x="179" y="214"/>
                    </a:cubicBezTo>
                    <a:cubicBezTo>
                      <a:pt x="180" y="213"/>
                      <a:pt x="181" y="212"/>
                      <a:pt x="181" y="212"/>
                    </a:cubicBezTo>
                    <a:cubicBezTo>
                      <a:pt x="216" y="212"/>
                      <a:pt x="216" y="212"/>
                      <a:pt x="216" y="212"/>
                    </a:cubicBezTo>
                    <a:cubicBezTo>
                      <a:pt x="217" y="212"/>
                      <a:pt x="218" y="213"/>
                      <a:pt x="218" y="213"/>
                    </a:cubicBezTo>
                    <a:cubicBezTo>
                      <a:pt x="219" y="214"/>
                      <a:pt x="219" y="215"/>
                      <a:pt x="219" y="216"/>
                    </a:cubicBezTo>
                    <a:cubicBezTo>
                      <a:pt x="219" y="218"/>
                      <a:pt x="220" y="220"/>
                      <a:pt x="221" y="222"/>
                    </a:cubicBezTo>
                    <a:cubicBezTo>
                      <a:pt x="221" y="224"/>
                      <a:pt x="222" y="226"/>
                      <a:pt x="223" y="228"/>
                    </a:cubicBezTo>
                    <a:cubicBezTo>
                      <a:pt x="226" y="232"/>
                      <a:pt x="226" y="232"/>
                      <a:pt x="226" y="232"/>
                    </a:cubicBezTo>
                    <a:cubicBezTo>
                      <a:pt x="227" y="232"/>
                      <a:pt x="227" y="233"/>
                      <a:pt x="228" y="233"/>
                    </a:cubicBezTo>
                    <a:cubicBezTo>
                      <a:pt x="228" y="234"/>
                      <a:pt x="229" y="234"/>
                      <a:pt x="230" y="234"/>
                    </a:cubicBezTo>
                    <a:cubicBezTo>
                      <a:pt x="231" y="234"/>
                      <a:pt x="231" y="234"/>
                      <a:pt x="232" y="233"/>
                    </a:cubicBezTo>
                    <a:cubicBezTo>
                      <a:pt x="233" y="233"/>
                      <a:pt x="233" y="232"/>
                      <a:pt x="233" y="231"/>
                    </a:cubicBezTo>
                    <a:cubicBezTo>
                      <a:pt x="233" y="230"/>
                      <a:pt x="234" y="229"/>
                      <a:pt x="234" y="228"/>
                    </a:cubicBezTo>
                    <a:cubicBezTo>
                      <a:pt x="234" y="225"/>
                      <a:pt x="234" y="225"/>
                      <a:pt x="234" y="225"/>
                    </a:cubicBezTo>
                    <a:cubicBezTo>
                      <a:pt x="234" y="223"/>
                      <a:pt x="233" y="221"/>
                      <a:pt x="233" y="219"/>
                    </a:cubicBezTo>
                    <a:cubicBezTo>
                      <a:pt x="232" y="217"/>
                      <a:pt x="232" y="216"/>
                      <a:pt x="231" y="214"/>
                    </a:cubicBezTo>
                    <a:cubicBezTo>
                      <a:pt x="231" y="214"/>
                      <a:pt x="230" y="213"/>
                      <a:pt x="230" y="211"/>
                    </a:cubicBezTo>
                    <a:cubicBezTo>
                      <a:pt x="229" y="209"/>
                      <a:pt x="229" y="207"/>
                      <a:pt x="229" y="206"/>
                    </a:cubicBezTo>
                    <a:cubicBezTo>
                      <a:pt x="229" y="204"/>
                      <a:pt x="229" y="204"/>
                      <a:pt x="229" y="204"/>
                    </a:cubicBezTo>
                    <a:cubicBezTo>
                      <a:pt x="229" y="201"/>
                      <a:pt x="230" y="195"/>
                      <a:pt x="232" y="193"/>
                    </a:cubicBezTo>
                    <a:cubicBezTo>
                      <a:pt x="234" y="189"/>
                      <a:pt x="234" y="189"/>
                      <a:pt x="234" y="189"/>
                    </a:cubicBezTo>
                    <a:cubicBezTo>
                      <a:pt x="236" y="186"/>
                      <a:pt x="237" y="180"/>
                      <a:pt x="237" y="176"/>
                    </a:cubicBezTo>
                    <a:cubicBezTo>
                      <a:pt x="237" y="168"/>
                      <a:pt x="237" y="168"/>
                      <a:pt x="237" y="168"/>
                    </a:cubicBezTo>
                    <a:cubicBezTo>
                      <a:pt x="237" y="165"/>
                      <a:pt x="238" y="160"/>
                      <a:pt x="240" y="157"/>
                    </a:cubicBezTo>
                    <a:cubicBezTo>
                      <a:pt x="255" y="128"/>
                      <a:pt x="255" y="128"/>
                      <a:pt x="255" y="128"/>
                    </a:cubicBezTo>
                    <a:cubicBezTo>
                      <a:pt x="255" y="127"/>
                      <a:pt x="256" y="126"/>
                      <a:pt x="258" y="125"/>
                    </a:cubicBezTo>
                    <a:cubicBezTo>
                      <a:pt x="259" y="124"/>
                      <a:pt x="260" y="123"/>
                      <a:pt x="261" y="123"/>
                    </a:cubicBezTo>
                    <a:cubicBezTo>
                      <a:pt x="269" y="123"/>
                      <a:pt x="269" y="123"/>
                      <a:pt x="269" y="123"/>
                    </a:cubicBezTo>
                    <a:cubicBezTo>
                      <a:pt x="270" y="123"/>
                      <a:pt x="271" y="123"/>
                      <a:pt x="272" y="123"/>
                    </a:cubicBezTo>
                    <a:cubicBezTo>
                      <a:pt x="273" y="122"/>
                      <a:pt x="273" y="121"/>
                      <a:pt x="273" y="119"/>
                    </a:cubicBezTo>
                    <a:cubicBezTo>
                      <a:pt x="273" y="118"/>
                      <a:pt x="273" y="117"/>
                      <a:pt x="272" y="115"/>
                    </a:cubicBezTo>
                    <a:cubicBezTo>
                      <a:pt x="265" y="107"/>
                      <a:pt x="265" y="107"/>
                      <a:pt x="265" y="107"/>
                    </a:cubicBezTo>
                    <a:cubicBezTo>
                      <a:pt x="263" y="105"/>
                      <a:pt x="261" y="104"/>
                      <a:pt x="258" y="104"/>
                    </a:cubicBezTo>
                    <a:cubicBezTo>
                      <a:pt x="257" y="104"/>
                      <a:pt x="255" y="104"/>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6"/>
                      <a:pt x="254" y="106"/>
                      <a:pt x="254" y="106"/>
                    </a:cubicBezTo>
                    <a:cubicBezTo>
                      <a:pt x="255" y="106"/>
                      <a:pt x="255" y="106"/>
                      <a:pt x="255" y="106"/>
                    </a:cubicBezTo>
                    <a:cubicBezTo>
                      <a:pt x="254" y="105"/>
                      <a:pt x="254" y="105"/>
                      <a:pt x="254" y="105"/>
                    </a:cubicBezTo>
                    <a:cubicBezTo>
                      <a:pt x="254" y="106"/>
                      <a:pt x="254" y="106"/>
                      <a:pt x="254" y="106"/>
                    </a:cubicBezTo>
                    <a:cubicBezTo>
                      <a:pt x="255" y="106"/>
                      <a:pt x="255" y="106"/>
                      <a:pt x="255" y="106"/>
                    </a:cubicBezTo>
                    <a:cubicBezTo>
                      <a:pt x="255" y="105"/>
                      <a:pt x="255" y="105"/>
                      <a:pt x="255" y="105"/>
                    </a:cubicBezTo>
                    <a:cubicBezTo>
                      <a:pt x="255" y="104"/>
                      <a:pt x="255" y="104"/>
                      <a:pt x="255" y="104"/>
                    </a:cubicBezTo>
                    <a:cubicBezTo>
                      <a:pt x="255" y="101"/>
                      <a:pt x="255" y="101"/>
                      <a:pt x="255" y="101"/>
                    </a:cubicBezTo>
                    <a:cubicBezTo>
                      <a:pt x="256" y="100"/>
                      <a:pt x="257" y="98"/>
                      <a:pt x="257" y="98"/>
                    </a:cubicBezTo>
                    <a:cubicBezTo>
                      <a:pt x="258" y="97"/>
                      <a:pt x="259" y="96"/>
                      <a:pt x="260" y="96"/>
                    </a:cubicBezTo>
                    <a:cubicBezTo>
                      <a:pt x="269" y="96"/>
                      <a:pt x="269" y="96"/>
                      <a:pt x="269" y="96"/>
                    </a:cubicBezTo>
                    <a:cubicBezTo>
                      <a:pt x="271" y="96"/>
                      <a:pt x="272" y="96"/>
                      <a:pt x="274" y="95"/>
                    </a:cubicBezTo>
                    <a:cubicBezTo>
                      <a:pt x="276" y="94"/>
                      <a:pt x="278" y="93"/>
                      <a:pt x="279" y="91"/>
                    </a:cubicBezTo>
                    <a:cubicBezTo>
                      <a:pt x="280" y="90"/>
                      <a:pt x="280" y="88"/>
                      <a:pt x="280" y="86"/>
                    </a:cubicBezTo>
                    <a:cubicBezTo>
                      <a:pt x="280" y="84"/>
                      <a:pt x="279" y="82"/>
                      <a:pt x="278" y="80"/>
                    </a:cubicBezTo>
                    <a:cubicBezTo>
                      <a:pt x="246" y="45"/>
                      <a:pt x="246" y="45"/>
                      <a:pt x="246" y="45"/>
                    </a:cubicBezTo>
                    <a:cubicBezTo>
                      <a:pt x="245" y="44"/>
                      <a:pt x="244" y="43"/>
                      <a:pt x="242" y="43"/>
                    </a:cubicBezTo>
                    <a:cubicBezTo>
                      <a:pt x="242" y="43"/>
                      <a:pt x="241" y="43"/>
                      <a:pt x="240" y="44"/>
                    </a:cubicBezTo>
                    <a:cubicBezTo>
                      <a:pt x="239" y="44"/>
                      <a:pt x="239" y="45"/>
                      <a:pt x="239" y="46"/>
                    </a:cubicBezTo>
                    <a:cubicBezTo>
                      <a:pt x="238" y="47"/>
                      <a:pt x="238" y="48"/>
                      <a:pt x="238" y="49"/>
                    </a:cubicBezTo>
                    <a:cubicBezTo>
                      <a:pt x="238" y="51"/>
                      <a:pt x="238" y="51"/>
                      <a:pt x="238" y="51"/>
                    </a:cubicBezTo>
                    <a:cubicBezTo>
                      <a:pt x="238" y="52"/>
                      <a:pt x="238" y="52"/>
                      <a:pt x="238" y="53"/>
                    </a:cubicBezTo>
                    <a:cubicBezTo>
                      <a:pt x="238" y="53"/>
                      <a:pt x="238" y="53"/>
                      <a:pt x="238" y="53"/>
                    </a:cubicBezTo>
                    <a:cubicBezTo>
                      <a:pt x="237" y="53"/>
                      <a:pt x="237" y="53"/>
                      <a:pt x="237" y="53"/>
                    </a:cubicBezTo>
                    <a:cubicBezTo>
                      <a:pt x="214" y="38"/>
                      <a:pt x="214" y="38"/>
                      <a:pt x="214" y="38"/>
                    </a:cubicBezTo>
                    <a:cubicBezTo>
                      <a:pt x="213" y="38"/>
                      <a:pt x="212" y="37"/>
                      <a:pt x="211" y="37"/>
                    </a:cubicBezTo>
                    <a:cubicBezTo>
                      <a:pt x="210" y="37"/>
                      <a:pt x="209" y="38"/>
                      <a:pt x="208" y="39"/>
                    </a:cubicBezTo>
                    <a:cubicBezTo>
                      <a:pt x="207" y="40"/>
                      <a:pt x="207" y="41"/>
                      <a:pt x="207" y="42"/>
                    </a:cubicBezTo>
                    <a:cubicBezTo>
                      <a:pt x="207" y="43"/>
                      <a:pt x="207" y="43"/>
                      <a:pt x="207" y="44"/>
                    </a:cubicBezTo>
                    <a:cubicBezTo>
                      <a:pt x="211" y="57"/>
                      <a:pt x="211" y="57"/>
                      <a:pt x="211" y="57"/>
                    </a:cubicBezTo>
                    <a:cubicBezTo>
                      <a:pt x="211" y="61"/>
                      <a:pt x="212" y="67"/>
                      <a:pt x="212" y="70"/>
                    </a:cubicBezTo>
                    <a:cubicBezTo>
                      <a:pt x="212" y="87"/>
                      <a:pt x="212" y="87"/>
                      <a:pt x="212" y="87"/>
                    </a:cubicBezTo>
                    <a:cubicBezTo>
                      <a:pt x="212" y="88"/>
                      <a:pt x="212" y="89"/>
                      <a:pt x="212" y="89"/>
                    </a:cubicBezTo>
                    <a:cubicBezTo>
                      <a:pt x="212" y="89"/>
                      <a:pt x="212" y="89"/>
                      <a:pt x="212" y="89"/>
                    </a:cubicBezTo>
                    <a:cubicBezTo>
                      <a:pt x="213" y="90"/>
                      <a:pt x="213" y="90"/>
                      <a:pt x="213" y="90"/>
                    </a:cubicBezTo>
                    <a:cubicBezTo>
                      <a:pt x="212" y="89"/>
                      <a:pt x="212" y="89"/>
                      <a:pt x="212" y="89"/>
                    </a:cubicBezTo>
                    <a:cubicBezTo>
                      <a:pt x="212" y="89"/>
                      <a:pt x="212" y="89"/>
                      <a:pt x="212" y="89"/>
                    </a:cubicBezTo>
                    <a:cubicBezTo>
                      <a:pt x="213" y="90"/>
                      <a:pt x="213" y="90"/>
                      <a:pt x="213" y="90"/>
                    </a:cubicBezTo>
                    <a:cubicBezTo>
                      <a:pt x="212" y="89"/>
                      <a:pt x="212" y="89"/>
                      <a:pt x="212" y="89"/>
                    </a:cubicBezTo>
                    <a:cubicBezTo>
                      <a:pt x="213" y="90"/>
                      <a:pt x="213" y="90"/>
                      <a:pt x="213" y="90"/>
                    </a:cubicBezTo>
                    <a:cubicBezTo>
                      <a:pt x="213" y="88"/>
                      <a:pt x="213" y="88"/>
                      <a:pt x="213" y="88"/>
                    </a:cubicBezTo>
                    <a:cubicBezTo>
                      <a:pt x="212" y="89"/>
                      <a:pt x="212" y="89"/>
                      <a:pt x="212" y="89"/>
                    </a:cubicBezTo>
                    <a:cubicBezTo>
                      <a:pt x="213" y="90"/>
                      <a:pt x="213" y="90"/>
                      <a:pt x="213" y="90"/>
                    </a:cubicBezTo>
                    <a:cubicBezTo>
                      <a:pt x="213" y="88"/>
                      <a:pt x="213" y="88"/>
                      <a:pt x="213" y="88"/>
                    </a:cubicBezTo>
                    <a:cubicBezTo>
                      <a:pt x="213" y="90"/>
                      <a:pt x="213" y="90"/>
                      <a:pt x="213" y="90"/>
                    </a:cubicBezTo>
                    <a:cubicBezTo>
                      <a:pt x="214" y="89"/>
                      <a:pt x="214" y="89"/>
                      <a:pt x="214" y="89"/>
                    </a:cubicBezTo>
                    <a:cubicBezTo>
                      <a:pt x="214" y="89"/>
                      <a:pt x="214" y="88"/>
                      <a:pt x="213" y="88"/>
                    </a:cubicBezTo>
                    <a:cubicBezTo>
                      <a:pt x="213" y="90"/>
                      <a:pt x="213" y="90"/>
                      <a:pt x="213" y="90"/>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8"/>
                      <a:pt x="213" y="88"/>
                    </a:cubicBezTo>
                    <a:cubicBezTo>
                      <a:pt x="208" y="77"/>
                      <a:pt x="208" y="77"/>
                      <a:pt x="208" y="77"/>
                    </a:cubicBezTo>
                    <a:cubicBezTo>
                      <a:pt x="206" y="74"/>
                      <a:pt x="203" y="70"/>
                      <a:pt x="200" y="68"/>
                    </a:cubicBezTo>
                    <a:cubicBezTo>
                      <a:pt x="178" y="54"/>
                      <a:pt x="178" y="54"/>
                      <a:pt x="178" y="54"/>
                    </a:cubicBezTo>
                    <a:cubicBezTo>
                      <a:pt x="177" y="53"/>
                      <a:pt x="177" y="51"/>
                      <a:pt x="177" y="49"/>
                    </a:cubicBezTo>
                    <a:cubicBezTo>
                      <a:pt x="177" y="49"/>
                      <a:pt x="177" y="48"/>
                      <a:pt x="177" y="47"/>
                    </a:cubicBezTo>
                    <a:cubicBezTo>
                      <a:pt x="181" y="36"/>
                      <a:pt x="181" y="36"/>
                      <a:pt x="181" y="36"/>
                    </a:cubicBezTo>
                    <a:cubicBezTo>
                      <a:pt x="181" y="35"/>
                      <a:pt x="181" y="34"/>
                      <a:pt x="181" y="32"/>
                    </a:cubicBezTo>
                    <a:cubicBezTo>
                      <a:pt x="181" y="29"/>
                      <a:pt x="180" y="26"/>
                      <a:pt x="177" y="24"/>
                    </a:cubicBezTo>
                    <a:cubicBezTo>
                      <a:pt x="151" y="10"/>
                      <a:pt x="151" y="10"/>
                      <a:pt x="151" y="10"/>
                    </a:cubicBezTo>
                    <a:cubicBezTo>
                      <a:pt x="149" y="9"/>
                      <a:pt x="148" y="9"/>
                      <a:pt x="147" y="9"/>
                    </a:cubicBezTo>
                    <a:cubicBezTo>
                      <a:pt x="144" y="9"/>
                      <a:pt x="141" y="10"/>
                      <a:pt x="139" y="12"/>
                    </a:cubicBezTo>
                    <a:cubicBezTo>
                      <a:pt x="139" y="13"/>
                      <a:pt x="138" y="14"/>
                      <a:pt x="137" y="14"/>
                    </a:cubicBezTo>
                    <a:cubicBezTo>
                      <a:pt x="136" y="14"/>
                      <a:pt x="135" y="13"/>
                      <a:pt x="135" y="13"/>
                    </a:cubicBezTo>
                    <a:cubicBezTo>
                      <a:pt x="127" y="5"/>
                      <a:pt x="127" y="5"/>
                      <a:pt x="127" y="5"/>
                    </a:cubicBezTo>
                    <a:cubicBezTo>
                      <a:pt x="126" y="4"/>
                      <a:pt x="124" y="3"/>
                      <a:pt x="122" y="2"/>
                    </a:cubicBezTo>
                    <a:cubicBezTo>
                      <a:pt x="120" y="1"/>
                      <a:pt x="118" y="1"/>
                      <a:pt x="116" y="1"/>
                    </a:cubicBezTo>
                    <a:cubicBezTo>
                      <a:pt x="108" y="1"/>
                      <a:pt x="108" y="1"/>
                      <a:pt x="108" y="1"/>
                    </a:cubicBezTo>
                    <a:cubicBezTo>
                      <a:pt x="107" y="1"/>
                      <a:pt x="105" y="1"/>
                      <a:pt x="103" y="2"/>
                    </a:cubicBezTo>
                    <a:cubicBezTo>
                      <a:pt x="101" y="2"/>
                      <a:pt x="99" y="3"/>
                      <a:pt x="97" y="4"/>
                    </a:cubicBezTo>
                    <a:cubicBezTo>
                      <a:pt x="95" y="6"/>
                      <a:pt x="95" y="6"/>
                      <a:pt x="95" y="6"/>
                    </a:cubicBezTo>
                    <a:cubicBezTo>
                      <a:pt x="94" y="7"/>
                      <a:pt x="93" y="7"/>
                      <a:pt x="91" y="7"/>
                    </a:cubicBezTo>
                    <a:cubicBezTo>
                      <a:pt x="90" y="7"/>
                      <a:pt x="89" y="7"/>
                      <a:pt x="88" y="6"/>
                    </a:cubicBezTo>
                    <a:cubicBezTo>
                      <a:pt x="83" y="3"/>
                      <a:pt x="83" y="3"/>
                      <a:pt x="83" y="3"/>
                    </a:cubicBezTo>
                    <a:cubicBezTo>
                      <a:pt x="81" y="2"/>
                      <a:pt x="79" y="1"/>
                      <a:pt x="78" y="1"/>
                    </a:cubicBezTo>
                    <a:cubicBezTo>
                      <a:pt x="76" y="0"/>
                      <a:pt x="74" y="0"/>
                      <a:pt x="72" y="0"/>
                    </a:cubicBezTo>
                    <a:cubicBezTo>
                      <a:pt x="47" y="0"/>
                      <a:pt x="47" y="0"/>
                      <a:pt x="47" y="0"/>
                    </a:cubicBezTo>
                    <a:cubicBezTo>
                      <a:pt x="45" y="0"/>
                      <a:pt x="43" y="0"/>
                      <a:pt x="41" y="1"/>
                    </a:cubicBezTo>
                    <a:cubicBezTo>
                      <a:pt x="39" y="2"/>
                      <a:pt x="38" y="3"/>
                      <a:pt x="36" y="5"/>
                    </a:cubicBezTo>
                    <a:lnTo>
                      <a:pt x="38" y="6"/>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5" name="Freeform 281"/>
              <p:cNvSpPr>
                <a:spLocks/>
              </p:cNvSpPr>
              <p:nvPr/>
            </p:nvSpPr>
            <p:spPr bwMode="auto">
              <a:xfrm>
                <a:off x="-5010871" y="2548984"/>
                <a:ext cx="231083" cy="186944"/>
              </a:xfrm>
              <a:custGeom>
                <a:avLst/>
                <a:gdLst/>
                <a:ahLst/>
                <a:cxnLst>
                  <a:cxn ang="0">
                    <a:pos x="8" y="4"/>
                  </a:cxn>
                  <a:cxn ang="0">
                    <a:pos x="36" y="15"/>
                  </a:cxn>
                  <a:cxn ang="0">
                    <a:pos x="48" y="28"/>
                  </a:cxn>
                  <a:cxn ang="0">
                    <a:pos x="53" y="30"/>
                  </a:cxn>
                  <a:cxn ang="0">
                    <a:pos x="54" y="31"/>
                  </a:cxn>
                  <a:cxn ang="0">
                    <a:pos x="57" y="33"/>
                  </a:cxn>
                  <a:cxn ang="0">
                    <a:pos x="57" y="33"/>
                  </a:cxn>
                  <a:cxn ang="0">
                    <a:pos x="57" y="33"/>
                  </a:cxn>
                  <a:cxn ang="0">
                    <a:pos x="57" y="33"/>
                  </a:cxn>
                  <a:cxn ang="0">
                    <a:pos x="56" y="33"/>
                  </a:cxn>
                  <a:cxn ang="0">
                    <a:pos x="55" y="33"/>
                  </a:cxn>
                  <a:cxn ang="0">
                    <a:pos x="53" y="38"/>
                  </a:cxn>
                  <a:cxn ang="0">
                    <a:pos x="55" y="42"/>
                  </a:cxn>
                  <a:cxn ang="0">
                    <a:pos x="56" y="46"/>
                  </a:cxn>
                  <a:cxn ang="0">
                    <a:pos x="56" y="46"/>
                  </a:cxn>
                  <a:cxn ang="0">
                    <a:pos x="56" y="46"/>
                  </a:cxn>
                  <a:cxn ang="0">
                    <a:pos x="56" y="46"/>
                  </a:cxn>
                  <a:cxn ang="0">
                    <a:pos x="57" y="45"/>
                  </a:cxn>
                  <a:cxn ang="0">
                    <a:pos x="57" y="45"/>
                  </a:cxn>
                  <a:cxn ang="0">
                    <a:pos x="57" y="45"/>
                  </a:cxn>
                  <a:cxn ang="0">
                    <a:pos x="53" y="45"/>
                  </a:cxn>
                  <a:cxn ang="0">
                    <a:pos x="33" y="36"/>
                  </a:cxn>
                  <a:cxn ang="0">
                    <a:pos x="34" y="34"/>
                  </a:cxn>
                  <a:cxn ang="0">
                    <a:pos x="37" y="30"/>
                  </a:cxn>
                  <a:cxn ang="0">
                    <a:pos x="33" y="19"/>
                  </a:cxn>
                  <a:cxn ang="0">
                    <a:pos x="19" y="12"/>
                  </a:cxn>
                  <a:cxn ang="0">
                    <a:pos x="12" y="12"/>
                  </a:cxn>
                  <a:cxn ang="0">
                    <a:pos x="4" y="7"/>
                  </a:cxn>
                  <a:cxn ang="0">
                    <a:pos x="3" y="4"/>
                  </a:cxn>
                  <a:cxn ang="0">
                    <a:pos x="1" y="9"/>
                  </a:cxn>
                  <a:cxn ang="0">
                    <a:pos x="9" y="15"/>
                  </a:cxn>
                  <a:cxn ang="0">
                    <a:pos x="19" y="16"/>
                  </a:cxn>
                  <a:cxn ang="0">
                    <a:pos x="29" y="22"/>
                  </a:cxn>
                  <a:cxn ang="0">
                    <a:pos x="33" y="30"/>
                  </a:cxn>
                  <a:cxn ang="0">
                    <a:pos x="33" y="31"/>
                  </a:cxn>
                  <a:cxn ang="0">
                    <a:pos x="33" y="31"/>
                  </a:cxn>
                  <a:cxn ang="0">
                    <a:pos x="34" y="30"/>
                  </a:cxn>
                  <a:cxn ang="0">
                    <a:pos x="34" y="30"/>
                  </a:cxn>
                  <a:cxn ang="0">
                    <a:pos x="31" y="40"/>
                  </a:cxn>
                  <a:cxn ang="0">
                    <a:pos x="56" y="50"/>
                  </a:cxn>
                  <a:cxn ang="0">
                    <a:pos x="60" y="48"/>
                  </a:cxn>
                  <a:cxn ang="0">
                    <a:pos x="60" y="42"/>
                  </a:cxn>
                  <a:cxn ang="0">
                    <a:pos x="56" y="37"/>
                  </a:cxn>
                  <a:cxn ang="0">
                    <a:pos x="56" y="36"/>
                  </a:cxn>
                  <a:cxn ang="0">
                    <a:pos x="56" y="36"/>
                  </a:cxn>
                  <a:cxn ang="0">
                    <a:pos x="56" y="37"/>
                  </a:cxn>
                  <a:cxn ang="0">
                    <a:pos x="56" y="37"/>
                  </a:cxn>
                  <a:cxn ang="0">
                    <a:pos x="56" y="37"/>
                  </a:cxn>
                  <a:cxn ang="0">
                    <a:pos x="55" y="37"/>
                  </a:cxn>
                  <a:cxn ang="0">
                    <a:pos x="55" y="37"/>
                  </a:cxn>
                  <a:cxn ang="0">
                    <a:pos x="55" y="37"/>
                  </a:cxn>
                  <a:cxn ang="0">
                    <a:pos x="61" y="34"/>
                  </a:cxn>
                  <a:cxn ang="0">
                    <a:pos x="56" y="27"/>
                  </a:cxn>
                  <a:cxn ang="0">
                    <a:pos x="55" y="26"/>
                  </a:cxn>
                  <a:cxn ang="0">
                    <a:pos x="51" y="24"/>
                  </a:cxn>
                  <a:cxn ang="0">
                    <a:pos x="39" y="11"/>
                  </a:cxn>
                  <a:cxn ang="0">
                    <a:pos x="8" y="0"/>
                  </a:cxn>
                </a:cxnLst>
                <a:rect l="0" t="0" r="r" b="b"/>
                <a:pathLst>
                  <a:path w="61" h="50">
                    <a:moveTo>
                      <a:pt x="3" y="4"/>
                    </a:moveTo>
                    <a:cubicBezTo>
                      <a:pt x="4" y="6"/>
                      <a:pt x="4" y="6"/>
                      <a:pt x="4" y="6"/>
                    </a:cubicBezTo>
                    <a:cubicBezTo>
                      <a:pt x="5" y="5"/>
                      <a:pt x="6" y="4"/>
                      <a:pt x="8" y="4"/>
                    </a:cubicBezTo>
                    <a:cubicBezTo>
                      <a:pt x="9" y="4"/>
                      <a:pt x="9" y="4"/>
                      <a:pt x="9" y="4"/>
                    </a:cubicBezTo>
                    <a:cubicBezTo>
                      <a:pt x="33" y="12"/>
                      <a:pt x="33" y="12"/>
                      <a:pt x="33" y="12"/>
                    </a:cubicBezTo>
                    <a:cubicBezTo>
                      <a:pt x="34" y="13"/>
                      <a:pt x="35" y="14"/>
                      <a:pt x="36" y="15"/>
                    </a:cubicBezTo>
                    <a:cubicBezTo>
                      <a:pt x="38" y="16"/>
                      <a:pt x="39" y="17"/>
                      <a:pt x="40" y="18"/>
                    </a:cubicBezTo>
                    <a:cubicBezTo>
                      <a:pt x="44" y="23"/>
                      <a:pt x="44" y="23"/>
                      <a:pt x="44" y="23"/>
                    </a:cubicBezTo>
                    <a:cubicBezTo>
                      <a:pt x="45" y="25"/>
                      <a:pt x="46" y="26"/>
                      <a:pt x="48" y="28"/>
                    </a:cubicBezTo>
                    <a:cubicBezTo>
                      <a:pt x="50" y="29"/>
                      <a:pt x="52" y="30"/>
                      <a:pt x="53" y="30"/>
                    </a:cubicBezTo>
                    <a:cubicBezTo>
                      <a:pt x="54" y="28"/>
                      <a:pt x="54" y="28"/>
                      <a:pt x="54" y="28"/>
                    </a:cubicBezTo>
                    <a:cubicBezTo>
                      <a:pt x="53" y="30"/>
                      <a:pt x="53" y="30"/>
                      <a:pt x="53" y="30"/>
                    </a:cubicBezTo>
                    <a:cubicBezTo>
                      <a:pt x="54" y="31"/>
                      <a:pt x="54" y="31"/>
                      <a:pt x="54" y="31"/>
                    </a:cubicBezTo>
                    <a:cubicBezTo>
                      <a:pt x="54" y="31"/>
                      <a:pt x="54" y="31"/>
                      <a:pt x="54" y="31"/>
                    </a:cubicBezTo>
                    <a:cubicBezTo>
                      <a:pt x="54" y="31"/>
                      <a:pt x="54" y="31"/>
                      <a:pt x="54" y="31"/>
                    </a:cubicBezTo>
                    <a:cubicBezTo>
                      <a:pt x="55" y="31"/>
                      <a:pt x="56" y="32"/>
                      <a:pt x="56" y="32"/>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6" y="33"/>
                    </a:cubicBezTo>
                    <a:cubicBezTo>
                      <a:pt x="56" y="33"/>
                      <a:pt x="56" y="33"/>
                      <a:pt x="56" y="33"/>
                    </a:cubicBezTo>
                    <a:cubicBezTo>
                      <a:pt x="56" y="33"/>
                      <a:pt x="56" y="33"/>
                      <a:pt x="56" y="33"/>
                    </a:cubicBezTo>
                    <a:cubicBezTo>
                      <a:pt x="55" y="33"/>
                      <a:pt x="55" y="33"/>
                      <a:pt x="55" y="33"/>
                    </a:cubicBezTo>
                    <a:cubicBezTo>
                      <a:pt x="54" y="33"/>
                      <a:pt x="53" y="33"/>
                      <a:pt x="53" y="34"/>
                    </a:cubicBezTo>
                    <a:cubicBezTo>
                      <a:pt x="52" y="35"/>
                      <a:pt x="52" y="35"/>
                      <a:pt x="52" y="36"/>
                    </a:cubicBezTo>
                    <a:cubicBezTo>
                      <a:pt x="52" y="37"/>
                      <a:pt x="52" y="38"/>
                      <a:pt x="53" y="38"/>
                    </a:cubicBezTo>
                    <a:cubicBezTo>
                      <a:pt x="53" y="39"/>
                      <a:pt x="53" y="40"/>
                      <a:pt x="54" y="41"/>
                    </a:cubicBezTo>
                    <a:cubicBezTo>
                      <a:pt x="55" y="41"/>
                      <a:pt x="55" y="41"/>
                      <a:pt x="55" y="41"/>
                    </a:cubicBezTo>
                    <a:cubicBezTo>
                      <a:pt x="55" y="42"/>
                      <a:pt x="55" y="42"/>
                      <a:pt x="55" y="42"/>
                    </a:cubicBezTo>
                    <a:cubicBezTo>
                      <a:pt x="55" y="42"/>
                      <a:pt x="55" y="42"/>
                      <a:pt x="55" y="42"/>
                    </a:cubicBezTo>
                    <a:cubicBezTo>
                      <a:pt x="55" y="42"/>
                      <a:pt x="56" y="43"/>
                      <a:pt x="56" y="44"/>
                    </a:cubicBezTo>
                    <a:cubicBezTo>
                      <a:pt x="56" y="45"/>
                      <a:pt x="56" y="45"/>
                      <a:pt x="56" y="46"/>
                    </a:cubicBezTo>
                    <a:cubicBezTo>
                      <a:pt x="56" y="46"/>
                      <a:pt x="56" y="46"/>
                      <a:pt x="56" y="46"/>
                    </a:cubicBezTo>
                    <a:cubicBezTo>
                      <a:pt x="57" y="46"/>
                      <a:pt x="57" y="46"/>
                      <a:pt x="57" y="46"/>
                    </a:cubicBezTo>
                    <a:cubicBezTo>
                      <a:pt x="56" y="46"/>
                      <a:pt x="56" y="46"/>
                      <a:pt x="56" y="46"/>
                    </a:cubicBezTo>
                    <a:cubicBezTo>
                      <a:pt x="56" y="46"/>
                      <a:pt x="56" y="46"/>
                      <a:pt x="56" y="46"/>
                    </a:cubicBezTo>
                    <a:cubicBezTo>
                      <a:pt x="57" y="46"/>
                      <a:pt x="57" y="46"/>
                      <a:pt x="57" y="46"/>
                    </a:cubicBezTo>
                    <a:cubicBezTo>
                      <a:pt x="56" y="46"/>
                      <a:pt x="56" y="46"/>
                      <a:pt x="56" y="46"/>
                    </a:cubicBezTo>
                    <a:cubicBezTo>
                      <a:pt x="57" y="46"/>
                      <a:pt x="57" y="46"/>
                      <a:pt x="57" y="46"/>
                    </a:cubicBezTo>
                    <a:cubicBezTo>
                      <a:pt x="57" y="45"/>
                      <a:pt x="57" y="45"/>
                      <a:pt x="57" y="45"/>
                    </a:cubicBezTo>
                    <a:cubicBezTo>
                      <a:pt x="56" y="46"/>
                      <a:pt x="56" y="46"/>
                      <a:pt x="56" y="46"/>
                    </a:cubicBezTo>
                    <a:cubicBezTo>
                      <a:pt x="57" y="46"/>
                      <a:pt x="57" y="46"/>
                      <a:pt x="57" y="46"/>
                    </a:cubicBezTo>
                    <a:cubicBezTo>
                      <a:pt x="57" y="45"/>
                      <a:pt x="57" y="45"/>
                      <a:pt x="57" y="45"/>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6" y="45"/>
                      <a:pt x="56" y="45"/>
                      <a:pt x="56" y="45"/>
                    </a:cubicBezTo>
                    <a:cubicBezTo>
                      <a:pt x="55" y="45"/>
                      <a:pt x="54" y="45"/>
                      <a:pt x="53" y="45"/>
                    </a:cubicBezTo>
                    <a:cubicBezTo>
                      <a:pt x="37" y="39"/>
                      <a:pt x="37" y="39"/>
                      <a:pt x="37" y="39"/>
                    </a:cubicBezTo>
                    <a:cubicBezTo>
                      <a:pt x="36" y="38"/>
                      <a:pt x="35" y="37"/>
                      <a:pt x="34" y="37"/>
                    </a:cubicBezTo>
                    <a:cubicBezTo>
                      <a:pt x="33" y="36"/>
                      <a:pt x="33" y="36"/>
                      <a:pt x="33" y="36"/>
                    </a:cubicBezTo>
                    <a:cubicBezTo>
                      <a:pt x="33" y="35"/>
                      <a:pt x="33" y="35"/>
                      <a:pt x="33" y="35"/>
                    </a:cubicBezTo>
                    <a:cubicBezTo>
                      <a:pt x="33" y="35"/>
                      <a:pt x="33" y="35"/>
                      <a:pt x="33" y="34"/>
                    </a:cubicBezTo>
                    <a:cubicBezTo>
                      <a:pt x="34" y="34"/>
                      <a:pt x="34" y="34"/>
                      <a:pt x="34" y="34"/>
                    </a:cubicBezTo>
                    <a:cubicBezTo>
                      <a:pt x="35" y="34"/>
                      <a:pt x="35" y="34"/>
                      <a:pt x="35" y="34"/>
                    </a:cubicBezTo>
                    <a:cubicBezTo>
                      <a:pt x="36" y="33"/>
                      <a:pt x="37" y="33"/>
                      <a:pt x="37" y="32"/>
                    </a:cubicBezTo>
                    <a:cubicBezTo>
                      <a:pt x="37" y="31"/>
                      <a:pt x="37" y="31"/>
                      <a:pt x="37" y="30"/>
                    </a:cubicBezTo>
                    <a:cubicBezTo>
                      <a:pt x="37" y="28"/>
                      <a:pt x="37" y="27"/>
                      <a:pt x="36" y="25"/>
                    </a:cubicBezTo>
                    <a:cubicBezTo>
                      <a:pt x="36" y="25"/>
                      <a:pt x="36" y="25"/>
                      <a:pt x="36" y="25"/>
                    </a:cubicBezTo>
                    <a:cubicBezTo>
                      <a:pt x="35" y="23"/>
                      <a:pt x="34" y="21"/>
                      <a:pt x="33" y="19"/>
                    </a:cubicBezTo>
                    <a:cubicBezTo>
                      <a:pt x="31" y="18"/>
                      <a:pt x="30" y="16"/>
                      <a:pt x="28" y="15"/>
                    </a:cubicBezTo>
                    <a:cubicBezTo>
                      <a:pt x="26" y="14"/>
                      <a:pt x="26" y="14"/>
                      <a:pt x="26" y="14"/>
                    </a:cubicBezTo>
                    <a:cubicBezTo>
                      <a:pt x="24" y="13"/>
                      <a:pt x="21" y="12"/>
                      <a:pt x="19" y="12"/>
                    </a:cubicBezTo>
                    <a:cubicBezTo>
                      <a:pt x="18" y="12"/>
                      <a:pt x="17" y="12"/>
                      <a:pt x="16" y="13"/>
                    </a:cubicBezTo>
                    <a:cubicBezTo>
                      <a:pt x="15" y="13"/>
                      <a:pt x="15" y="13"/>
                      <a:pt x="14" y="13"/>
                    </a:cubicBezTo>
                    <a:cubicBezTo>
                      <a:pt x="13" y="13"/>
                      <a:pt x="12" y="12"/>
                      <a:pt x="12" y="12"/>
                    </a:cubicBezTo>
                    <a:cubicBezTo>
                      <a:pt x="12" y="11"/>
                      <a:pt x="11" y="10"/>
                      <a:pt x="9" y="9"/>
                    </a:cubicBezTo>
                    <a:cubicBezTo>
                      <a:pt x="8" y="8"/>
                      <a:pt x="6" y="8"/>
                      <a:pt x="5" y="7"/>
                    </a:cubicBezTo>
                    <a:cubicBezTo>
                      <a:pt x="4" y="7"/>
                      <a:pt x="4" y="7"/>
                      <a:pt x="4" y="7"/>
                    </a:cubicBezTo>
                    <a:cubicBezTo>
                      <a:pt x="4" y="6"/>
                      <a:pt x="4" y="6"/>
                      <a:pt x="4" y="6"/>
                    </a:cubicBezTo>
                    <a:cubicBezTo>
                      <a:pt x="4" y="6"/>
                      <a:pt x="4" y="6"/>
                      <a:pt x="4" y="6"/>
                    </a:cubicBezTo>
                    <a:cubicBezTo>
                      <a:pt x="3" y="4"/>
                      <a:pt x="3" y="4"/>
                      <a:pt x="3" y="4"/>
                    </a:cubicBezTo>
                    <a:cubicBezTo>
                      <a:pt x="1" y="3"/>
                      <a:pt x="1" y="3"/>
                      <a:pt x="1" y="3"/>
                    </a:cubicBezTo>
                    <a:cubicBezTo>
                      <a:pt x="0" y="4"/>
                      <a:pt x="0" y="5"/>
                      <a:pt x="0" y="6"/>
                    </a:cubicBezTo>
                    <a:cubicBezTo>
                      <a:pt x="0" y="7"/>
                      <a:pt x="0" y="9"/>
                      <a:pt x="1" y="9"/>
                    </a:cubicBezTo>
                    <a:cubicBezTo>
                      <a:pt x="2" y="10"/>
                      <a:pt x="3" y="11"/>
                      <a:pt x="4" y="11"/>
                    </a:cubicBezTo>
                    <a:cubicBezTo>
                      <a:pt x="5" y="12"/>
                      <a:pt x="6" y="12"/>
                      <a:pt x="7" y="13"/>
                    </a:cubicBezTo>
                    <a:cubicBezTo>
                      <a:pt x="8" y="14"/>
                      <a:pt x="9" y="14"/>
                      <a:pt x="9" y="15"/>
                    </a:cubicBezTo>
                    <a:cubicBezTo>
                      <a:pt x="10" y="16"/>
                      <a:pt x="12" y="17"/>
                      <a:pt x="14" y="17"/>
                    </a:cubicBezTo>
                    <a:cubicBezTo>
                      <a:pt x="15" y="17"/>
                      <a:pt x="16" y="17"/>
                      <a:pt x="17" y="17"/>
                    </a:cubicBezTo>
                    <a:cubicBezTo>
                      <a:pt x="17" y="17"/>
                      <a:pt x="18" y="16"/>
                      <a:pt x="19" y="16"/>
                    </a:cubicBezTo>
                    <a:cubicBezTo>
                      <a:pt x="20" y="16"/>
                      <a:pt x="22" y="17"/>
                      <a:pt x="24" y="18"/>
                    </a:cubicBezTo>
                    <a:cubicBezTo>
                      <a:pt x="26" y="19"/>
                      <a:pt x="26" y="19"/>
                      <a:pt x="26" y="19"/>
                    </a:cubicBezTo>
                    <a:cubicBezTo>
                      <a:pt x="27" y="19"/>
                      <a:pt x="28" y="21"/>
                      <a:pt x="29" y="22"/>
                    </a:cubicBezTo>
                    <a:cubicBezTo>
                      <a:pt x="31" y="23"/>
                      <a:pt x="32" y="25"/>
                      <a:pt x="32" y="26"/>
                    </a:cubicBezTo>
                    <a:cubicBezTo>
                      <a:pt x="32" y="27"/>
                      <a:pt x="32" y="27"/>
                      <a:pt x="32" y="27"/>
                    </a:cubicBezTo>
                    <a:cubicBezTo>
                      <a:pt x="33" y="28"/>
                      <a:pt x="33" y="29"/>
                      <a:pt x="33" y="30"/>
                    </a:cubicBezTo>
                    <a:cubicBezTo>
                      <a:pt x="33" y="30"/>
                      <a:pt x="33" y="30"/>
                      <a:pt x="33" y="30"/>
                    </a:cubicBezTo>
                    <a:cubicBezTo>
                      <a:pt x="33" y="30"/>
                      <a:pt x="33" y="30"/>
                      <a:pt x="33" y="30"/>
                    </a:cubicBezTo>
                    <a:cubicBezTo>
                      <a:pt x="33" y="31"/>
                      <a:pt x="33" y="31"/>
                      <a:pt x="33" y="31"/>
                    </a:cubicBezTo>
                    <a:cubicBezTo>
                      <a:pt x="33" y="30"/>
                      <a:pt x="33" y="30"/>
                      <a:pt x="33" y="30"/>
                    </a:cubicBezTo>
                    <a:cubicBezTo>
                      <a:pt x="33" y="30"/>
                      <a:pt x="33" y="30"/>
                      <a:pt x="33" y="30"/>
                    </a:cubicBezTo>
                    <a:cubicBezTo>
                      <a:pt x="33" y="31"/>
                      <a:pt x="33" y="31"/>
                      <a:pt x="33" y="31"/>
                    </a:cubicBezTo>
                    <a:cubicBezTo>
                      <a:pt x="33" y="30"/>
                      <a:pt x="33" y="30"/>
                      <a:pt x="33" y="30"/>
                    </a:cubicBezTo>
                    <a:cubicBezTo>
                      <a:pt x="34" y="31"/>
                      <a:pt x="34" y="31"/>
                      <a:pt x="34" y="31"/>
                    </a:cubicBezTo>
                    <a:cubicBezTo>
                      <a:pt x="34" y="30"/>
                      <a:pt x="34" y="30"/>
                      <a:pt x="34" y="30"/>
                    </a:cubicBezTo>
                    <a:cubicBezTo>
                      <a:pt x="33" y="30"/>
                      <a:pt x="33" y="30"/>
                      <a:pt x="33" y="30"/>
                    </a:cubicBezTo>
                    <a:cubicBezTo>
                      <a:pt x="34" y="31"/>
                      <a:pt x="34" y="31"/>
                      <a:pt x="34" y="31"/>
                    </a:cubicBezTo>
                    <a:cubicBezTo>
                      <a:pt x="34" y="30"/>
                      <a:pt x="34" y="30"/>
                      <a:pt x="34" y="30"/>
                    </a:cubicBezTo>
                    <a:cubicBezTo>
                      <a:pt x="32" y="30"/>
                      <a:pt x="31" y="31"/>
                      <a:pt x="30" y="32"/>
                    </a:cubicBezTo>
                    <a:cubicBezTo>
                      <a:pt x="29" y="33"/>
                      <a:pt x="29" y="34"/>
                      <a:pt x="29" y="35"/>
                    </a:cubicBezTo>
                    <a:cubicBezTo>
                      <a:pt x="29" y="37"/>
                      <a:pt x="30" y="39"/>
                      <a:pt x="31" y="40"/>
                    </a:cubicBezTo>
                    <a:cubicBezTo>
                      <a:pt x="32" y="41"/>
                      <a:pt x="33" y="42"/>
                      <a:pt x="35" y="43"/>
                    </a:cubicBezTo>
                    <a:cubicBezTo>
                      <a:pt x="51" y="49"/>
                      <a:pt x="51" y="49"/>
                      <a:pt x="51" y="49"/>
                    </a:cubicBezTo>
                    <a:cubicBezTo>
                      <a:pt x="53" y="49"/>
                      <a:pt x="54" y="50"/>
                      <a:pt x="56" y="50"/>
                    </a:cubicBezTo>
                    <a:cubicBezTo>
                      <a:pt x="57" y="50"/>
                      <a:pt x="57" y="50"/>
                      <a:pt x="58" y="49"/>
                    </a:cubicBezTo>
                    <a:cubicBezTo>
                      <a:pt x="59" y="49"/>
                      <a:pt x="59" y="49"/>
                      <a:pt x="60" y="48"/>
                    </a:cubicBezTo>
                    <a:cubicBezTo>
                      <a:pt x="60" y="48"/>
                      <a:pt x="60" y="48"/>
                      <a:pt x="60" y="48"/>
                    </a:cubicBezTo>
                    <a:cubicBezTo>
                      <a:pt x="60" y="48"/>
                      <a:pt x="60" y="48"/>
                      <a:pt x="60" y="48"/>
                    </a:cubicBezTo>
                    <a:cubicBezTo>
                      <a:pt x="61" y="47"/>
                      <a:pt x="61" y="47"/>
                      <a:pt x="61" y="46"/>
                    </a:cubicBezTo>
                    <a:cubicBezTo>
                      <a:pt x="61" y="45"/>
                      <a:pt x="60" y="44"/>
                      <a:pt x="60" y="42"/>
                    </a:cubicBezTo>
                    <a:cubicBezTo>
                      <a:pt x="60" y="41"/>
                      <a:pt x="59" y="40"/>
                      <a:pt x="58" y="39"/>
                    </a:cubicBezTo>
                    <a:cubicBezTo>
                      <a:pt x="57" y="38"/>
                      <a:pt x="57" y="38"/>
                      <a:pt x="57" y="38"/>
                    </a:cubicBezTo>
                    <a:cubicBezTo>
                      <a:pt x="57" y="37"/>
                      <a:pt x="57" y="37"/>
                      <a:pt x="56" y="37"/>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5" y="36"/>
                      <a:pt x="55" y="36"/>
                      <a:pt x="55" y="36"/>
                    </a:cubicBezTo>
                    <a:cubicBezTo>
                      <a:pt x="56" y="37"/>
                      <a:pt x="56" y="37"/>
                      <a:pt x="56" y="37"/>
                    </a:cubicBezTo>
                    <a:cubicBezTo>
                      <a:pt x="56" y="36"/>
                      <a:pt x="56" y="36"/>
                      <a:pt x="56" y="36"/>
                    </a:cubicBezTo>
                    <a:cubicBezTo>
                      <a:pt x="55" y="36"/>
                      <a:pt x="55" y="36"/>
                      <a:pt x="55" y="36"/>
                    </a:cubicBezTo>
                    <a:cubicBezTo>
                      <a:pt x="56" y="37"/>
                      <a:pt x="56" y="37"/>
                      <a:pt x="56" y="37"/>
                    </a:cubicBezTo>
                    <a:cubicBezTo>
                      <a:pt x="55" y="36"/>
                      <a:pt x="55" y="36"/>
                      <a:pt x="55" y="36"/>
                    </a:cubicBezTo>
                    <a:cubicBezTo>
                      <a:pt x="55" y="37"/>
                      <a:pt x="55" y="37"/>
                      <a:pt x="55" y="37"/>
                    </a:cubicBezTo>
                    <a:cubicBezTo>
                      <a:pt x="55" y="37"/>
                      <a:pt x="55" y="37"/>
                      <a:pt x="56" y="37"/>
                    </a:cubicBezTo>
                    <a:cubicBezTo>
                      <a:pt x="55" y="36"/>
                      <a:pt x="55" y="36"/>
                      <a:pt x="55" y="36"/>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6" y="38"/>
                      <a:pt x="56" y="38"/>
                    </a:cubicBezTo>
                    <a:cubicBezTo>
                      <a:pt x="59" y="38"/>
                      <a:pt x="61" y="36"/>
                      <a:pt x="61" y="34"/>
                    </a:cubicBezTo>
                    <a:cubicBezTo>
                      <a:pt x="61" y="33"/>
                      <a:pt x="61" y="33"/>
                      <a:pt x="61" y="33"/>
                    </a:cubicBezTo>
                    <a:cubicBezTo>
                      <a:pt x="61" y="31"/>
                      <a:pt x="60" y="30"/>
                      <a:pt x="59" y="29"/>
                    </a:cubicBezTo>
                    <a:cubicBezTo>
                      <a:pt x="58" y="28"/>
                      <a:pt x="57" y="27"/>
                      <a:pt x="56" y="27"/>
                    </a:cubicBezTo>
                    <a:cubicBezTo>
                      <a:pt x="55" y="29"/>
                      <a:pt x="55" y="29"/>
                      <a:pt x="55" y="29"/>
                    </a:cubicBezTo>
                    <a:cubicBezTo>
                      <a:pt x="56" y="27"/>
                      <a:pt x="56" y="27"/>
                      <a:pt x="56" y="27"/>
                    </a:cubicBezTo>
                    <a:cubicBezTo>
                      <a:pt x="55" y="26"/>
                      <a:pt x="55" y="26"/>
                      <a:pt x="55" y="26"/>
                    </a:cubicBezTo>
                    <a:cubicBezTo>
                      <a:pt x="55" y="26"/>
                      <a:pt x="55" y="26"/>
                      <a:pt x="55" y="26"/>
                    </a:cubicBezTo>
                    <a:cubicBezTo>
                      <a:pt x="55" y="26"/>
                      <a:pt x="55" y="26"/>
                      <a:pt x="55" y="26"/>
                    </a:cubicBezTo>
                    <a:cubicBezTo>
                      <a:pt x="54" y="26"/>
                      <a:pt x="52" y="25"/>
                      <a:pt x="51" y="24"/>
                    </a:cubicBezTo>
                    <a:cubicBezTo>
                      <a:pt x="49" y="23"/>
                      <a:pt x="48" y="22"/>
                      <a:pt x="47" y="21"/>
                    </a:cubicBezTo>
                    <a:cubicBezTo>
                      <a:pt x="43" y="16"/>
                      <a:pt x="43" y="16"/>
                      <a:pt x="43" y="16"/>
                    </a:cubicBezTo>
                    <a:cubicBezTo>
                      <a:pt x="42" y="14"/>
                      <a:pt x="41" y="12"/>
                      <a:pt x="39" y="11"/>
                    </a:cubicBezTo>
                    <a:cubicBezTo>
                      <a:pt x="37" y="10"/>
                      <a:pt x="36" y="9"/>
                      <a:pt x="34" y="8"/>
                    </a:cubicBezTo>
                    <a:cubicBezTo>
                      <a:pt x="11" y="0"/>
                      <a:pt x="11" y="0"/>
                      <a:pt x="11" y="0"/>
                    </a:cubicBezTo>
                    <a:cubicBezTo>
                      <a:pt x="10" y="0"/>
                      <a:pt x="9" y="0"/>
                      <a:pt x="8" y="0"/>
                    </a:cubicBezTo>
                    <a:cubicBezTo>
                      <a:pt x="5" y="0"/>
                      <a:pt x="2" y="1"/>
                      <a:pt x="1" y="3"/>
                    </a:cubicBezTo>
                    <a:lnTo>
                      <a:pt x="3" y="4"/>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6" name="Freeform 282"/>
              <p:cNvSpPr>
                <a:spLocks/>
              </p:cNvSpPr>
              <p:nvPr/>
            </p:nvSpPr>
            <p:spPr bwMode="auto">
              <a:xfrm>
                <a:off x="-4938658" y="2428454"/>
                <a:ext cx="385139" cy="341912"/>
              </a:xfrm>
              <a:custGeom>
                <a:avLst/>
                <a:gdLst/>
                <a:ahLst/>
                <a:cxnLst>
                  <a:cxn ang="0">
                    <a:pos x="5" y="9"/>
                  </a:cxn>
                  <a:cxn ang="0">
                    <a:pos x="5" y="9"/>
                  </a:cxn>
                  <a:cxn ang="0">
                    <a:pos x="5" y="9"/>
                  </a:cxn>
                  <a:cxn ang="0">
                    <a:pos x="6" y="8"/>
                  </a:cxn>
                  <a:cxn ang="0">
                    <a:pos x="19" y="11"/>
                  </a:cxn>
                  <a:cxn ang="0">
                    <a:pos x="25" y="5"/>
                  </a:cxn>
                  <a:cxn ang="0">
                    <a:pos x="25" y="5"/>
                  </a:cxn>
                  <a:cxn ang="0">
                    <a:pos x="36" y="7"/>
                  </a:cxn>
                  <a:cxn ang="0">
                    <a:pos x="53" y="14"/>
                  </a:cxn>
                  <a:cxn ang="0">
                    <a:pos x="60" y="13"/>
                  </a:cxn>
                  <a:cxn ang="0">
                    <a:pos x="93" y="33"/>
                  </a:cxn>
                  <a:cxn ang="0">
                    <a:pos x="98" y="59"/>
                  </a:cxn>
                  <a:cxn ang="0">
                    <a:pos x="93" y="72"/>
                  </a:cxn>
                  <a:cxn ang="0">
                    <a:pos x="96" y="87"/>
                  </a:cxn>
                  <a:cxn ang="0">
                    <a:pos x="96" y="87"/>
                  </a:cxn>
                  <a:cxn ang="0">
                    <a:pos x="97" y="87"/>
                  </a:cxn>
                  <a:cxn ang="0">
                    <a:pos x="97" y="87"/>
                  </a:cxn>
                  <a:cxn ang="0">
                    <a:pos x="97" y="87"/>
                  </a:cxn>
                  <a:cxn ang="0">
                    <a:pos x="65" y="60"/>
                  </a:cxn>
                  <a:cxn ang="0">
                    <a:pos x="57" y="42"/>
                  </a:cxn>
                  <a:cxn ang="0">
                    <a:pos x="30" y="23"/>
                  </a:cxn>
                  <a:cxn ang="0">
                    <a:pos x="12" y="23"/>
                  </a:cxn>
                  <a:cxn ang="0">
                    <a:pos x="11" y="22"/>
                  </a:cxn>
                  <a:cxn ang="0">
                    <a:pos x="10" y="22"/>
                  </a:cxn>
                  <a:cxn ang="0">
                    <a:pos x="11" y="22"/>
                  </a:cxn>
                  <a:cxn ang="0">
                    <a:pos x="11" y="21"/>
                  </a:cxn>
                  <a:cxn ang="0">
                    <a:pos x="5" y="15"/>
                  </a:cxn>
                  <a:cxn ang="0">
                    <a:pos x="4" y="16"/>
                  </a:cxn>
                  <a:cxn ang="0">
                    <a:pos x="5" y="16"/>
                  </a:cxn>
                  <a:cxn ang="0">
                    <a:pos x="5" y="9"/>
                  </a:cxn>
                  <a:cxn ang="0">
                    <a:pos x="2" y="13"/>
                  </a:cxn>
                  <a:cxn ang="0">
                    <a:pos x="6" y="20"/>
                  </a:cxn>
                  <a:cxn ang="0">
                    <a:pos x="8" y="26"/>
                  </a:cxn>
                  <a:cxn ang="0">
                    <a:pos x="24" y="27"/>
                  </a:cxn>
                  <a:cxn ang="0">
                    <a:pos x="43" y="37"/>
                  </a:cxn>
                  <a:cxn ang="0">
                    <a:pos x="59" y="54"/>
                  </a:cxn>
                  <a:cxn ang="0">
                    <a:pos x="93" y="90"/>
                  </a:cxn>
                  <a:cxn ang="0">
                    <a:pos x="100" y="84"/>
                  </a:cxn>
                  <a:cxn ang="0">
                    <a:pos x="98" y="69"/>
                  </a:cxn>
                  <a:cxn ang="0">
                    <a:pos x="102" y="58"/>
                  </a:cxn>
                  <a:cxn ang="0">
                    <a:pos x="70" y="16"/>
                  </a:cxn>
                  <a:cxn ang="0">
                    <a:pos x="58" y="8"/>
                  </a:cxn>
                  <a:cxn ang="0">
                    <a:pos x="50" y="10"/>
                  </a:cxn>
                  <a:cxn ang="0">
                    <a:pos x="50" y="11"/>
                  </a:cxn>
                  <a:cxn ang="0">
                    <a:pos x="46" y="9"/>
                  </a:cxn>
                  <a:cxn ang="0">
                    <a:pos x="24" y="1"/>
                  </a:cxn>
                  <a:cxn ang="0">
                    <a:pos x="19" y="7"/>
                  </a:cxn>
                  <a:cxn ang="0">
                    <a:pos x="19" y="7"/>
                  </a:cxn>
                  <a:cxn ang="0">
                    <a:pos x="19" y="7"/>
                  </a:cxn>
                  <a:cxn ang="0">
                    <a:pos x="4" y="4"/>
                  </a:cxn>
                  <a:cxn ang="0">
                    <a:pos x="2" y="12"/>
                  </a:cxn>
                </a:cxnLst>
                <a:rect l="0" t="0" r="r" b="b"/>
                <a:pathLst>
                  <a:path w="102" h="91">
                    <a:moveTo>
                      <a:pt x="3" y="10"/>
                    </a:move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8"/>
                      <a:pt x="5" y="8"/>
                      <a:pt x="5" y="8"/>
                    </a:cubicBezTo>
                    <a:cubicBezTo>
                      <a:pt x="5" y="8"/>
                      <a:pt x="5" y="8"/>
                      <a:pt x="6" y="8"/>
                    </a:cubicBezTo>
                    <a:cubicBezTo>
                      <a:pt x="6" y="8"/>
                      <a:pt x="6" y="8"/>
                      <a:pt x="6" y="8"/>
                    </a:cubicBezTo>
                    <a:cubicBezTo>
                      <a:pt x="6" y="8"/>
                      <a:pt x="6" y="8"/>
                      <a:pt x="6" y="8"/>
                    </a:cubicBezTo>
                    <a:cubicBezTo>
                      <a:pt x="6" y="7"/>
                      <a:pt x="7" y="7"/>
                      <a:pt x="8" y="7"/>
                    </a:cubicBezTo>
                    <a:cubicBezTo>
                      <a:pt x="9" y="7"/>
                      <a:pt x="11" y="8"/>
                      <a:pt x="12" y="8"/>
                    </a:cubicBezTo>
                    <a:cubicBezTo>
                      <a:pt x="13" y="9"/>
                      <a:pt x="13" y="9"/>
                      <a:pt x="13" y="9"/>
                    </a:cubicBezTo>
                    <a:cubicBezTo>
                      <a:pt x="15" y="10"/>
                      <a:pt x="17" y="11"/>
                      <a:pt x="19" y="11"/>
                    </a:cubicBezTo>
                    <a:cubicBezTo>
                      <a:pt x="20" y="11"/>
                      <a:pt x="21" y="11"/>
                      <a:pt x="22" y="10"/>
                    </a:cubicBezTo>
                    <a:cubicBezTo>
                      <a:pt x="22" y="10"/>
                      <a:pt x="22" y="10"/>
                      <a:pt x="22" y="10"/>
                    </a:cubicBezTo>
                    <a:cubicBezTo>
                      <a:pt x="24" y="9"/>
                      <a:pt x="25" y="7"/>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7" y="4"/>
                      <a:pt x="28" y="4"/>
                    </a:cubicBezTo>
                    <a:cubicBezTo>
                      <a:pt x="29" y="4"/>
                      <a:pt x="31" y="4"/>
                      <a:pt x="32" y="5"/>
                    </a:cubicBezTo>
                    <a:cubicBezTo>
                      <a:pt x="34" y="5"/>
                      <a:pt x="35" y="6"/>
                      <a:pt x="36" y="7"/>
                    </a:cubicBezTo>
                    <a:cubicBezTo>
                      <a:pt x="44" y="12"/>
                      <a:pt x="44" y="12"/>
                      <a:pt x="44" y="12"/>
                    </a:cubicBezTo>
                    <a:cubicBezTo>
                      <a:pt x="46" y="14"/>
                      <a:pt x="48" y="15"/>
                      <a:pt x="50" y="15"/>
                    </a:cubicBezTo>
                    <a:cubicBezTo>
                      <a:pt x="51" y="15"/>
                      <a:pt x="52" y="14"/>
                      <a:pt x="53" y="14"/>
                    </a:cubicBezTo>
                    <a:cubicBezTo>
                      <a:pt x="53" y="14"/>
                      <a:pt x="53" y="14"/>
                      <a:pt x="53" y="14"/>
                    </a:cubicBezTo>
                    <a:cubicBezTo>
                      <a:pt x="53" y="14"/>
                      <a:pt x="53" y="14"/>
                      <a:pt x="53" y="14"/>
                    </a:cubicBezTo>
                    <a:cubicBezTo>
                      <a:pt x="53" y="13"/>
                      <a:pt x="53" y="13"/>
                      <a:pt x="53" y="13"/>
                    </a:cubicBezTo>
                    <a:cubicBezTo>
                      <a:pt x="54" y="13"/>
                      <a:pt x="56" y="12"/>
                      <a:pt x="58" y="12"/>
                    </a:cubicBezTo>
                    <a:cubicBezTo>
                      <a:pt x="58" y="12"/>
                      <a:pt x="59" y="13"/>
                      <a:pt x="60" y="13"/>
                    </a:cubicBezTo>
                    <a:cubicBezTo>
                      <a:pt x="61" y="13"/>
                      <a:pt x="61" y="14"/>
                      <a:pt x="61" y="14"/>
                    </a:cubicBezTo>
                    <a:cubicBezTo>
                      <a:pt x="62" y="15"/>
                      <a:pt x="63" y="16"/>
                      <a:pt x="64" y="17"/>
                    </a:cubicBezTo>
                    <a:cubicBezTo>
                      <a:pt x="66" y="18"/>
                      <a:pt x="67" y="19"/>
                      <a:pt x="69" y="20"/>
                    </a:cubicBezTo>
                    <a:cubicBezTo>
                      <a:pt x="93" y="33"/>
                      <a:pt x="93" y="33"/>
                      <a:pt x="93" y="33"/>
                    </a:cubicBezTo>
                    <a:cubicBezTo>
                      <a:pt x="94" y="33"/>
                      <a:pt x="95" y="34"/>
                      <a:pt x="95" y="36"/>
                    </a:cubicBezTo>
                    <a:cubicBezTo>
                      <a:pt x="96" y="37"/>
                      <a:pt x="97" y="39"/>
                      <a:pt x="97" y="40"/>
                    </a:cubicBezTo>
                    <a:cubicBezTo>
                      <a:pt x="98" y="59"/>
                      <a:pt x="98" y="59"/>
                      <a:pt x="98" y="59"/>
                    </a:cubicBezTo>
                    <a:cubicBezTo>
                      <a:pt x="98" y="59"/>
                      <a:pt x="98" y="59"/>
                      <a:pt x="98" y="59"/>
                    </a:cubicBezTo>
                    <a:cubicBezTo>
                      <a:pt x="98" y="61"/>
                      <a:pt x="97" y="62"/>
                      <a:pt x="97" y="63"/>
                    </a:cubicBezTo>
                    <a:cubicBezTo>
                      <a:pt x="96" y="65"/>
                      <a:pt x="96" y="65"/>
                      <a:pt x="96" y="65"/>
                    </a:cubicBezTo>
                    <a:cubicBezTo>
                      <a:pt x="94" y="66"/>
                      <a:pt x="94" y="67"/>
                      <a:pt x="93" y="68"/>
                    </a:cubicBezTo>
                    <a:cubicBezTo>
                      <a:pt x="93" y="69"/>
                      <a:pt x="93" y="71"/>
                      <a:pt x="93" y="72"/>
                    </a:cubicBezTo>
                    <a:cubicBezTo>
                      <a:pt x="93" y="73"/>
                      <a:pt x="93" y="75"/>
                      <a:pt x="93" y="76"/>
                    </a:cubicBezTo>
                    <a:cubicBezTo>
                      <a:pt x="95" y="85"/>
                      <a:pt x="95" y="85"/>
                      <a:pt x="95" y="85"/>
                    </a:cubicBezTo>
                    <a:cubicBezTo>
                      <a:pt x="96" y="86"/>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7" y="88"/>
                      <a:pt x="97" y="88"/>
                      <a:pt x="97" y="88"/>
                    </a:cubicBezTo>
                    <a:cubicBezTo>
                      <a:pt x="97" y="87"/>
                      <a:pt x="97" y="87"/>
                      <a:pt x="97" y="87"/>
                    </a:cubicBezTo>
                    <a:cubicBezTo>
                      <a:pt x="96" y="87"/>
                      <a:pt x="96" y="87"/>
                      <a:pt x="96" y="87"/>
                    </a:cubicBezTo>
                    <a:cubicBezTo>
                      <a:pt x="97" y="88"/>
                      <a:pt x="97" y="88"/>
                      <a:pt x="97" y="88"/>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6" y="86"/>
                      <a:pt x="96" y="86"/>
                      <a:pt x="96" y="86"/>
                    </a:cubicBezTo>
                    <a:cubicBezTo>
                      <a:pt x="68" y="64"/>
                      <a:pt x="68" y="64"/>
                      <a:pt x="68" y="64"/>
                    </a:cubicBezTo>
                    <a:cubicBezTo>
                      <a:pt x="67" y="63"/>
                      <a:pt x="66" y="61"/>
                      <a:pt x="65" y="60"/>
                    </a:cubicBezTo>
                    <a:cubicBezTo>
                      <a:pt x="64" y="58"/>
                      <a:pt x="63" y="56"/>
                      <a:pt x="63" y="55"/>
                    </a:cubicBezTo>
                    <a:cubicBezTo>
                      <a:pt x="63" y="53"/>
                      <a:pt x="63" y="53"/>
                      <a:pt x="63" y="53"/>
                    </a:cubicBezTo>
                    <a:cubicBezTo>
                      <a:pt x="63" y="51"/>
                      <a:pt x="62" y="49"/>
                      <a:pt x="61" y="47"/>
                    </a:cubicBezTo>
                    <a:cubicBezTo>
                      <a:pt x="60" y="45"/>
                      <a:pt x="58" y="43"/>
                      <a:pt x="57" y="42"/>
                    </a:cubicBezTo>
                    <a:cubicBezTo>
                      <a:pt x="54" y="40"/>
                      <a:pt x="54" y="40"/>
                      <a:pt x="54" y="40"/>
                    </a:cubicBezTo>
                    <a:cubicBezTo>
                      <a:pt x="52" y="38"/>
                      <a:pt x="48" y="35"/>
                      <a:pt x="45" y="34"/>
                    </a:cubicBezTo>
                    <a:cubicBezTo>
                      <a:pt x="35" y="26"/>
                      <a:pt x="35" y="26"/>
                      <a:pt x="35" y="26"/>
                    </a:cubicBezTo>
                    <a:cubicBezTo>
                      <a:pt x="33" y="25"/>
                      <a:pt x="32" y="24"/>
                      <a:pt x="30" y="23"/>
                    </a:cubicBezTo>
                    <a:cubicBezTo>
                      <a:pt x="28" y="23"/>
                      <a:pt x="26" y="22"/>
                      <a:pt x="24" y="22"/>
                    </a:cubicBezTo>
                    <a:cubicBezTo>
                      <a:pt x="24" y="22"/>
                      <a:pt x="24" y="22"/>
                      <a:pt x="24" y="22"/>
                    </a:cubicBezTo>
                    <a:cubicBezTo>
                      <a:pt x="24" y="22"/>
                      <a:pt x="24" y="22"/>
                      <a:pt x="24" y="22"/>
                    </a:cubicBezTo>
                    <a:cubicBezTo>
                      <a:pt x="12" y="23"/>
                      <a:pt x="12" y="23"/>
                      <a:pt x="12" y="23"/>
                    </a:cubicBezTo>
                    <a:cubicBezTo>
                      <a:pt x="12" y="23"/>
                      <a:pt x="12" y="23"/>
                      <a:pt x="12" y="23"/>
                    </a:cubicBezTo>
                    <a:cubicBezTo>
                      <a:pt x="11" y="23"/>
                      <a:pt x="11" y="23"/>
                      <a:pt x="11"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1" y="21"/>
                      <a:pt x="11" y="21"/>
                      <a:pt x="11" y="21"/>
                    </a:cubicBezTo>
                    <a:cubicBezTo>
                      <a:pt x="11" y="20"/>
                      <a:pt x="10" y="18"/>
                      <a:pt x="9" y="17"/>
                    </a:cubicBezTo>
                    <a:cubicBezTo>
                      <a:pt x="9" y="16"/>
                      <a:pt x="7" y="16"/>
                      <a:pt x="6" y="16"/>
                    </a:cubicBezTo>
                    <a:cubicBezTo>
                      <a:pt x="6" y="15"/>
                      <a:pt x="5" y="15"/>
                      <a:pt x="5" y="15"/>
                    </a:cubicBezTo>
                    <a:cubicBezTo>
                      <a:pt x="5" y="15"/>
                      <a:pt x="5" y="15"/>
                      <a:pt x="5" y="15"/>
                    </a:cubicBezTo>
                    <a:cubicBezTo>
                      <a:pt x="4" y="16"/>
                      <a:pt x="4" y="16"/>
                      <a:pt x="4" y="16"/>
                    </a:cubicBezTo>
                    <a:cubicBezTo>
                      <a:pt x="5" y="16"/>
                      <a:pt x="5" y="16"/>
                      <a:pt x="5" y="16"/>
                    </a:cubicBezTo>
                    <a:cubicBezTo>
                      <a:pt x="5" y="15"/>
                      <a:pt x="5" y="15"/>
                      <a:pt x="5" y="15"/>
                    </a:cubicBezTo>
                    <a:cubicBezTo>
                      <a:pt x="4" y="16"/>
                      <a:pt x="4" y="16"/>
                      <a:pt x="4" y="16"/>
                    </a:cubicBezTo>
                    <a:cubicBezTo>
                      <a:pt x="5" y="16"/>
                      <a:pt x="5" y="16"/>
                      <a:pt x="5" y="16"/>
                    </a:cubicBezTo>
                    <a:cubicBezTo>
                      <a:pt x="4" y="16"/>
                      <a:pt x="4" y="16"/>
                      <a:pt x="4" y="16"/>
                    </a:cubicBezTo>
                    <a:cubicBezTo>
                      <a:pt x="5" y="16"/>
                      <a:pt x="5" y="16"/>
                      <a:pt x="5" y="16"/>
                    </a:cubicBezTo>
                    <a:cubicBezTo>
                      <a:pt x="5" y="16"/>
                      <a:pt x="5" y="16"/>
                      <a:pt x="5" y="16"/>
                    </a:cubicBezTo>
                    <a:cubicBezTo>
                      <a:pt x="4" y="16"/>
                      <a:pt x="4" y="16"/>
                      <a:pt x="4" y="16"/>
                    </a:cubicBezTo>
                    <a:cubicBezTo>
                      <a:pt x="5" y="16"/>
                      <a:pt x="5" y="16"/>
                      <a:pt x="5" y="16"/>
                    </a:cubicBezTo>
                    <a:cubicBezTo>
                      <a:pt x="6" y="15"/>
                      <a:pt x="6" y="14"/>
                      <a:pt x="6" y="13"/>
                    </a:cubicBezTo>
                    <a:cubicBezTo>
                      <a:pt x="6" y="11"/>
                      <a:pt x="6" y="10"/>
                      <a:pt x="5" y="9"/>
                    </a:cubicBezTo>
                    <a:cubicBezTo>
                      <a:pt x="3" y="10"/>
                      <a:pt x="3" y="10"/>
                      <a:pt x="3" y="10"/>
                    </a:cubicBezTo>
                    <a:cubicBezTo>
                      <a:pt x="2" y="12"/>
                      <a:pt x="2" y="12"/>
                      <a:pt x="2" y="12"/>
                    </a:cubicBezTo>
                    <a:cubicBezTo>
                      <a:pt x="2" y="13"/>
                      <a:pt x="2" y="13"/>
                      <a:pt x="2" y="13"/>
                    </a:cubicBezTo>
                    <a:cubicBezTo>
                      <a:pt x="2" y="13"/>
                      <a:pt x="2" y="13"/>
                      <a:pt x="2" y="13"/>
                    </a:cubicBezTo>
                    <a:cubicBezTo>
                      <a:pt x="1" y="14"/>
                      <a:pt x="1" y="15"/>
                      <a:pt x="1" y="16"/>
                    </a:cubicBezTo>
                    <a:cubicBezTo>
                      <a:pt x="1" y="17"/>
                      <a:pt x="2" y="18"/>
                      <a:pt x="2" y="18"/>
                    </a:cubicBezTo>
                    <a:cubicBezTo>
                      <a:pt x="3" y="19"/>
                      <a:pt x="4" y="19"/>
                      <a:pt x="5" y="20"/>
                    </a:cubicBezTo>
                    <a:cubicBezTo>
                      <a:pt x="6" y="20"/>
                      <a:pt x="6" y="20"/>
                      <a:pt x="6" y="20"/>
                    </a:cubicBezTo>
                    <a:cubicBezTo>
                      <a:pt x="7" y="21"/>
                      <a:pt x="7" y="21"/>
                      <a:pt x="7" y="21"/>
                    </a:cubicBezTo>
                    <a:cubicBezTo>
                      <a:pt x="7" y="21"/>
                      <a:pt x="7" y="21"/>
                      <a:pt x="7" y="21"/>
                    </a:cubicBezTo>
                    <a:cubicBezTo>
                      <a:pt x="6" y="22"/>
                      <a:pt x="6" y="22"/>
                      <a:pt x="6" y="22"/>
                    </a:cubicBezTo>
                    <a:cubicBezTo>
                      <a:pt x="6" y="24"/>
                      <a:pt x="7" y="25"/>
                      <a:pt x="8" y="26"/>
                    </a:cubicBezTo>
                    <a:cubicBezTo>
                      <a:pt x="10" y="27"/>
                      <a:pt x="11" y="27"/>
                      <a:pt x="12" y="27"/>
                    </a:cubicBezTo>
                    <a:cubicBezTo>
                      <a:pt x="13" y="27"/>
                      <a:pt x="13" y="27"/>
                      <a:pt x="13" y="27"/>
                    </a:cubicBezTo>
                    <a:cubicBezTo>
                      <a:pt x="24" y="27"/>
                      <a:pt x="24" y="27"/>
                      <a:pt x="24" y="27"/>
                    </a:cubicBezTo>
                    <a:cubicBezTo>
                      <a:pt x="24" y="27"/>
                      <a:pt x="24" y="27"/>
                      <a:pt x="24" y="27"/>
                    </a:cubicBezTo>
                    <a:cubicBezTo>
                      <a:pt x="24" y="27"/>
                      <a:pt x="24" y="27"/>
                      <a:pt x="24" y="27"/>
                    </a:cubicBezTo>
                    <a:cubicBezTo>
                      <a:pt x="25" y="27"/>
                      <a:pt x="27" y="27"/>
                      <a:pt x="28" y="28"/>
                    </a:cubicBezTo>
                    <a:cubicBezTo>
                      <a:pt x="30" y="28"/>
                      <a:pt x="31" y="29"/>
                      <a:pt x="32" y="29"/>
                    </a:cubicBezTo>
                    <a:cubicBezTo>
                      <a:pt x="43" y="37"/>
                      <a:pt x="43" y="37"/>
                      <a:pt x="43" y="37"/>
                    </a:cubicBezTo>
                    <a:cubicBezTo>
                      <a:pt x="45" y="39"/>
                      <a:pt x="49" y="42"/>
                      <a:pt x="52" y="44"/>
                    </a:cubicBezTo>
                    <a:cubicBezTo>
                      <a:pt x="54" y="45"/>
                      <a:pt x="54" y="45"/>
                      <a:pt x="54" y="45"/>
                    </a:cubicBezTo>
                    <a:cubicBezTo>
                      <a:pt x="55" y="46"/>
                      <a:pt x="56" y="47"/>
                      <a:pt x="57" y="49"/>
                    </a:cubicBezTo>
                    <a:cubicBezTo>
                      <a:pt x="58" y="51"/>
                      <a:pt x="58" y="52"/>
                      <a:pt x="59" y="54"/>
                    </a:cubicBezTo>
                    <a:cubicBezTo>
                      <a:pt x="59" y="55"/>
                      <a:pt x="59" y="55"/>
                      <a:pt x="59" y="55"/>
                    </a:cubicBezTo>
                    <a:cubicBezTo>
                      <a:pt x="59" y="58"/>
                      <a:pt x="60" y="60"/>
                      <a:pt x="61" y="62"/>
                    </a:cubicBezTo>
                    <a:cubicBezTo>
                      <a:pt x="62" y="64"/>
                      <a:pt x="64" y="66"/>
                      <a:pt x="65" y="67"/>
                    </a:cubicBezTo>
                    <a:cubicBezTo>
                      <a:pt x="93" y="90"/>
                      <a:pt x="93" y="90"/>
                      <a:pt x="93" y="90"/>
                    </a:cubicBezTo>
                    <a:cubicBezTo>
                      <a:pt x="94" y="90"/>
                      <a:pt x="95" y="91"/>
                      <a:pt x="97" y="91"/>
                    </a:cubicBezTo>
                    <a:cubicBezTo>
                      <a:pt x="98" y="91"/>
                      <a:pt x="99" y="90"/>
                      <a:pt x="99" y="89"/>
                    </a:cubicBezTo>
                    <a:cubicBezTo>
                      <a:pt x="100" y="89"/>
                      <a:pt x="100" y="88"/>
                      <a:pt x="100" y="87"/>
                    </a:cubicBezTo>
                    <a:cubicBezTo>
                      <a:pt x="100" y="86"/>
                      <a:pt x="100" y="85"/>
                      <a:pt x="100" y="84"/>
                    </a:cubicBezTo>
                    <a:cubicBezTo>
                      <a:pt x="97" y="75"/>
                      <a:pt x="97" y="75"/>
                      <a:pt x="97" y="75"/>
                    </a:cubicBezTo>
                    <a:cubicBezTo>
                      <a:pt x="97" y="74"/>
                      <a:pt x="97" y="73"/>
                      <a:pt x="97" y="72"/>
                    </a:cubicBezTo>
                    <a:cubicBezTo>
                      <a:pt x="97" y="71"/>
                      <a:pt x="97" y="70"/>
                      <a:pt x="97" y="70"/>
                    </a:cubicBezTo>
                    <a:cubicBezTo>
                      <a:pt x="98" y="69"/>
                      <a:pt x="98" y="69"/>
                      <a:pt x="98" y="69"/>
                    </a:cubicBezTo>
                    <a:cubicBezTo>
                      <a:pt x="98" y="69"/>
                      <a:pt x="98" y="69"/>
                      <a:pt x="98" y="69"/>
                    </a:cubicBezTo>
                    <a:cubicBezTo>
                      <a:pt x="99" y="68"/>
                      <a:pt x="100" y="66"/>
                      <a:pt x="101" y="65"/>
                    </a:cubicBezTo>
                    <a:cubicBezTo>
                      <a:pt x="101" y="63"/>
                      <a:pt x="102" y="61"/>
                      <a:pt x="102" y="59"/>
                    </a:cubicBezTo>
                    <a:cubicBezTo>
                      <a:pt x="102" y="58"/>
                      <a:pt x="102" y="58"/>
                      <a:pt x="102" y="58"/>
                    </a:cubicBezTo>
                    <a:cubicBezTo>
                      <a:pt x="101" y="40"/>
                      <a:pt x="101" y="40"/>
                      <a:pt x="101" y="40"/>
                    </a:cubicBezTo>
                    <a:cubicBezTo>
                      <a:pt x="101" y="38"/>
                      <a:pt x="100" y="35"/>
                      <a:pt x="99" y="34"/>
                    </a:cubicBezTo>
                    <a:cubicBezTo>
                      <a:pt x="98" y="32"/>
                      <a:pt x="97" y="30"/>
                      <a:pt x="95" y="29"/>
                    </a:cubicBezTo>
                    <a:cubicBezTo>
                      <a:pt x="70" y="16"/>
                      <a:pt x="70" y="16"/>
                      <a:pt x="70" y="16"/>
                    </a:cubicBezTo>
                    <a:cubicBezTo>
                      <a:pt x="69" y="16"/>
                      <a:pt x="68" y="15"/>
                      <a:pt x="67" y="14"/>
                    </a:cubicBezTo>
                    <a:cubicBezTo>
                      <a:pt x="66" y="13"/>
                      <a:pt x="65" y="12"/>
                      <a:pt x="65" y="12"/>
                    </a:cubicBezTo>
                    <a:cubicBezTo>
                      <a:pt x="65" y="10"/>
                      <a:pt x="63" y="10"/>
                      <a:pt x="62" y="9"/>
                    </a:cubicBezTo>
                    <a:cubicBezTo>
                      <a:pt x="61" y="8"/>
                      <a:pt x="59" y="8"/>
                      <a:pt x="58" y="8"/>
                    </a:cubicBezTo>
                    <a:cubicBezTo>
                      <a:pt x="56" y="8"/>
                      <a:pt x="55" y="8"/>
                      <a:pt x="53" y="9"/>
                    </a:cubicBezTo>
                    <a:cubicBezTo>
                      <a:pt x="52" y="9"/>
                      <a:pt x="51" y="10"/>
                      <a:pt x="50" y="10"/>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0"/>
                      <a:pt x="50" y="10"/>
                      <a:pt x="50" y="10"/>
                    </a:cubicBezTo>
                    <a:cubicBezTo>
                      <a:pt x="49" y="10"/>
                      <a:pt x="48" y="10"/>
                      <a:pt x="46" y="9"/>
                    </a:cubicBezTo>
                    <a:cubicBezTo>
                      <a:pt x="39" y="3"/>
                      <a:pt x="39" y="3"/>
                      <a:pt x="39" y="3"/>
                    </a:cubicBezTo>
                    <a:cubicBezTo>
                      <a:pt x="37" y="2"/>
                      <a:pt x="36" y="2"/>
                      <a:pt x="34" y="1"/>
                    </a:cubicBezTo>
                    <a:cubicBezTo>
                      <a:pt x="32" y="0"/>
                      <a:pt x="30" y="0"/>
                      <a:pt x="28" y="0"/>
                    </a:cubicBezTo>
                    <a:cubicBezTo>
                      <a:pt x="27" y="0"/>
                      <a:pt x="25" y="0"/>
                      <a:pt x="24" y="1"/>
                    </a:cubicBezTo>
                    <a:cubicBezTo>
                      <a:pt x="23" y="1"/>
                      <a:pt x="23" y="1"/>
                      <a:pt x="22" y="2"/>
                    </a:cubicBezTo>
                    <a:cubicBezTo>
                      <a:pt x="22" y="2"/>
                      <a:pt x="21" y="3"/>
                      <a:pt x="21" y="4"/>
                    </a:cubicBezTo>
                    <a:cubicBezTo>
                      <a:pt x="21" y="5"/>
                      <a:pt x="20" y="6"/>
                      <a:pt x="19" y="7"/>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19" y="7"/>
                      <a:pt x="19" y="7"/>
                      <a:pt x="19" y="7"/>
                    </a:cubicBezTo>
                    <a:cubicBezTo>
                      <a:pt x="19" y="7"/>
                      <a:pt x="17" y="6"/>
                      <a:pt x="16" y="6"/>
                    </a:cubicBezTo>
                    <a:cubicBezTo>
                      <a:pt x="15" y="5"/>
                      <a:pt x="15" y="5"/>
                      <a:pt x="15" y="5"/>
                    </a:cubicBezTo>
                    <a:cubicBezTo>
                      <a:pt x="13" y="4"/>
                      <a:pt x="10" y="3"/>
                      <a:pt x="8" y="3"/>
                    </a:cubicBezTo>
                    <a:cubicBezTo>
                      <a:pt x="7" y="3"/>
                      <a:pt x="5" y="3"/>
                      <a:pt x="4" y="4"/>
                    </a:cubicBezTo>
                    <a:cubicBezTo>
                      <a:pt x="4" y="4"/>
                      <a:pt x="4" y="4"/>
                      <a:pt x="4" y="4"/>
                    </a:cubicBezTo>
                    <a:cubicBezTo>
                      <a:pt x="4" y="4"/>
                      <a:pt x="4" y="4"/>
                      <a:pt x="4" y="4"/>
                    </a:cubicBezTo>
                    <a:cubicBezTo>
                      <a:pt x="2" y="5"/>
                      <a:pt x="1" y="7"/>
                      <a:pt x="0" y="9"/>
                    </a:cubicBezTo>
                    <a:cubicBezTo>
                      <a:pt x="0" y="10"/>
                      <a:pt x="1" y="11"/>
                      <a:pt x="2" y="12"/>
                    </a:cubicBezTo>
                    <a:lnTo>
                      <a:pt x="3" y="10"/>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7" name="Freeform 283"/>
              <p:cNvSpPr>
                <a:spLocks/>
              </p:cNvSpPr>
              <p:nvPr/>
            </p:nvSpPr>
            <p:spPr bwMode="auto">
              <a:xfrm>
                <a:off x="-3747136" y="2502248"/>
                <a:ext cx="2043643" cy="2208892"/>
              </a:xfrm>
              <a:custGeom>
                <a:avLst/>
                <a:gdLst/>
                <a:ahLst/>
                <a:cxnLst>
                  <a:cxn ang="0">
                    <a:pos x="149" y="233"/>
                  </a:cxn>
                  <a:cxn ang="0">
                    <a:pos x="200" y="200"/>
                  </a:cxn>
                  <a:cxn ang="0">
                    <a:pos x="136" y="153"/>
                  </a:cxn>
                  <a:cxn ang="0">
                    <a:pos x="118" y="159"/>
                  </a:cxn>
                  <a:cxn ang="0">
                    <a:pos x="91" y="153"/>
                  </a:cxn>
                  <a:cxn ang="0">
                    <a:pos x="125" y="110"/>
                  </a:cxn>
                  <a:cxn ang="0">
                    <a:pos x="135" y="95"/>
                  </a:cxn>
                  <a:cxn ang="0">
                    <a:pos x="144" y="108"/>
                  </a:cxn>
                  <a:cxn ang="0">
                    <a:pos x="176" y="71"/>
                  </a:cxn>
                  <a:cxn ang="0">
                    <a:pos x="146" y="91"/>
                  </a:cxn>
                  <a:cxn ang="0">
                    <a:pos x="186" y="35"/>
                  </a:cxn>
                  <a:cxn ang="0">
                    <a:pos x="206" y="57"/>
                  </a:cxn>
                  <a:cxn ang="0">
                    <a:pos x="376" y="30"/>
                  </a:cxn>
                  <a:cxn ang="0">
                    <a:pos x="540" y="125"/>
                  </a:cxn>
                  <a:cxn ang="0">
                    <a:pos x="499" y="130"/>
                  </a:cxn>
                  <a:cxn ang="0">
                    <a:pos x="471" y="177"/>
                  </a:cxn>
                  <a:cxn ang="0">
                    <a:pos x="513" y="269"/>
                  </a:cxn>
                  <a:cxn ang="0">
                    <a:pos x="475" y="332"/>
                  </a:cxn>
                  <a:cxn ang="0">
                    <a:pos x="488" y="385"/>
                  </a:cxn>
                  <a:cxn ang="0">
                    <a:pos x="462" y="329"/>
                  </a:cxn>
                  <a:cxn ang="0">
                    <a:pos x="380" y="349"/>
                  </a:cxn>
                  <a:cxn ang="0">
                    <a:pos x="380" y="350"/>
                  </a:cxn>
                  <a:cxn ang="0">
                    <a:pos x="260" y="232"/>
                  </a:cxn>
                  <a:cxn ang="0">
                    <a:pos x="295" y="281"/>
                  </a:cxn>
                  <a:cxn ang="0">
                    <a:pos x="236" y="336"/>
                  </a:cxn>
                  <a:cxn ang="0">
                    <a:pos x="223" y="451"/>
                  </a:cxn>
                  <a:cxn ang="0">
                    <a:pos x="142" y="582"/>
                  </a:cxn>
                  <a:cxn ang="0">
                    <a:pos x="71" y="361"/>
                  </a:cxn>
                  <a:cxn ang="0">
                    <a:pos x="73" y="364"/>
                  </a:cxn>
                  <a:cxn ang="0">
                    <a:pos x="142" y="587"/>
                  </a:cxn>
                  <a:cxn ang="0">
                    <a:pos x="226" y="449"/>
                  </a:cxn>
                  <a:cxn ang="0">
                    <a:pos x="239" y="332"/>
                  </a:cxn>
                  <a:cxn ang="0">
                    <a:pos x="206" y="251"/>
                  </a:cxn>
                  <a:cxn ang="0">
                    <a:pos x="301" y="278"/>
                  </a:cxn>
                  <a:cxn ang="0">
                    <a:pos x="298" y="266"/>
                  </a:cxn>
                  <a:cxn ang="0">
                    <a:pos x="376" y="350"/>
                  </a:cxn>
                  <a:cxn ang="0">
                    <a:pos x="459" y="336"/>
                  </a:cxn>
                  <a:cxn ang="0">
                    <a:pos x="473" y="335"/>
                  </a:cxn>
                  <a:cxn ang="0">
                    <a:pos x="473" y="336"/>
                  </a:cxn>
                  <a:cxn ang="0">
                    <a:pos x="516" y="242"/>
                  </a:cxn>
                  <a:cxn ang="0">
                    <a:pos x="475" y="179"/>
                  </a:cxn>
                  <a:cxn ang="0">
                    <a:pos x="501" y="123"/>
                  </a:cxn>
                  <a:cxn ang="0">
                    <a:pos x="542" y="118"/>
                  </a:cxn>
                  <a:cxn ang="0">
                    <a:pos x="299" y="0"/>
                  </a:cxn>
                  <a:cxn ang="0">
                    <a:pos x="199" y="48"/>
                  </a:cxn>
                  <a:cxn ang="0">
                    <a:pos x="197" y="48"/>
                  </a:cxn>
                  <a:cxn ang="0">
                    <a:pos x="206" y="38"/>
                  </a:cxn>
                  <a:cxn ang="0">
                    <a:pos x="138" y="85"/>
                  </a:cxn>
                  <a:cxn ang="0">
                    <a:pos x="171" y="57"/>
                  </a:cxn>
                  <a:cxn ang="0">
                    <a:pos x="175" y="75"/>
                  </a:cxn>
                  <a:cxn ang="0">
                    <a:pos x="182" y="74"/>
                  </a:cxn>
                  <a:cxn ang="0">
                    <a:pos x="145" y="106"/>
                  </a:cxn>
                  <a:cxn ang="0">
                    <a:pos x="125" y="106"/>
                  </a:cxn>
                  <a:cxn ang="0">
                    <a:pos x="68" y="160"/>
                  </a:cxn>
                  <a:cxn ang="0">
                    <a:pos x="134" y="185"/>
                  </a:cxn>
                  <a:cxn ang="0">
                    <a:pos x="139" y="157"/>
                  </a:cxn>
                  <a:cxn ang="0">
                    <a:pos x="171" y="181"/>
                  </a:cxn>
                  <a:cxn ang="0">
                    <a:pos x="173" y="187"/>
                  </a:cxn>
                  <a:cxn ang="0">
                    <a:pos x="195" y="229"/>
                  </a:cxn>
                  <a:cxn ang="0">
                    <a:pos x="122" y="196"/>
                  </a:cxn>
                </a:cxnLst>
                <a:rect l="0" t="0" r="r" b="b"/>
                <a:pathLst>
                  <a:path w="544" h="587">
                    <a:moveTo>
                      <a:pt x="3" y="312"/>
                    </a:moveTo>
                    <a:cubicBezTo>
                      <a:pt x="5" y="311"/>
                      <a:pt x="5" y="311"/>
                      <a:pt x="5" y="311"/>
                    </a:cubicBezTo>
                    <a:cubicBezTo>
                      <a:pt x="5" y="310"/>
                      <a:pt x="4" y="309"/>
                      <a:pt x="4" y="308"/>
                    </a:cubicBezTo>
                    <a:cubicBezTo>
                      <a:pt x="4" y="306"/>
                      <a:pt x="5" y="302"/>
                      <a:pt x="6" y="301"/>
                    </a:cubicBezTo>
                    <a:cubicBezTo>
                      <a:pt x="46" y="220"/>
                      <a:pt x="46" y="220"/>
                      <a:pt x="46" y="220"/>
                    </a:cubicBezTo>
                    <a:cubicBezTo>
                      <a:pt x="47" y="219"/>
                      <a:pt x="48" y="218"/>
                      <a:pt x="49" y="217"/>
                    </a:cubicBezTo>
                    <a:cubicBezTo>
                      <a:pt x="50" y="215"/>
                      <a:pt x="52" y="215"/>
                      <a:pt x="53" y="214"/>
                    </a:cubicBezTo>
                    <a:cubicBezTo>
                      <a:pt x="117" y="198"/>
                      <a:pt x="117" y="198"/>
                      <a:pt x="117" y="198"/>
                    </a:cubicBezTo>
                    <a:cubicBezTo>
                      <a:pt x="118" y="198"/>
                      <a:pt x="118" y="198"/>
                      <a:pt x="118" y="198"/>
                    </a:cubicBezTo>
                    <a:cubicBezTo>
                      <a:pt x="118" y="198"/>
                      <a:pt x="118" y="198"/>
                      <a:pt x="119" y="199"/>
                    </a:cubicBezTo>
                    <a:cubicBezTo>
                      <a:pt x="119" y="199"/>
                      <a:pt x="120" y="200"/>
                      <a:pt x="120" y="201"/>
                    </a:cubicBezTo>
                    <a:cubicBezTo>
                      <a:pt x="120" y="212"/>
                      <a:pt x="120" y="212"/>
                      <a:pt x="120" y="212"/>
                    </a:cubicBezTo>
                    <a:cubicBezTo>
                      <a:pt x="120" y="214"/>
                      <a:pt x="121" y="216"/>
                      <a:pt x="122" y="218"/>
                    </a:cubicBezTo>
                    <a:cubicBezTo>
                      <a:pt x="123" y="220"/>
                      <a:pt x="125" y="222"/>
                      <a:pt x="127" y="223"/>
                    </a:cubicBezTo>
                    <a:cubicBezTo>
                      <a:pt x="145" y="232"/>
                      <a:pt x="145" y="232"/>
                      <a:pt x="145" y="232"/>
                    </a:cubicBezTo>
                    <a:cubicBezTo>
                      <a:pt x="146" y="233"/>
                      <a:pt x="148" y="233"/>
                      <a:pt x="149" y="233"/>
                    </a:cubicBezTo>
                    <a:cubicBezTo>
                      <a:pt x="152" y="233"/>
                      <a:pt x="154" y="232"/>
                      <a:pt x="156" y="231"/>
                    </a:cubicBezTo>
                    <a:cubicBezTo>
                      <a:pt x="159" y="228"/>
                      <a:pt x="159" y="228"/>
                      <a:pt x="159" y="228"/>
                    </a:cubicBezTo>
                    <a:cubicBezTo>
                      <a:pt x="160" y="228"/>
                      <a:pt x="162" y="227"/>
                      <a:pt x="163" y="227"/>
                    </a:cubicBezTo>
                    <a:cubicBezTo>
                      <a:pt x="164" y="227"/>
                      <a:pt x="165" y="228"/>
                      <a:pt x="166" y="228"/>
                    </a:cubicBezTo>
                    <a:cubicBezTo>
                      <a:pt x="172" y="233"/>
                      <a:pt x="172" y="233"/>
                      <a:pt x="172" y="233"/>
                    </a:cubicBezTo>
                    <a:cubicBezTo>
                      <a:pt x="174" y="234"/>
                      <a:pt x="177" y="235"/>
                      <a:pt x="179" y="235"/>
                    </a:cubicBezTo>
                    <a:cubicBezTo>
                      <a:pt x="181" y="235"/>
                      <a:pt x="182" y="234"/>
                      <a:pt x="184" y="233"/>
                    </a:cubicBezTo>
                    <a:cubicBezTo>
                      <a:pt x="185" y="232"/>
                      <a:pt x="185" y="232"/>
                      <a:pt x="185" y="232"/>
                    </a:cubicBezTo>
                    <a:cubicBezTo>
                      <a:pt x="186" y="232"/>
                      <a:pt x="187" y="232"/>
                      <a:pt x="188" y="232"/>
                    </a:cubicBezTo>
                    <a:cubicBezTo>
                      <a:pt x="190" y="232"/>
                      <a:pt x="191" y="232"/>
                      <a:pt x="192" y="233"/>
                    </a:cubicBezTo>
                    <a:cubicBezTo>
                      <a:pt x="194" y="234"/>
                      <a:pt x="194" y="234"/>
                      <a:pt x="194" y="234"/>
                    </a:cubicBezTo>
                    <a:cubicBezTo>
                      <a:pt x="195" y="235"/>
                      <a:pt x="196" y="235"/>
                      <a:pt x="197" y="235"/>
                    </a:cubicBezTo>
                    <a:cubicBezTo>
                      <a:pt x="199" y="235"/>
                      <a:pt x="200" y="234"/>
                      <a:pt x="201" y="233"/>
                    </a:cubicBezTo>
                    <a:cubicBezTo>
                      <a:pt x="202" y="232"/>
                      <a:pt x="202" y="231"/>
                      <a:pt x="202" y="229"/>
                    </a:cubicBezTo>
                    <a:cubicBezTo>
                      <a:pt x="202" y="206"/>
                      <a:pt x="202" y="206"/>
                      <a:pt x="202" y="206"/>
                    </a:cubicBezTo>
                    <a:cubicBezTo>
                      <a:pt x="202" y="204"/>
                      <a:pt x="201" y="202"/>
                      <a:pt x="200" y="200"/>
                    </a:cubicBezTo>
                    <a:cubicBezTo>
                      <a:pt x="199" y="198"/>
                      <a:pt x="197" y="197"/>
                      <a:pt x="195" y="196"/>
                    </a:cubicBezTo>
                    <a:cubicBezTo>
                      <a:pt x="183" y="192"/>
                      <a:pt x="183" y="192"/>
                      <a:pt x="183" y="192"/>
                    </a:cubicBezTo>
                    <a:cubicBezTo>
                      <a:pt x="182" y="192"/>
                      <a:pt x="181" y="191"/>
                      <a:pt x="180" y="190"/>
                    </a:cubicBezTo>
                    <a:cubicBezTo>
                      <a:pt x="179" y="189"/>
                      <a:pt x="178" y="188"/>
                      <a:pt x="177" y="186"/>
                    </a:cubicBezTo>
                    <a:cubicBezTo>
                      <a:pt x="176" y="181"/>
                      <a:pt x="176" y="181"/>
                      <a:pt x="176" y="181"/>
                    </a:cubicBezTo>
                    <a:cubicBezTo>
                      <a:pt x="176" y="180"/>
                      <a:pt x="175" y="179"/>
                      <a:pt x="174" y="178"/>
                    </a:cubicBezTo>
                    <a:cubicBezTo>
                      <a:pt x="174" y="178"/>
                      <a:pt x="173" y="177"/>
                      <a:pt x="171" y="177"/>
                    </a:cubicBezTo>
                    <a:cubicBezTo>
                      <a:pt x="170" y="177"/>
                      <a:pt x="170" y="177"/>
                      <a:pt x="169" y="178"/>
                    </a:cubicBezTo>
                    <a:cubicBezTo>
                      <a:pt x="168" y="178"/>
                      <a:pt x="168" y="179"/>
                      <a:pt x="167" y="180"/>
                    </a:cubicBezTo>
                    <a:cubicBezTo>
                      <a:pt x="164" y="185"/>
                      <a:pt x="164" y="185"/>
                      <a:pt x="164" y="185"/>
                    </a:cubicBezTo>
                    <a:cubicBezTo>
                      <a:pt x="163" y="186"/>
                      <a:pt x="163" y="186"/>
                      <a:pt x="163" y="186"/>
                    </a:cubicBezTo>
                    <a:cubicBezTo>
                      <a:pt x="162" y="186"/>
                      <a:pt x="162" y="186"/>
                      <a:pt x="161" y="185"/>
                    </a:cubicBezTo>
                    <a:cubicBezTo>
                      <a:pt x="143" y="156"/>
                      <a:pt x="143" y="156"/>
                      <a:pt x="143" y="156"/>
                    </a:cubicBezTo>
                    <a:cubicBezTo>
                      <a:pt x="143" y="155"/>
                      <a:pt x="142" y="154"/>
                      <a:pt x="141" y="154"/>
                    </a:cubicBezTo>
                    <a:cubicBezTo>
                      <a:pt x="141" y="153"/>
                      <a:pt x="140" y="153"/>
                      <a:pt x="138" y="153"/>
                    </a:cubicBezTo>
                    <a:cubicBezTo>
                      <a:pt x="138" y="153"/>
                      <a:pt x="137" y="153"/>
                      <a:pt x="136" y="153"/>
                    </a:cubicBezTo>
                    <a:cubicBezTo>
                      <a:pt x="135" y="154"/>
                      <a:pt x="135" y="154"/>
                      <a:pt x="135" y="155"/>
                    </a:cubicBezTo>
                    <a:cubicBezTo>
                      <a:pt x="134" y="156"/>
                      <a:pt x="134" y="157"/>
                      <a:pt x="134" y="159"/>
                    </a:cubicBezTo>
                    <a:cubicBezTo>
                      <a:pt x="134" y="161"/>
                      <a:pt x="135" y="164"/>
                      <a:pt x="136" y="166"/>
                    </a:cubicBezTo>
                    <a:cubicBezTo>
                      <a:pt x="141" y="175"/>
                      <a:pt x="141" y="175"/>
                      <a:pt x="141" y="175"/>
                    </a:cubicBezTo>
                    <a:cubicBezTo>
                      <a:pt x="141" y="176"/>
                      <a:pt x="142" y="177"/>
                      <a:pt x="142" y="179"/>
                    </a:cubicBezTo>
                    <a:cubicBezTo>
                      <a:pt x="142" y="180"/>
                      <a:pt x="141" y="182"/>
                      <a:pt x="141" y="183"/>
                    </a:cubicBezTo>
                    <a:cubicBezTo>
                      <a:pt x="141" y="183"/>
                      <a:pt x="141" y="183"/>
                      <a:pt x="141" y="183"/>
                    </a:cubicBezTo>
                    <a:cubicBezTo>
                      <a:pt x="140" y="184"/>
                      <a:pt x="140" y="184"/>
                      <a:pt x="140" y="184"/>
                    </a:cubicBezTo>
                    <a:cubicBezTo>
                      <a:pt x="140" y="184"/>
                      <a:pt x="140" y="184"/>
                      <a:pt x="140" y="184"/>
                    </a:cubicBezTo>
                    <a:cubicBezTo>
                      <a:pt x="140" y="184"/>
                      <a:pt x="140" y="184"/>
                      <a:pt x="140" y="184"/>
                    </a:cubicBezTo>
                    <a:cubicBezTo>
                      <a:pt x="139" y="185"/>
                      <a:pt x="139" y="185"/>
                      <a:pt x="139" y="185"/>
                    </a:cubicBezTo>
                    <a:cubicBezTo>
                      <a:pt x="139" y="184"/>
                      <a:pt x="139" y="184"/>
                      <a:pt x="139" y="184"/>
                    </a:cubicBezTo>
                    <a:cubicBezTo>
                      <a:pt x="138" y="184"/>
                      <a:pt x="138" y="184"/>
                      <a:pt x="138" y="183"/>
                    </a:cubicBezTo>
                    <a:cubicBezTo>
                      <a:pt x="129" y="163"/>
                      <a:pt x="129" y="163"/>
                      <a:pt x="129" y="163"/>
                    </a:cubicBezTo>
                    <a:cubicBezTo>
                      <a:pt x="127" y="160"/>
                      <a:pt x="124" y="158"/>
                      <a:pt x="121" y="158"/>
                    </a:cubicBezTo>
                    <a:cubicBezTo>
                      <a:pt x="120" y="158"/>
                      <a:pt x="119" y="158"/>
                      <a:pt x="118" y="159"/>
                    </a:cubicBezTo>
                    <a:cubicBezTo>
                      <a:pt x="105" y="165"/>
                      <a:pt x="105" y="165"/>
                      <a:pt x="105" y="165"/>
                    </a:cubicBezTo>
                    <a:cubicBezTo>
                      <a:pt x="102" y="167"/>
                      <a:pt x="98" y="170"/>
                      <a:pt x="96" y="173"/>
                    </a:cubicBezTo>
                    <a:cubicBezTo>
                      <a:pt x="86" y="187"/>
                      <a:pt x="86" y="187"/>
                      <a:pt x="86" y="187"/>
                    </a:cubicBezTo>
                    <a:cubicBezTo>
                      <a:pt x="85" y="188"/>
                      <a:pt x="84" y="189"/>
                      <a:pt x="83" y="190"/>
                    </a:cubicBezTo>
                    <a:cubicBezTo>
                      <a:pt x="81" y="191"/>
                      <a:pt x="80" y="191"/>
                      <a:pt x="79" y="191"/>
                    </a:cubicBezTo>
                    <a:cubicBezTo>
                      <a:pt x="62" y="192"/>
                      <a:pt x="62" y="192"/>
                      <a:pt x="62" y="192"/>
                    </a:cubicBezTo>
                    <a:cubicBezTo>
                      <a:pt x="61" y="192"/>
                      <a:pt x="61" y="192"/>
                      <a:pt x="61" y="192"/>
                    </a:cubicBezTo>
                    <a:cubicBezTo>
                      <a:pt x="61" y="192"/>
                      <a:pt x="61" y="192"/>
                      <a:pt x="61" y="192"/>
                    </a:cubicBezTo>
                    <a:cubicBezTo>
                      <a:pt x="60" y="192"/>
                      <a:pt x="60" y="191"/>
                      <a:pt x="60" y="190"/>
                    </a:cubicBezTo>
                    <a:cubicBezTo>
                      <a:pt x="60" y="189"/>
                      <a:pt x="60" y="189"/>
                      <a:pt x="60" y="189"/>
                    </a:cubicBezTo>
                    <a:cubicBezTo>
                      <a:pt x="64" y="170"/>
                      <a:pt x="64" y="170"/>
                      <a:pt x="64" y="170"/>
                    </a:cubicBezTo>
                    <a:cubicBezTo>
                      <a:pt x="65" y="169"/>
                      <a:pt x="66" y="167"/>
                      <a:pt x="67" y="166"/>
                    </a:cubicBezTo>
                    <a:cubicBezTo>
                      <a:pt x="67" y="165"/>
                      <a:pt x="69" y="164"/>
                      <a:pt x="69" y="164"/>
                    </a:cubicBezTo>
                    <a:cubicBezTo>
                      <a:pt x="82" y="162"/>
                      <a:pt x="82" y="162"/>
                      <a:pt x="82" y="162"/>
                    </a:cubicBezTo>
                    <a:cubicBezTo>
                      <a:pt x="84" y="161"/>
                      <a:pt x="86" y="160"/>
                      <a:pt x="87" y="158"/>
                    </a:cubicBezTo>
                    <a:cubicBezTo>
                      <a:pt x="89" y="157"/>
                      <a:pt x="90" y="155"/>
                      <a:pt x="91" y="153"/>
                    </a:cubicBezTo>
                    <a:cubicBezTo>
                      <a:pt x="91" y="151"/>
                      <a:pt x="91" y="151"/>
                      <a:pt x="91" y="151"/>
                    </a:cubicBezTo>
                    <a:cubicBezTo>
                      <a:pt x="92" y="150"/>
                      <a:pt x="92" y="148"/>
                      <a:pt x="92" y="147"/>
                    </a:cubicBezTo>
                    <a:cubicBezTo>
                      <a:pt x="92" y="144"/>
                      <a:pt x="91" y="141"/>
                      <a:pt x="90" y="139"/>
                    </a:cubicBezTo>
                    <a:cubicBezTo>
                      <a:pt x="89" y="138"/>
                      <a:pt x="89" y="138"/>
                      <a:pt x="89" y="138"/>
                    </a:cubicBezTo>
                    <a:cubicBezTo>
                      <a:pt x="89" y="138"/>
                      <a:pt x="90" y="137"/>
                      <a:pt x="91" y="136"/>
                    </a:cubicBezTo>
                    <a:cubicBezTo>
                      <a:pt x="109" y="126"/>
                      <a:pt x="109" y="126"/>
                      <a:pt x="109" y="126"/>
                    </a:cubicBezTo>
                    <a:cubicBezTo>
                      <a:pt x="112" y="124"/>
                      <a:pt x="116" y="121"/>
                      <a:pt x="118" y="118"/>
                    </a:cubicBezTo>
                    <a:cubicBezTo>
                      <a:pt x="120" y="114"/>
                      <a:pt x="120" y="114"/>
                      <a:pt x="120" y="114"/>
                    </a:cubicBezTo>
                    <a:cubicBezTo>
                      <a:pt x="121" y="113"/>
                      <a:pt x="122" y="112"/>
                      <a:pt x="123" y="111"/>
                    </a:cubicBezTo>
                    <a:cubicBezTo>
                      <a:pt x="124" y="111"/>
                      <a:pt x="124"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6" y="110"/>
                      <a:pt x="127" y="110"/>
                      <a:pt x="128" y="109"/>
                    </a:cubicBezTo>
                    <a:cubicBezTo>
                      <a:pt x="130" y="108"/>
                      <a:pt x="131" y="106"/>
                      <a:pt x="133" y="103"/>
                    </a:cubicBezTo>
                    <a:cubicBezTo>
                      <a:pt x="135" y="97"/>
                      <a:pt x="135" y="97"/>
                      <a:pt x="135" y="97"/>
                    </a:cubicBezTo>
                    <a:cubicBezTo>
                      <a:pt x="135" y="97"/>
                      <a:pt x="135" y="96"/>
                      <a:pt x="136" y="96"/>
                    </a:cubicBezTo>
                    <a:cubicBezTo>
                      <a:pt x="136" y="96"/>
                      <a:pt x="136" y="96"/>
                      <a:pt x="136" y="96"/>
                    </a:cubicBezTo>
                    <a:cubicBezTo>
                      <a:pt x="135" y="95"/>
                      <a:pt x="135" y="95"/>
                      <a:pt x="135" y="95"/>
                    </a:cubicBezTo>
                    <a:cubicBezTo>
                      <a:pt x="135" y="96"/>
                      <a:pt x="135" y="96"/>
                      <a:pt x="135" y="96"/>
                    </a:cubicBezTo>
                    <a:cubicBezTo>
                      <a:pt x="136" y="96"/>
                      <a:pt x="136" y="96"/>
                      <a:pt x="136" y="96"/>
                    </a:cubicBezTo>
                    <a:cubicBezTo>
                      <a:pt x="135" y="95"/>
                      <a:pt x="135" y="95"/>
                      <a:pt x="135" y="95"/>
                    </a:cubicBezTo>
                    <a:cubicBezTo>
                      <a:pt x="135" y="96"/>
                      <a:pt x="135" y="96"/>
                      <a:pt x="135" y="96"/>
                    </a:cubicBezTo>
                    <a:cubicBezTo>
                      <a:pt x="135" y="95"/>
                      <a:pt x="135" y="95"/>
                      <a:pt x="135" y="95"/>
                    </a:cubicBezTo>
                    <a:cubicBezTo>
                      <a:pt x="134" y="96"/>
                      <a:pt x="134" y="96"/>
                      <a:pt x="134" y="96"/>
                    </a:cubicBezTo>
                    <a:cubicBezTo>
                      <a:pt x="135" y="96"/>
                      <a:pt x="135" y="96"/>
                      <a:pt x="135" y="96"/>
                    </a:cubicBezTo>
                    <a:cubicBezTo>
                      <a:pt x="135" y="95"/>
                      <a:pt x="135" y="95"/>
                      <a:pt x="135" y="95"/>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5" y="97"/>
                      <a:pt x="135" y="97"/>
                      <a:pt x="135" y="97"/>
                    </a:cubicBezTo>
                    <a:cubicBezTo>
                      <a:pt x="136" y="101"/>
                      <a:pt x="136" y="101"/>
                      <a:pt x="136" y="101"/>
                    </a:cubicBezTo>
                    <a:cubicBezTo>
                      <a:pt x="136" y="103"/>
                      <a:pt x="137" y="105"/>
                      <a:pt x="138" y="107"/>
                    </a:cubicBezTo>
                    <a:cubicBezTo>
                      <a:pt x="140" y="109"/>
                      <a:pt x="142" y="110"/>
                      <a:pt x="144" y="110"/>
                    </a:cubicBezTo>
                    <a:cubicBezTo>
                      <a:pt x="144" y="108"/>
                      <a:pt x="144" y="108"/>
                      <a:pt x="144" y="108"/>
                    </a:cubicBezTo>
                    <a:cubicBezTo>
                      <a:pt x="144" y="110"/>
                      <a:pt x="144" y="110"/>
                      <a:pt x="144" y="110"/>
                    </a:cubicBezTo>
                    <a:cubicBezTo>
                      <a:pt x="144" y="110"/>
                      <a:pt x="144" y="110"/>
                      <a:pt x="144" y="110"/>
                    </a:cubicBezTo>
                    <a:cubicBezTo>
                      <a:pt x="144" y="110"/>
                      <a:pt x="144" y="110"/>
                      <a:pt x="144" y="110"/>
                    </a:cubicBezTo>
                    <a:cubicBezTo>
                      <a:pt x="144" y="110"/>
                      <a:pt x="144" y="110"/>
                      <a:pt x="144" y="110"/>
                    </a:cubicBezTo>
                    <a:cubicBezTo>
                      <a:pt x="144" y="111"/>
                      <a:pt x="145" y="111"/>
                      <a:pt x="146" y="111"/>
                    </a:cubicBezTo>
                    <a:cubicBezTo>
                      <a:pt x="149" y="111"/>
                      <a:pt x="152" y="109"/>
                      <a:pt x="155" y="107"/>
                    </a:cubicBezTo>
                    <a:cubicBezTo>
                      <a:pt x="170" y="91"/>
                      <a:pt x="170" y="91"/>
                      <a:pt x="170" y="91"/>
                    </a:cubicBezTo>
                    <a:cubicBezTo>
                      <a:pt x="172" y="88"/>
                      <a:pt x="176" y="85"/>
                      <a:pt x="178" y="83"/>
                    </a:cubicBezTo>
                    <a:cubicBezTo>
                      <a:pt x="182" y="81"/>
                      <a:pt x="182" y="81"/>
                      <a:pt x="182" y="81"/>
                    </a:cubicBezTo>
                    <a:cubicBezTo>
                      <a:pt x="183" y="80"/>
                      <a:pt x="184" y="79"/>
                      <a:pt x="185" y="78"/>
                    </a:cubicBezTo>
                    <a:cubicBezTo>
                      <a:pt x="186" y="77"/>
                      <a:pt x="186" y="76"/>
                      <a:pt x="186" y="74"/>
                    </a:cubicBezTo>
                    <a:cubicBezTo>
                      <a:pt x="186" y="73"/>
                      <a:pt x="186" y="73"/>
                      <a:pt x="186" y="73"/>
                    </a:cubicBezTo>
                    <a:cubicBezTo>
                      <a:pt x="186" y="72"/>
                      <a:pt x="185" y="71"/>
                      <a:pt x="184" y="70"/>
                    </a:cubicBezTo>
                    <a:cubicBezTo>
                      <a:pt x="183" y="70"/>
                      <a:pt x="182" y="70"/>
                      <a:pt x="181" y="70"/>
                    </a:cubicBezTo>
                    <a:cubicBezTo>
                      <a:pt x="180" y="70"/>
                      <a:pt x="179" y="70"/>
                      <a:pt x="177" y="71"/>
                    </a:cubicBezTo>
                    <a:cubicBezTo>
                      <a:pt x="176" y="71"/>
                      <a:pt x="176" y="71"/>
                      <a:pt x="176" y="71"/>
                    </a:cubicBezTo>
                    <a:cubicBezTo>
                      <a:pt x="175" y="71"/>
                      <a:pt x="175" y="71"/>
                      <a:pt x="175" y="71"/>
                    </a:cubicBezTo>
                    <a:cubicBezTo>
                      <a:pt x="174" y="71"/>
                      <a:pt x="172" y="70"/>
                      <a:pt x="172" y="69"/>
                    </a:cubicBezTo>
                    <a:cubicBezTo>
                      <a:pt x="172" y="69"/>
                      <a:pt x="172" y="68"/>
                      <a:pt x="172" y="67"/>
                    </a:cubicBezTo>
                    <a:cubicBezTo>
                      <a:pt x="172" y="66"/>
                      <a:pt x="172" y="64"/>
                      <a:pt x="173" y="63"/>
                    </a:cubicBezTo>
                    <a:cubicBezTo>
                      <a:pt x="174" y="61"/>
                      <a:pt x="175" y="59"/>
                      <a:pt x="175" y="57"/>
                    </a:cubicBezTo>
                    <a:cubicBezTo>
                      <a:pt x="175" y="57"/>
                      <a:pt x="175" y="56"/>
                      <a:pt x="174" y="55"/>
                    </a:cubicBezTo>
                    <a:cubicBezTo>
                      <a:pt x="174" y="54"/>
                      <a:pt x="173" y="54"/>
                      <a:pt x="172" y="53"/>
                    </a:cubicBezTo>
                    <a:cubicBezTo>
                      <a:pt x="171" y="53"/>
                      <a:pt x="171" y="53"/>
                      <a:pt x="171" y="53"/>
                    </a:cubicBezTo>
                    <a:cubicBezTo>
                      <a:pt x="169" y="53"/>
                      <a:pt x="168" y="54"/>
                      <a:pt x="167" y="54"/>
                    </a:cubicBezTo>
                    <a:cubicBezTo>
                      <a:pt x="165" y="55"/>
                      <a:pt x="164" y="56"/>
                      <a:pt x="163" y="58"/>
                    </a:cubicBezTo>
                    <a:cubicBezTo>
                      <a:pt x="161" y="61"/>
                      <a:pt x="161" y="61"/>
                      <a:pt x="161" y="61"/>
                    </a:cubicBezTo>
                    <a:cubicBezTo>
                      <a:pt x="158" y="65"/>
                      <a:pt x="157" y="70"/>
                      <a:pt x="156" y="74"/>
                    </a:cubicBezTo>
                    <a:cubicBezTo>
                      <a:pt x="156" y="77"/>
                      <a:pt x="154" y="82"/>
                      <a:pt x="152" y="84"/>
                    </a:cubicBezTo>
                    <a:cubicBezTo>
                      <a:pt x="148" y="90"/>
                      <a:pt x="148" y="90"/>
                      <a:pt x="148" y="90"/>
                    </a:cubicBezTo>
                    <a:cubicBezTo>
                      <a:pt x="147" y="91"/>
                      <a:pt x="147" y="91"/>
                      <a:pt x="147" y="91"/>
                    </a:cubicBezTo>
                    <a:cubicBezTo>
                      <a:pt x="146" y="91"/>
                      <a:pt x="146" y="91"/>
                      <a:pt x="146" y="91"/>
                    </a:cubicBezTo>
                    <a:cubicBezTo>
                      <a:pt x="146" y="90"/>
                      <a:pt x="146" y="90"/>
                      <a:pt x="146" y="89"/>
                    </a:cubicBezTo>
                    <a:cubicBezTo>
                      <a:pt x="144" y="86"/>
                      <a:pt x="144" y="86"/>
                      <a:pt x="144" y="86"/>
                    </a:cubicBezTo>
                    <a:cubicBezTo>
                      <a:pt x="144" y="84"/>
                      <a:pt x="143" y="83"/>
                      <a:pt x="141" y="82"/>
                    </a:cubicBezTo>
                    <a:cubicBezTo>
                      <a:pt x="140" y="80"/>
                      <a:pt x="138" y="80"/>
                      <a:pt x="136" y="80"/>
                    </a:cubicBezTo>
                    <a:cubicBezTo>
                      <a:pt x="135" y="80"/>
                      <a:pt x="135" y="80"/>
                      <a:pt x="135" y="80"/>
                    </a:cubicBezTo>
                    <a:cubicBezTo>
                      <a:pt x="135" y="80"/>
                      <a:pt x="135" y="80"/>
                      <a:pt x="135" y="80"/>
                    </a:cubicBezTo>
                    <a:cubicBezTo>
                      <a:pt x="135" y="80"/>
                      <a:pt x="135" y="80"/>
                      <a:pt x="135" y="80"/>
                    </a:cubicBezTo>
                    <a:cubicBezTo>
                      <a:pt x="134" y="79"/>
                      <a:pt x="134" y="79"/>
                      <a:pt x="134" y="79"/>
                    </a:cubicBezTo>
                    <a:cubicBezTo>
                      <a:pt x="134" y="78"/>
                      <a:pt x="134" y="78"/>
                      <a:pt x="134" y="78"/>
                    </a:cubicBezTo>
                    <a:cubicBezTo>
                      <a:pt x="134" y="77"/>
                      <a:pt x="134" y="77"/>
                      <a:pt x="134" y="76"/>
                    </a:cubicBezTo>
                    <a:cubicBezTo>
                      <a:pt x="134" y="76"/>
                      <a:pt x="134" y="76"/>
                      <a:pt x="134" y="76"/>
                    </a:cubicBezTo>
                    <a:cubicBezTo>
                      <a:pt x="134" y="73"/>
                      <a:pt x="137" y="68"/>
                      <a:pt x="139" y="67"/>
                    </a:cubicBezTo>
                    <a:cubicBezTo>
                      <a:pt x="174" y="32"/>
                      <a:pt x="174" y="32"/>
                      <a:pt x="174" y="32"/>
                    </a:cubicBezTo>
                    <a:cubicBezTo>
                      <a:pt x="175" y="31"/>
                      <a:pt x="177" y="31"/>
                      <a:pt x="178" y="31"/>
                    </a:cubicBezTo>
                    <a:cubicBezTo>
                      <a:pt x="179" y="31"/>
                      <a:pt x="180" y="31"/>
                      <a:pt x="180" y="31"/>
                    </a:cubicBezTo>
                    <a:cubicBezTo>
                      <a:pt x="186" y="35"/>
                      <a:pt x="186" y="35"/>
                      <a:pt x="186" y="35"/>
                    </a:cubicBezTo>
                    <a:cubicBezTo>
                      <a:pt x="188" y="37"/>
                      <a:pt x="193" y="39"/>
                      <a:pt x="196" y="40"/>
                    </a:cubicBezTo>
                    <a:cubicBezTo>
                      <a:pt x="204" y="42"/>
                      <a:pt x="204" y="42"/>
                      <a:pt x="204" y="42"/>
                    </a:cubicBezTo>
                    <a:cubicBezTo>
                      <a:pt x="205" y="42"/>
                      <a:pt x="206" y="43"/>
                      <a:pt x="206" y="43"/>
                    </a:cubicBezTo>
                    <a:cubicBezTo>
                      <a:pt x="206" y="43"/>
                      <a:pt x="206" y="43"/>
                      <a:pt x="206" y="43"/>
                    </a:cubicBezTo>
                    <a:cubicBezTo>
                      <a:pt x="206" y="44"/>
                      <a:pt x="206" y="44"/>
                      <a:pt x="206" y="44"/>
                    </a:cubicBezTo>
                    <a:cubicBezTo>
                      <a:pt x="206" y="44"/>
                      <a:pt x="205" y="44"/>
                      <a:pt x="204" y="45"/>
                    </a:cubicBezTo>
                    <a:cubicBezTo>
                      <a:pt x="203" y="45"/>
                      <a:pt x="202" y="45"/>
                      <a:pt x="201" y="45"/>
                    </a:cubicBezTo>
                    <a:cubicBezTo>
                      <a:pt x="201" y="45"/>
                      <a:pt x="201" y="45"/>
                      <a:pt x="201" y="45"/>
                    </a:cubicBezTo>
                    <a:cubicBezTo>
                      <a:pt x="198" y="45"/>
                      <a:pt x="198" y="45"/>
                      <a:pt x="198" y="45"/>
                    </a:cubicBezTo>
                    <a:cubicBezTo>
                      <a:pt x="198" y="45"/>
                      <a:pt x="198" y="45"/>
                      <a:pt x="198" y="45"/>
                    </a:cubicBezTo>
                    <a:cubicBezTo>
                      <a:pt x="197" y="45"/>
                      <a:pt x="196" y="45"/>
                      <a:pt x="196" y="46"/>
                    </a:cubicBezTo>
                    <a:cubicBezTo>
                      <a:pt x="195" y="46"/>
                      <a:pt x="195" y="46"/>
                      <a:pt x="195" y="46"/>
                    </a:cubicBezTo>
                    <a:cubicBezTo>
                      <a:pt x="194" y="47"/>
                      <a:pt x="194" y="47"/>
                      <a:pt x="194" y="48"/>
                    </a:cubicBezTo>
                    <a:cubicBezTo>
                      <a:pt x="194" y="49"/>
                      <a:pt x="195" y="50"/>
                      <a:pt x="195" y="50"/>
                    </a:cubicBezTo>
                    <a:cubicBezTo>
                      <a:pt x="196" y="51"/>
                      <a:pt x="196" y="51"/>
                      <a:pt x="197" y="52"/>
                    </a:cubicBezTo>
                    <a:cubicBezTo>
                      <a:pt x="206" y="57"/>
                      <a:pt x="206" y="57"/>
                      <a:pt x="206" y="57"/>
                    </a:cubicBezTo>
                    <a:cubicBezTo>
                      <a:pt x="207" y="58"/>
                      <a:pt x="208" y="58"/>
                      <a:pt x="209" y="58"/>
                    </a:cubicBezTo>
                    <a:cubicBezTo>
                      <a:pt x="212" y="58"/>
                      <a:pt x="215" y="56"/>
                      <a:pt x="216" y="53"/>
                    </a:cubicBezTo>
                    <a:cubicBezTo>
                      <a:pt x="216" y="52"/>
                      <a:pt x="217" y="51"/>
                      <a:pt x="218" y="50"/>
                    </a:cubicBezTo>
                    <a:cubicBezTo>
                      <a:pt x="219" y="50"/>
                      <a:pt x="220" y="49"/>
                      <a:pt x="221" y="49"/>
                    </a:cubicBezTo>
                    <a:cubicBezTo>
                      <a:pt x="256" y="49"/>
                      <a:pt x="256" y="49"/>
                      <a:pt x="256" y="49"/>
                    </a:cubicBezTo>
                    <a:cubicBezTo>
                      <a:pt x="258" y="49"/>
                      <a:pt x="260" y="49"/>
                      <a:pt x="262" y="48"/>
                    </a:cubicBezTo>
                    <a:cubicBezTo>
                      <a:pt x="264" y="48"/>
                      <a:pt x="265" y="47"/>
                      <a:pt x="267" y="46"/>
                    </a:cubicBezTo>
                    <a:cubicBezTo>
                      <a:pt x="278" y="39"/>
                      <a:pt x="278" y="39"/>
                      <a:pt x="278" y="39"/>
                    </a:cubicBezTo>
                    <a:cubicBezTo>
                      <a:pt x="281" y="37"/>
                      <a:pt x="284" y="33"/>
                      <a:pt x="286" y="30"/>
                    </a:cubicBezTo>
                    <a:cubicBezTo>
                      <a:pt x="292" y="17"/>
                      <a:pt x="292" y="17"/>
                      <a:pt x="292" y="17"/>
                    </a:cubicBezTo>
                    <a:cubicBezTo>
                      <a:pt x="293" y="15"/>
                      <a:pt x="294" y="13"/>
                      <a:pt x="294" y="11"/>
                    </a:cubicBezTo>
                    <a:cubicBezTo>
                      <a:pt x="295" y="9"/>
                      <a:pt x="295" y="7"/>
                      <a:pt x="295" y="5"/>
                    </a:cubicBezTo>
                    <a:cubicBezTo>
                      <a:pt x="295" y="5"/>
                      <a:pt x="295" y="4"/>
                      <a:pt x="296" y="4"/>
                    </a:cubicBezTo>
                    <a:cubicBezTo>
                      <a:pt x="296" y="4"/>
                      <a:pt x="296" y="4"/>
                      <a:pt x="296" y="4"/>
                    </a:cubicBezTo>
                    <a:cubicBezTo>
                      <a:pt x="297" y="4"/>
                      <a:pt x="297" y="4"/>
                      <a:pt x="297" y="4"/>
                    </a:cubicBezTo>
                    <a:cubicBezTo>
                      <a:pt x="376" y="30"/>
                      <a:pt x="376" y="30"/>
                      <a:pt x="376" y="30"/>
                    </a:cubicBezTo>
                    <a:cubicBezTo>
                      <a:pt x="377" y="30"/>
                      <a:pt x="378" y="31"/>
                      <a:pt x="379" y="31"/>
                    </a:cubicBezTo>
                    <a:cubicBezTo>
                      <a:pt x="382" y="31"/>
                      <a:pt x="384" y="30"/>
                      <a:pt x="386" y="27"/>
                    </a:cubicBezTo>
                    <a:cubicBezTo>
                      <a:pt x="386" y="27"/>
                      <a:pt x="387" y="27"/>
                      <a:pt x="388" y="26"/>
                    </a:cubicBezTo>
                    <a:cubicBezTo>
                      <a:pt x="388" y="26"/>
                      <a:pt x="389" y="26"/>
                      <a:pt x="390" y="26"/>
                    </a:cubicBezTo>
                    <a:cubicBezTo>
                      <a:pt x="391" y="26"/>
                      <a:pt x="391" y="26"/>
                      <a:pt x="392" y="26"/>
                    </a:cubicBezTo>
                    <a:cubicBezTo>
                      <a:pt x="503" y="53"/>
                      <a:pt x="503" y="53"/>
                      <a:pt x="503" y="53"/>
                    </a:cubicBezTo>
                    <a:cubicBezTo>
                      <a:pt x="504" y="54"/>
                      <a:pt x="506" y="54"/>
                      <a:pt x="507" y="55"/>
                    </a:cubicBezTo>
                    <a:cubicBezTo>
                      <a:pt x="509" y="56"/>
                      <a:pt x="510" y="57"/>
                      <a:pt x="511" y="58"/>
                    </a:cubicBezTo>
                    <a:cubicBezTo>
                      <a:pt x="524" y="72"/>
                      <a:pt x="524" y="72"/>
                      <a:pt x="524" y="72"/>
                    </a:cubicBezTo>
                    <a:cubicBezTo>
                      <a:pt x="525" y="72"/>
                      <a:pt x="525" y="73"/>
                      <a:pt x="525" y="73"/>
                    </a:cubicBezTo>
                    <a:cubicBezTo>
                      <a:pt x="525" y="74"/>
                      <a:pt x="525" y="74"/>
                      <a:pt x="524" y="75"/>
                    </a:cubicBezTo>
                    <a:cubicBezTo>
                      <a:pt x="521" y="76"/>
                      <a:pt x="521" y="76"/>
                      <a:pt x="521" y="76"/>
                    </a:cubicBezTo>
                    <a:cubicBezTo>
                      <a:pt x="519" y="77"/>
                      <a:pt x="517" y="80"/>
                      <a:pt x="517" y="82"/>
                    </a:cubicBezTo>
                    <a:cubicBezTo>
                      <a:pt x="517" y="84"/>
                      <a:pt x="518" y="85"/>
                      <a:pt x="519" y="87"/>
                    </a:cubicBezTo>
                    <a:cubicBezTo>
                      <a:pt x="538" y="120"/>
                      <a:pt x="538" y="120"/>
                      <a:pt x="538" y="120"/>
                    </a:cubicBezTo>
                    <a:cubicBezTo>
                      <a:pt x="539" y="121"/>
                      <a:pt x="540" y="123"/>
                      <a:pt x="540" y="125"/>
                    </a:cubicBezTo>
                    <a:cubicBezTo>
                      <a:pt x="540" y="126"/>
                      <a:pt x="539" y="127"/>
                      <a:pt x="539" y="128"/>
                    </a:cubicBezTo>
                    <a:cubicBezTo>
                      <a:pt x="539" y="129"/>
                      <a:pt x="538" y="129"/>
                      <a:pt x="538" y="129"/>
                    </a:cubicBezTo>
                    <a:cubicBezTo>
                      <a:pt x="538" y="129"/>
                      <a:pt x="538" y="129"/>
                      <a:pt x="538" y="129"/>
                    </a:cubicBezTo>
                    <a:cubicBezTo>
                      <a:pt x="538" y="129"/>
                      <a:pt x="537" y="129"/>
                      <a:pt x="536" y="128"/>
                    </a:cubicBezTo>
                    <a:cubicBezTo>
                      <a:pt x="503" y="78"/>
                      <a:pt x="503" y="78"/>
                      <a:pt x="503" y="78"/>
                    </a:cubicBezTo>
                    <a:cubicBezTo>
                      <a:pt x="502" y="76"/>
                      <a:pt x="499" y="74"/>
                      <a:pt x="496" y="74"/>
                    </a:cubicBezTo>
                    <a:cubicBezTo>
                      <a:pt x="495" y="74"/>
                      <a:pt x="494" y="75"/>
                      <a:pt x="493" y="75"/>
                    </a:cubicBezTo>
                    <a:cubicBezTo>
                      <a:pt x="474" y="86"/>
                      <a:pt x="474" y="86"/>
                      <a:pt x="474" y="86"/>
                    </a:cubicBezTo>
                    <a:cubicBezTo>
                      <a:pt x="471" y="88"/>
                      <a:pt x="470" y="91"/>
                      <a:pt x="470" y="94"/>
                    </a:cubicBezTo>
                    <a:cubicBezTo>
                      <a:pt x="470" y="96"/>
                      <a:pt x="470" y="97"/>
                      <a:pt x="470" y="98"/>
                    </a:cubicBezTo>
                    <a:cubicBezTo>
                      <a:pt x="475" y="114"/>
                      <a:pt x="475" y="114"/>
                      <a:pt x="475" y="114"/>
                    </a:cubicBezTo>
                    <a:cubicBezTo>
                      <a:pt x="476" y="116"/>
                      <a:pt x="477" y="118"/>
                      <a:pt x="479" y="119"/>
                    </a:cubicBezTo>
                    <a:cubicBezTo>
                      <a:pt x="480" y="121"/>
                      <a:pt x="482" y="122"/>
                      <a:pt x="484" y="122"/>
                    </a:cubicBezTo>
                    <a:cubicBezTo>
                      <a:pt x="495" y="124"/>
                      <a:pt x="495" y="124"/>
                      <a:pt x="495" y="124"/>
                    </a:cubicBezTo>
                    <a:cubicBezTo>
                      <a:pt x="495" y="124"/>
                      <a:pt x="497" y="125"/>
                      <a:pt x="497" y="126"/>
                    </a:cubicBezTo>
                    <a:cubicBezTo>
                      <a:pt x="498" y="127"/>
                      <a:pt x="499" y="128"/>
                      <a:pt x="499" y="130"/>
                    </a:cubicBezTo>
                    <a:cubicBezTo>
                      <a:pt x="505" y="155"/>
                      <a:pt x="505" y="155"/>
                      <a:pt x="505" y="155"/>
                    </a:cubicBezTo>
                    <a:cubicBezTo>
                      <a:pt x="505" y="156"/>
                      <a:pt x="505" y="157"/>
                      <a:pt x="505" y="158"/>
                    </a:cubicBezTo>
                    <a:cubicBezTo>
                      <a:pt x="505" y="161"/>
                      <a:pt x="505" y="164"/>
                      <a:pt x="504" y="166"/>
                    </a:cubicBezTo>
                    <a:cubicBezTo>
                      <a:pt x="500" y="175"/>
                      <a:pt x="500" y="175"/>
                      <a:pt x="500" y="175"/>
                    </a:cubicBezTo>
                    <a:cubicBezTo>
                      <a:pt x="499" y="177"/>
                      <a:pt x="499" y="178"/>
                      <a:pt x="499" y="180"/>
                    </a:cubicBezTo>
                    <a:cubicBezTo>
                      <a:pt x="499" y="183"/>
                      <a:pt x="500" y="186"/>
                      <a:pt x="501" y="188"/>
                    </a:cubicBezTo>
                    <a:cubicBezTo>
                      <a:pt x="516" y="205"/>
                      <a:pt x="516" y="205"/>
                      <a:pt x="516" y="205"/>
                    </a:cubicBezTo>
                    <a:cubicBezTo>
                      <a:pt x="517" y="206"/>
                      <a:pt x="518" y="208"/>
                      <a:pt x="518" y="210"/>
                    </a:cubicBezTo>
                    <a:cubicBezTo>
                      <a:pt x="518" y="211"/>
                      <a:pt x="518" y="211"/>
                      <a:pt x="518" y="211"/>
                    </a:cubicBezTo>
                    <a:cubicBezTo>
                      <a:pt x="517" y="212"/>
                      <a:pt x="517" y="212"/>
                      <a:pt x="517" y="212"/>
                    </a:cubicBezTo>
                    <a:cubicBezTo>
                      <a:pt x="517" y="212"/>
                      <a:pt x="516" y="212"/>
                      <a:pt x="515" y="211"/>
                    </a:cubicBezTo>
                    <a:cubicBezTo>
                      <a:pt x="494" y="187"/>
                      <a:pt x="494" y="187"/>
                      <a:pt x="494" y="187"/>
                    </a:cubicBezTo>
                    <a:cubicBezTo>
                      <a:pt x="492" y="185"/>
                      <a:pt x="488" y="182"/>
                      <a:pt x="485" y="180"/>
                    </a:cubicBezTo>
                    <a:cubicBezTo>
                      <a:pt x="478" y="176"/>
                      <a:pt x="478" y="176"/>
                      <a:pt x="478" y="176"/>
                    </a:cubicBezTo>
                    <a:cubicBezTo>
                      <a:pt x="477" y="175"/>
                      <a:pt x="476" y="175"/>
                      <a:pt x="475" y="175"/>
                    </a:cubicBezTo>
                    <a:cubicBezTo>
                      <a:pt x="473" y="175"/>
                      <a:pt x="472" y="176"/>
                      <a:pt x="471" y="177"/>
                    </a:cubicBezTo>
                    <a:cubicBezTo>
                      <a:pt x="470" y="178"/>
                      <a:pt x="469" y="179"/>
                      <a:pt x="469" y="180"/>
                    </a:cubicBezTo>
                    <a:cubicBezTo>
                      <a:pt x="468" y="181"/>
                      <a:pt x="468" y="182"/>
                      <a:pt x="468" y="184"/>
                    </a:cubicBezTo>
                    <a:cubicBezTo>
                      <a:pt x="468" y="187"/>
                      <a:pt x="469" y="190"/>
                      <a:pt x="471" y="193"/>
                    </a:cubicBezTo>
                    <a:cubicBezTo>
                      <a:pt x="472" y="195"/>
                      <a:pt x="472" y="195"/>
                      <a:pt x="472" y="195"/>
                    </a:cubicBezTo>
                    <a:cubicBezTo>
                      <a:pt x="473" y="196"/>
                      <a:pt x="474" y="197"/>
                      <a:pt x="475" y="198"/>
                    </a:cubicBezTo>
                    <a:cubicBezTo>
                      <a:pt x="477" y="199"/>
                      <a:pt x="478" y="200"/>
                      <a:pt x="480" y="200"/>
                    </a:cubicBezTo>
                    <a:cubicBezTo>
                      <a:pt x="481" y="200"/>
                      <a:pt x="481" y="200"/>
                      <a:pt x="482" y="200"/>
                    </a:cubicBezTo>
                    <a:cubicBezTo>
                      <a:pt x="482" y="199"/>
                      <a:pt x="482" y="199"/>
                      <a:pt x="482" y="199"/>
                    </a:cubicBezTo>
                    <a:cubicBezTo>
                      <a:pt x="482" y="199"/>
                      <a:pt x="483" y="200"/>
                      <a:pt x="484" y="200"/>
                    </a:cubicBezTo>
                    <a:cubicBezTo>
                      <a:pt x="484" y="201"/>
                      <a:pt x="485" y="202"/>
                      <a:pt x="485" y="203"/>
                    </a:cubicBezTo>
                    <a:cubicBezTo>
                      <a:pt x="486" y="206"/>
                      <a:pt x="486" y="206"/>
                      <a:pt x="486" y="206"/>
                    </a:cubicBezTo>
                    <a:cubicBezTo>
                      <a:pt x="487" y="210"/>
                      <a:pt x="490" y="215"/>
                      <a:pt x="493" y="217"/>
                    </a:cubicBezTo>
                    <a:cubicBezTo>
                      <a:pt x="508" y="233"/>
                      <a:pt x="508" y="233"/>
                      <a:pt x="508" y="233"/>
                    </a:cubicBezTo>
                    <a:cubicBezTo>
                      <a:pt x="509" y="234"/>
                      <a:pt x="510" y="235"/>
                      <a:pt x="511" y="237"/>
                    </a:cubicBezTo>
                    <a:cubicBezTo>
                      <a:pt x="511" y="239"/>
                      <a:pt x="512" y="241"/>
                      <a:pt x="512" y="242"/>
                    </a:cubicBezTo>
                    <a:cubicBezTo>
                      <a:pt x="513" y="269"/>
                      <a:pt x="513" y="269"/>
                      <a:pt x="513" y="269"/>
                    </a:cubicBezTo>
                    <a:cubicBezTo>
                      <a:pt x="513" y="269"/>
                      <a:pt x="513" y="269"/>
                      <a:pt x="513" y="269"/>
                    </a:cubicBezTo>
                    <a:cubicBezTo>
                      <a:pt x="513" y="271"/>
                      <a:pt x="513" y="272"/>
                      <a:pt x="512" y="272"/>
                    </a:cubicBezTo>
                    <a:cubicBezTo>
                      <a:pt x="512" y="273"/>
                      <a:pt x="511" y="273"/>
                      <a:pt x="510" y="273"/>
                    </a:cubicBezTo>
                    <a:cubicBezTo>
                      <a:pt x="493" y="273"/>
                      <a:pt x="493" y="273"/>
                      <a:pt x="493" y="273"/>
                    </a:cubicBezTo>
                    <a:cubicBezTo>
                      <a:pt x="490" y="273"/>
                      <a:pt x="489" y="275"/>
                      <a:pt x="487" y="276"/>
                    </a:cubicBezTo>
                    <a:cubicBezTo>
                      <a:pt x="486" y="278"/>
                      <a:pt x="485" y="280"/>
                      <a:pt x="485" y="282"/>
                    </a:cubicBezTo>
                    <a:cubicBezTo>
                      <a:pt x="485" y="289"/>
                      <a:pt x="485" y="289"/>
                      <a:pt x="485" y="289"/>
                    </a:cubicBezTo>
                    <a:cubicBezTo>
                      <a:pt x="485" y="293"/>
                      <a:pt x="487" y="299"/>
                      <a:pt x="489" y="302"/>
                    </a:cubicBezTo>
                    <a:cubicBezTo>
                      <a:pt x="502" y="324"/>
                      <a:pt x="502" y="324"/>
                      <a:pt x="502" y="324"/>
                    </a:cubicBezTo>
                    <a:cubicBezTo>
                      <a:pt x="503" y="325"/>
                      <a:pt x="503" y="326"/>
                      <a:pt x="503" y="328"/>
                    </a:cubicBezTo>
                    <a:cubicBezTo>
                      <a:pt x="503" y="329"/>
                      <a:pt x="503" y="331"/>
                      <a:pt x="502" y="332"/>
                    </a:cubicBezTo>
                    <a:cubicBezTo>
                      <a:pt x="492" y="349"/>
                      <a:pt x="492" y="349"/>
                      <a:pt x="492" y="349"/>
                    </a:cubicBezTo>
                    <a:cubicBezTo>
                      <a:pt x="492" y="350"/>
                      <a:pt x="491" y="350"/>
                      <a:pt x="491" y="350"/>
                    </a:cubicBezTo>
                    <a:cubicBezTo>
                      <a:pt x="490" y="350"/>
                      <a:pt x="490" y="350"/>
                      <a:pt x="489" y="349"/>
                    </a:cubicBezTo>
                    <a:cubicBezTo>
                      <a:pt x="477" y="333"/>
                      <a:pt x="477" y="333"/>
                      <a:pt x="477" y="333"/>
                    </a:cubicBezTo>
                    <a:cubicBezTo>
                      <a:pt x="476" y="333"/>
                      <a:pt x="476" y="332"/>
                      <a:pt x="475" y="332"/>
                    </a:cubicBezTo>
                    <a:cubicBezTo>
                      <a:pt x="474" y="331"/>
                      <a:pt x="474" y="331"/>
                      <a:pt x="473" y="331"/>
                    </a:cubicBezTo>
                    <a:cubicBezTo>
                      <a:pt x="472" y="331"/>
                      <a:pt x="471" y="331"/>
                      <a:pt x="471" y="332"/>
                    </a:cubicBezTo>
                    <a:cubicBezTo>
                      <a:pt x="470" y="332"/>
                      <a:pt x="470" y="333"/>
                      <a:pt x="469" y="334"/>
                    </a:cubicBezTo>
                    <a:cubicBezTo>
                      <a:pt x="469" y="335"/>
                      <a:pt x="469" y="336"/>
                      <a:pt x="469" y="337"/>
                    </a:cubicBezTo>
                    <a:cubicBezTo>
                      <a:pt x="469" y="341"/>
                      <a:pt x="469" y="341"/>
                      <a:pt x="469" y="341"/>
                    </a:cubicBezTo>
                    <a:cubicBezTo>
                      <a:pt x="469" y="345"/>
                      <a:pt x="470" y="351"/>
                      <a:pt x="472" y="354"/>
                    </a:cubicBezTo>
                    <a:cubicBezTo>
                      <a:pt x="487" y="384"/>
                      <a:pt x="487" y="384"/>
                      <a:pt x="487" y="384"/>
                    </a:cubicBezTo>
                    <a:cubicBezTo>
                      <a:pt x="488" y="384"/>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9" y="385"/>
                      <a:pt x="489" y="385"/>
                      <a:pt x="489" y="385"/>
                    </a:cubicBezTo>
                    <a:cubicBezTo>
                      <a:pt x="488" y="384"/>
                      <a:pt x="488" y="384"/>
                      <a:pt x="488" y="384"/>
                    </a:cubicBezTo>
                    <a:cubicBezTo>
                      <a:pt x="488" y="385"/>
                      <a:pt x="488" y="385"/>
                      <a:pt x="488" y="385"/>
                    </a:cubicBezTo>
                    <a:cubicBezTo>
                      <a:pt x="489" y="385"/>
                      <a:pt x="489" y="385"/>
                      <a:pt x="489" y="385"/>
                    </a:cubicBezTo>
                    <a:cubicBezTo>
                      <a:pt x="488" y="384"/>
                      <a:pt x="488" y="384"/>
                      <a:pt x="488" y="384"/>
                    </a:cubicBezTo>
                    <a:cubicBezTo>
                      <a:pt x="489" y="385"/>
                      <a:pt x="489" y="385"/>
                      <a:pt x="489" y="385"/>
                    </a:cubicBezTo>
                    <a:cubicBezTo>
                      <a:pt x="489" y="384"/>
                      <a:pt x="489" y="384"/>
                      <a:pt x="489" y="384"/>
                    </a:cubicBezTo>
                    <a:cubicBezTo>
                      <a:pt x="488" y="384"/>
                      <a:pt x="488" y="384"/>
                      <a:pt x="488" y="384"/>
                    </a:cubicBezTo>
                    <a:cubicBezTo>
                      <a:pt x="489" y="385"/>
                      <a:pt x="489" y="385"/>
                      <a:pt x="489" y="385"/>
                    </a:cubicBezTo>
                    <a:cubicBezTo>
                      <a:pt x="489" y="384"/>
                      <a:pt x="489" y="384"/>
                      <a:pt x="489" y="384"/>
                    </a:cubicBezTo>
                    <a:cubicBezTo>
                      <a:pt x="489" y="384"/>
                      <a:pt x="489" y="384"/>
                      <a:pt x="489" y="384"/>
                    </a:cubicBezTo>
                    <a:cubicBezTo>
                      <a:pt x="488" y="384"/>
                      <a:pt x="488" y="384"/>
                      <a:pt x="488" y="384"/>
                    </a:cubicBezTo>
                    <a:cubicBezTo>
                      <a:pt x="483" y="381"/>
                      <a:pt x="483" y="381"/>
                      <a:pt x="483" y="381"/>
                    </a:cubicBezTo>
                    <a:cubicBezTo>
                      <a:pt x="482" y="381"/>
                      <a:pt x="481" y="380"/>
                      <a:pt x="480" y="379"/>
                    </a:cubicBezTo>
                    <a:cubicBezTo>
                      <a:pt x="479" y="377"/>
                      <a:pt x="477" y="376"/>
                      <a:pt x="477" y="374"/>
                    </a:cubicBezTo>
                    <a:cubicBezTo>
                      <a:pt x="466" y="351"/>
                      <a:pt x="466" y="351"/>
                      <a:pt x="466" y="351"/>
                    </a:cubicBezTo>
                    <a:cubicBezTo>
                      <a:pt x="465" y="349"/>
                      <a:pt x="463" y="343"/>
                      <a:pt x="463" y="340"/>
                    </a:cubicBezTo>
                    <a:cubicBezTo>
                      <a:pt x="463" y="336"/>
                      <a:pt x="463" y="336"/>
                      <a:pt x="463" y="336"/>
                    </a:cubicBezTo>
                    <a:cubicBezTo>
                      <a:pt x="463" y="333"/>
                      <a:pt x="463" y="331"/>
                      <a:pt x="462" y="329"/>
                    </a:cubicBezTo>
                    <a:cubicBezTo>
                      <a:pt x="462" y="327"/>
                      <a:pt x="461" y="324"/>
                      <a:pt x="459" y="323"/>
                    </a:cubicBezTo>
                    <a:cubicBezTo>
                      <a:pt x="425" y="277"/>
                      <a:pt x="425" y="277"/>
                      <a:pt x="425" y="277"/>
                    </a:cubicBezTo>
                    <a:cubicBezTo>
                      <a:pt x="424" y="275"/>
                      <a:pt x="422" y="274"/>
                      <a:pt x="420" y="274"/>
                    </a:cubicBezTo>
                    <a:cubicBezTo>
                      <a:pt x="418" y="274"/>
                      <a:pt x="416" y="275"/>
                      <a:pt x="414" y="277"/>
                    </a:cubicBezTo>
                    <a:cubicBezTo>
                      <a:pt x="391" y="309"/>
                      <a:pt x="391" y="309"/>
                      <a:pt x="391" y="309"/>
                    </a:cubicBezTo>
                    <a:cubicBezTo>
                      <a:pt x="389" y="312"/>
                      <a:pt x="387" y="316"/>
                      <a:pt x="387" y="321"/>
                    </a:cubicBezTo>
                    <a:cubicBezTo>
                      <a:pt x="387" y="322"/>
                      <a:pt x="387" y="322"/>
                      <a:pt x="387" y="322"/>
                    </a:cubicBezTo>
                    <a:cubicBezTo>
                      <a:pt x="387" y="322"/>
                      <a:pt x="387" y="322"/>
                      <a:pt x="387" y="322"/>
                    </a:cubicBezTo>
                    <a:cubicBezTo>
                      <a:pt x="387" y="323"/>
                      <a:pt x="387" y="323"/>
                      <a:pt x="387" y="324"/>
                    </a:cubicBezTo>
                    <a:cubicBezTo>
                      <a:pt x="387" y="327"/>
                      <a:pt x="387" y="332"/>
                      <a:pt x="386" y="334"/>
                    </a:cubicBezTo>
                    <a:cubicBezTo>
                      <a:pt x="380" y="348"/>
                      <a:pt x="380" y="348"/>
                      <a:pt x="380" y="348"/>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49"/>
                      <a:pt x="380" y="349"/>
                      <a:pt x="380" y="348"/>
                    </a:cubicBezTo>
                    <a:cubicBezTo>
                      <a:pt x="356" y="286"/>
                      <a:pt x="356" y="286"/>
                      <a:pt x="356" y="286"/>
                    </a:cubicBezTo>
                    <a:cubicBezTo>
                      <a:pt x="355" y="284"/>
                      <a:pt x="354" y="283"/>
                      <a:pt x="353" y="282"/>
                    </a:cubicBezTo>
                    <a:cubicBezTo>
                      <a:pt x="352" y="281"/>
                      <a:pt x="351" y="280"/>
                      <a:pt x="349" y="280"/>
                    </a:cubicBezTo>
                    <a:cubicBezTo>
                      <a:pt x="348" y="280"/>
                      <a:pt x="347" y="280"/>
                      <a:pt x="347" y="281"/>
                    </a:cubicBezTo>
                    <a:cubicBezTo>
                      <a:pt x="346" y="281"/>
                      <a:pt x="346" y="281"/>
                      <a:pt x="346" y="281"/>
                    </a:cubicBezTo>
                    <a:cubicBezTo>
                      <a:pt x="345" y="281"/>
                      <a:pt x="344" y="281"/>
                      <a:pt x="342" y="279"/>
                    </a:cubicBezTo>
                    <a:cubicBezTo>
                      <a:pt x="331" y="268"/>
                      <a:pt x="331" y="268"/>
                      <a:pt x="331" y="268"/>
                    </a:cubicBezTo>
                    <a:cubicBezTo>
                      <a:pt x="330" y="266"/>
                      <a:pt x="328" y="265"/>
                      <a:pt x="326" y="264"/>
                    </a:cubicBezTo>
                    <a:cubicBezTo>
                      <a:pt x="325" y="263"/>
                      <a:pt x="323" y="263"/>
                      <a:pt x="321" y="263"/>
                    </a:cubicBezTo>
                    <a:cubicBezTo>
                      <a:pt x="304" y="263"/>
                      <a:pt x="304" y="263"/>
                      <a:pt x="304" y="263"/>
                    </a:cubicBezTo>
                    <a:cubicBezTo>
                      <a:pt x="303" y="263"/>
                      <a:pt x="301" y="262"/>
                      <a:pt x="300" y="262"/>
                    </a:cubicBezTo>
                    <a:cubicBezTo>
                      <a:pt x="298" y="261"/>
                      <a:pt x="297" y="261"/>
                      <a:pt x="296" y="260"/>
                    </a:cubicBezTo>
                    <a:cubicBezTo>
                      <a:pt x="260" y="232"/>
                      <a:pt x="260" y="232"/>
                      <a:pt x="260" y="232"/>
                    </a:cubicBezTo>
                    <a:cubicBezTo>
                      <a:pt x="259" y="231"/>
                      <a:pt x="257" y="231"/>
                      <a:pt x="256" y="231"/>
                    </a:cubicBezTo>
                    <a:cubicBezTo>
                      <a:pt x="253" y="231"/>
                      <a:pt x="251" y="232"/>
                      <a:pt x="249" y="234"/>
                    </a:cubicBezTo>
                    <a:cubicBezTo>
                      <a:pt x="249" y="235"/>
                      <a:pt x="249" y="235"/>
                      <a:pt x="249" y="235"/>
                    </a:cubicBezTo>
                    <a:cubicBezTo>
                      <a:pt x="249" y="235"/>
                      <a:pt x="249" y="235"/>
                      <a:pt x="249" y="235"/>
                    </a:cubicBezTo>
                    <a:cubicBezTo>
                      <a:pt x="249" y="235"/>
                      <a:pt x="249" y="235"/>
                      <a:pt x="249" y="235"/>
                    </a:cubicBezTo>
                    <a:cubicBezTo>
                      <a:pt x="248" y="236"/>
                      <a:pt x="247" y="238"/>
                      <a:pt x="247" y="240"/>
                    </a:cubicBezTo>
                    <a:cubicBezTo>
                      <a:pt x="247" y="242"/>
                      <a:pt x="248" y="245"/>
                      <a:pt x="249" y="246"/>
                    </a:cubicBezTo>
                    <a:cubicBezTo>
                      <a:pt x="268" y="265"/>
                      <a:pt x="268" y="265"/>
                      <a:pt x="268" y="265"/>
                    </a:cubicBezTo>
                    <a:cubicBezTo>
                      <a:pt x="269" y="266"/>
                      <a:pt x="271" y="267"/>
                      <a:pt x="273" y="268"/>
                    </a:cubicBezTo>
                    <a:cubicBezTo>
                      <a:pt x="275" y="269"/>
                      <a:pt x="277" y="269"/>
                      <a:pt x="279" y="269"/>
                    </a:cubicBezTo>
                    <a:cubicBezTo>
                      <a:pt x="282" y="269"/>
                      <a:pt x="282" y="269"/>
                      <a:pt x="282" y="269"/>
                    </a:cubicBezTo>
                    <a:cubicBezTo>
                      <a:pt x="283" y="269"/>
                      <a:pt x="285" y="270"/>
                      <a:pt x="286" y="270"/>
                    </a:cubicBezTo>
                    <a:cubicBezTo>
                      <a:pt x="288" y="271"/>
                      <a:pt x="289" y="272"/>
                      <a:pt x="290" y="272"/>
                    </a:cubicBezTo>
                    <a:cubicBezTo>
                      <a:pt x="295" y="275"/>
                      <a:pt x="295" y="275"/>
                      <a:pt x="295" y="275"/>
                    </a:cubicBezTo>
                    <a:cubicBezTo>
                      <a:pt x="296" y="276"/>
                      <a:pt x="296" y="277"/>
                      <a:pt x="296" y="278"/>
                    </a:cubicBezTo>
                    <a:cubicBezTo>
                      <a:pt x="296" y="279"/>
                      <a:pt x="296" y="280"/>
                      <a:pt x="295" y="281"/>
                    </a:cubicBezTo>
                    <a:cubicBezTo>
                      <a:pt x="271" y="317"/>
                      <a:pt x="271" y="317"/>
                      <a:pt x="271" y="317"/>
                    </a:cubicBezTo>
                    <a:cubicBezTo>
                      <a:pt x="270" y="318"/>
                      <a:pt x="269" y="319"/>
                      <a:pt x="267" y="320"/>
                    </a:cubicBezTo>
                    <a:cubicBezTo>
                      <a:pt x="266" y="320"/>
                      <a:pt x="265" y="321"/>
                      <a:pt x="264" y="321"/>
                    </a:cubicBezTo>
                    <a:cubicBezTo>
                      <a:pt x="257" y="321"/>
                      <a:pt x="257" y="321"/>
                      <a:pt x="257" y="321"/>
                    </a:cubicBezTo>
                    <a:cubicBezTo>
                      <a:pt x="256" y="321"/>
                      <a:pt x="255" y="320"/>
                      <a:pt x="253" y="320"/>
                    </a:cubicBezTo>
                    <a:cubicBezTo>
                      <a:pt x="252" y="319"/>
                      <a:pt x="250" y="318"/>
                      <a:pt x="249" y="317"/>
                    </a:cubicBezTo>
                    <a:cubicBezTo>
                      <a:pt x="240" y="309"/>
                      <a:pt x="240" y="309"/>
                      <a:pt x="240" y="309"/>
                    </a:cubicBezTo>
                    <a:cubicBezTo>
                      <a:pt x="238" y="307"/>
                      <a:pt x="235" y="303"/>
                      <a:pt x="234" y="300"/>
                    </a:cubicBezTo>
                    <a:cubicBezTo>
                      <a:pt x="214" y="254"/>
                      <a:pt x="214" y="254"/>
                      <a:pt x="214" y="254"/>
                    </a:cubicBezTo>
                    <a:cubicBezTo>
                      <a:pt x="213" y="253"/>
                      <a:pt x="212" y="251"/>
                      <a:pt x="211" y="250"/>
                    </a:cubicBezTo>
                    <a:cubicBezTo>
                      <a:pt x="209" y="248"/>
                      <a:pt x="208" y="247"/>
                      <a:pt x="206" y="247"/>
                    </a:cubicBezTo>
                    <a:cubicBezTo>
                      <a:pt x="205" y="247"/>
                      <a:pt x="203" y="248"/>
                      <a:pt x="203" y="249"/>
                    </a:cubicBezTo>
                    <a:cubicBezTo>
                      <a:pt x="202" y="250"/>
                      <a:pt x="202" y="251"/>
                      <a:pt x="202" y="252"/>
                    </a:cubicBezTo>
                    <a:cubicBezTo>
                      <a:pt x="202" y="254"/>
                      <a:pt x="202" y="255"/>
                      <a:pt x="203" y="256"/>
                    </a:cubicBezTo>
                    <a:cubicBezTo>
                      <a:pt x="232" y="331"/>
                      <a:pt x="232" y="331"/>
                      <a:pt x="232" y="331"/>
                    </a:cubicBezTo>
                    <a:cubicBezTo>
                      <a:pt x="233" y="333"/>
                      <a:pt x="234" y="334"/>
                      <a:pt x="236" y="336"/>
                    </a:cubicBezTo>
                    <a:cubicBezTo>
                      <a:pt x="237" y="337"/>
                      <a:pt x="239" y="338"/>
                      <a:pt x="241" y="338"/>
                    </a:cubicBezTo>
                    <a:cubicBezTo>
                      <a:pt x="242" y="338"/>
                      <a:pt x="242" y="338"/>
                      <a:pt x="242" y="338"/>
                    </a:cubicBezTo>
                    <a:cubicBezTo>
                      <a:pt x="266" y="336"/>
                      <a:pt x="266" y="336"/>
                      <a:pt x="266" y="336"/>
                    </a:cubicBezTo>
                    <a:cubicBezTo>
                      <a:pt x="266" y="336"/>
                      <a:pt x="266" y="336"/>
                      <a:pt x="266" y="336"/>
                    </a:cubicBezTo>
                    <a:cubicBezTo>
                      <a:pt x="267" y="336"/>
                      <a:pt x="267" y="336"/>
                      <a:pt x="267" y="336"/>
                    </a:cubicBezTo>
                    <a:cubicBezTo>
                      <a:pt x="267" y="337"/>
                      <a:pt x="267" y="337"/>
                      <a:pt x="267" y="337"/>
                    </a:cubicBezTo>
                    <a:cubicBezTo>
                      <a:pt x="267" y="338"/>
                      <a:pt x="267" y="338"/>
                      <a:pt x="266" y="339"/>
                    </a:cubicBezTo>
                    <a:cubicBezTo>
                      <a:pt x="250" y="380"/>
                      <a:pt x="250" y="380"/>
                      <a:pt x="250" y="380"/>
                    </a:cubicBezTo>
                    <a:cubicBezTo>
                      <a:pt x="248" y="383"/>
                      <a:pt x="246" y="388"/>
                      <a:pt x="244" y="390"/>
                    </a:cubicBezTo>
                    <a:cubicBezTo>
                      <a:pt x="223" y="415"/>
                      <a:pt x="223" y="415"/>
                      <a:pt x="223" y="415"/>
                    </a:cubicBezTo>
                    <a:cubicBezTo>
                      <a:pt x="222" y="417"/>
                      <a:pt x="221" y="419"/>
                      <a:pt x="220" y="421"/>
                    </a:cubicBezTo>
                    <a:cubicBezTo>
                      <a:pt x="220" y="423"/>
                      <a:pt x="219" y="426"/>
                      <a:pt x="219" y="428"/>
                    </a:cubicBezTo>
                    <a:cubicBezTo>
                      <a:pt x="219" y="437"/>
                      <a:pt x="219" y="437"/>
                      <a:pt x="219" y="437"/>
                    </a:cubicBezTo>
                    <a:cubicBezTo>
                      <a:pt x="219" y="441"/>
                      <a:pt x="220" y="447"/>
                      <a:pt x="222" y="450"/>
                    </a:cubicBezTo>
                    <a:cubicBezTo>
                      <a:pt x="222" y="450"/>
                      <a:pt x="222" y="450"/>
                      <a:pt x="222" y="450"/>
                    </a:cubicBezTo>
                    <a:cubicBezTo>
                      <a:pt x="223" y="451"/>
                      <a:pt x="223" y="451"/>
                      <a:pt x="223" y="451"/>
                    </a:cubicBezTo>
                    <a:cubicBezTo>
                      <a:pt x="223" y="451"/>
                      <a:pt x="223" y="451"/>
                      <a:pt x="223" y="451"/>
                    </a:cubicBezTo>
                    <a:cubicBezTo>
                      <a:pt x="224" y="454"/>
                      <a:pt x="225" y="459"/>
                      <a:pt x="225" y="462"/>
                    </a:cubicBezTo>
                    <a:cubicBezTo>
                      <a:pt x="225" y="481"/>
                      <a:pt x="225" y="481"/>
                      <a:pt x="225" y="481"/>
                    </a:cubicBezTo>
                    <a:cubicBezTo>
                      <a:pt x="225" y="482"/>
                      <a:pt x="225" y="484"/>
                      <a:pt x="224" y="486"/>
                    </a:cubicBezTo>
                    <a:cubicBezTo>
                      <a:pt x="224" y="488"/>
                      <a:pt x="223" y="489"/>
                      <a:pt x="222" y="490"/>
                    </a:cubicBezTo>
                    <a:cubicBezTo>
                      <a:pt x="206" y="506"/>
                      <a:pt x="206" y="506"/>
                      <a:pt x="206" y="506"/>
                    </a:cubicBezTo>
                    <a:cubicBezTo>
                      <a:pt x="204" y="507"/>
                      <a:pt x="203" y="509"/>
                      <a:pt x="202" y="511"/>
                    </a:cubicBezTo>
                    <a:cubicBezTo>
                      <a:pt x="202" y="513"/>
                      <a:pt x="201" y="516"/>
                      <a:pt x="201" y="518"/>
                    </a:cubicBezTo>
                    <a:cubicBezTo>
                      <a:pt x="201" y="526"/>
                      <a:pt x="201" y="526"/>
                      <a:pt x="201" y="526"/>
                    </a:cubicBezTo>
                    <a:cubicBezTo>
                      <a:pt x="201" y="527"/>
                      <a:pt x="201" y="529"/>
                      <a:pt x="200" y="531"/>
                    </a:cubicBezTo>
                    <a:cubicBezTo>
                      <a:pt x="199" y="533"/>
                      <a:pt x="199" y="535"/>
                      <a:pt x="198" y="536"/>
                    </a:cubicBezTo>
                    <a:cubicBezTo>
                      <a:pt x="170" y="570"/>
                      <a:pt x="170" y="570"/>
                      <a:pt x="170" y="570"/>
                    </a:cubicBezTo>
                    <a:cubicBezTo>
                      <a:pt x="169" y="571"/>
                      <a:pt x="168" y="573"/>
                      <a:pt x="166" y="574"/>
                    </a:cubicBezTo>
                    <a:cubicBezTo>
                      <a:pt x="165" y="575"/>
                      <a:pt x="163" y="576"/>
                      <a:pt x="162" y="576"/>
                    </a:cubicBezTo>
                    <a:cubicBezTo>
                      <a:pt x="142" y="582"/>
                      <a:pt x="142" y="582"/>
                      <a:pt x="142" y="582"/>
                    </a:cubicBezTo>
                    <a:cubicBezTo>
                      <a:pt x="142" y="582"/>
                      <a:pt x="142" y="582"/>
                      <a:pt x="142" y="582"/>
                    </a:cubicBezTo>
                    <a:cubicBezTo>
                      <a:pt x="141" y="582"/>
                      <a:pt x="141" y="582"/>
                      <a:pt x="140" y="582"/>
                    </a:cubicBezTo>
                    <a:cubicBezTo>
                      <a:pt x="139" y="581"/>
                      <a:pt x="139" y="580"/>
                      <a:pt x="138" y="579"/>
                    </a:cubicBezTo>
                    <a:cubicBezTo>
                      <a:pt x="111" y="492"/>
                      <a:pt x="111" y="492"/>
                      <a:pt x="111" y="492"/>
                    </a:cubicBezTo>
                    <a:cubicBezTo>
                      <a:pt x="111" y="491"/>
                      <a:pt x="111" y="489"/>
                      <a:pt x="111" y="487"/>
                    </a:cubicBezTo>
                    <a:cubicBezTo>
                      <a:pt x="111" y="485"/>
                      <a:pt x="111" y="483"/>
                      <a:pt x="112" y="481"/>
                    </a:cubicBezTo>
                    <a:cubicBezTo>
                      <a:pt x="117" y="467"/>
                      <a:pt x="117" y="467"/>
                      <a:pt x="117" y="467"/>
                    </a:cubicBezTo>
                    <a:cubicBezTo>
                      <a:pt x="118" y="465"/>
                      <a:pt x="118" y="462"/>
                      <a:pt x="118" y="459"/>
                    </a:cubicBezTo>
                    <a:cubicBezTo>
                      <a:pt x="118" y="457"/>
                      <a:pt x="118" y="455"/>
                      <a:pt x="118" y="453"/>
                    </a:cubicBezTo>
                    <a:cubicBezTo>
                      <a:pt x="108" y="415"/>
                      <a:pt x="108" y="415"/>
                      <a:pt x="108" y="415"/>
                    </a:cubicBezTo>
                    <a:cubicBezTo>
                      <a:pt x="108" y="412"/>
                      <a:pt x="107" y="406"/>
                      <a:pt x="107" y="403"/>
                    </a:cubicBezTo>
                    <a:cubicBezTo>
                      <a:pt x="107" y="388"/>
                      <a:pt x="107" y="388"/>
                      <a:pt x="107" y="388"/>
                    </a:cubicBezTo>
                    <a:cubicBezTo>
                      <a:pt x="107" y="385"/>
                      <a:pt x="106" y="383"/>
                      <a:pt x="105" y="381"/>
                    </a:cubicBezTo>
                    <a:cubicBezTo>
                      <a:pt x="104" y="379"/>
                      <a:pt x="103" y="377"/>
                      <a:pt x="102" y="376"/>
                    </a:cubicBezTo>
                    <a:cubicBezTo>
                      <a:pt x="82" y="361"/>
                      <a:pt x="82" y="361"/>
                      <a:pt x="82" y="361"/>
                    </a:cubicBezTo>
                    <a:cubicBezTo>
                      <a:pt x="81" y="360"/>
                      <a:pt x="78" y="359"/>
                      <a:pt x="76" y="359"/>
                    </a:cubicBezTo>
                    <a:cubicBezTo>
                      <a:pt x="74" y="359"/>
                      <a:pt x="73" y="360"/>
                      <a:pt x="71" y="361"/>
                    </a:cubicBezTo>
                    <a:cubicBezTo>
                      <a:pt x="58" y="368"/>
                      <a:pt x="58" y="368"/>
                      <a:pt x="58" y="368"/>
                    </a:cubicBezTo>
                    <a:cubicBezTo>
                      <a:pt x="56" y="369"/>
                      <a:pt x="53" y="370"/>
                      <a:pt x="51" y="370"/>
                    </a:cubicBezTo>
                    <a:cubicBezTo>
                      <a:pt x="50" y="370"/>
                      <a:pt x="50" y="370"/>
                      <a:pt x="50" y="370"/>
                    </a:cubicBezTo>
                    <a:cubicBezTo>
                      <a:pt x="19" y="363"/>
                      <a:pt x="19" y="363"/>
                      <a:pt x="19" y="363"/>
                    </a:cubicBezTo>
                    <a:cubicBezTo>
                      <a:pt x="18" y="363"/>
                      <a:pt x="17" y="363"/>
                      <a:pt x="16" y="361"/>
                    </a:cubicBezTo>
                    <a:cubicBezTo>
                      <a:pt x="15" y="360"/>
                      <a:pt x="15" y="359"/>
                      <a:pt x="14" y="358"/>
                    </a:cubicBezTo>
                    <a:cubicBezTo>
                      <a:pt x="5" y="311"/>
                      <a:pt x="5" y="311"/>
                      <a:pt x="5" y="311"/>
                    </a:cubicBezTo>
                    <a:cubicBezTo>
                      <a:pt x="3" y="312"/>
                      <a:pt x="3" y="312"/>
                      <a:pt x="3" y="312"/>
                    </a:cubicBezTo>
                    <a:cubicBezTo>
                      <a:pt x="0" y="312"/>
                      <a:pt x="0" y="312"/>
                      <a:pt x="0" y="312"/>
                    </a:cubicBezTo>
                    <a:cubicBezTo>
                      <a:pt x="10" y="358"/>
                      <a:pt x="10" y="358"/>
                      <a:pt x="10" y="358"/>
                    </a:cubicBezTo>
                    <a:cubicBezTo>
                      <a:pt x="11" y="361"/>
                      <a:pt x="12" y="363"/>
                      <a:pt x="13" y="364"/>
                    </a:cubicBezTo>
                    <a:cubicBezTo>
                      <a:pt x="14" y="366"/>
                      <a:pt x="16" y="367"/>
                      <a:pt x="18" y="368"/>
                    </a:cubicBezTo>
                    <a:cubicBezTo>
                      <a:pt x="49" y="374"/>
                      <a:pt x="49" y="374"/>
                      <a:pt x="49" y="374"/>
                    </a:cubicBezTo>
                    <a:cubicBezTo>
                      <a:pt x="50" y="374"/>
                      <a:pt x="50" y="374"/>
                      <a:pt x="51" y="374"/>
                    </a:cubicBezTo>
                    <a:cubicBezTo>
                      <a:pt x="54" y="374"/>
                      <a:pt x="57" y="373"/>
                      <a:pt x="60" y="372"/>
                    </a:cubicBezTo>
                    <a:cubicBezTo>
                      <a:pt x="73" y="364"/>
                      <a:pt x="73" y="364"/>
                      <a:pt x="73" y="364"/>
                    </a:cubicBezTo>
                    <a:cubicBezTo>
                      <a:pt x="74" y="364"/>
                      <a:pt x="75" y="364"/>
                      <a:pt x="76" y="364"/>
                    </a:cubicBezTo>
                    <a:cubicBezTo>
                      <a:pt x="77" y="364"/>
                      <a:pt x="79" y="364"/>
                      <a:pt x="80" y="365"/>
                    </a:cubicBezTo>
                    <a:cubicBezTo>
                      <a:pt x="99" y="379"/>
                      <a:pt x="99" y="379"/>
                      <a:pt x="99" y="379"/>
                    </a:cubicBezTo>
                    <a:cubicBezTo>
                      <a:pt x="100" y="380"/>
                      <a:pt x="101" y="381"/>
                      <a:pt x="101" y="383"/>
                    </a:cubicBezTo>
                    <a:cubicBezTo>
                      <a:pt x="102" y="384"/>
                      <a:pt x="103" y="386"/>
                      <a:pt x="103" y="388"/>
                    </a:cubicBezTo>
                    <a:cubicBezTo>
                      <a:pt x="103" y="403"/>
                      <a:pt x="103" y="403"/>
                      <a:pt x="103" y="403"/>
                    </a:cubicBezTo>
                    <a:cubicBezTo>
                      <a:pt x="103" y="407"/>
                      <a:pt x="103" y="413"/>
                      <a:pt x="104" y="416"/>
                    </a:cubicBezTo>
                    <a:cubicBezTo>
                      <a:pt x="114" y="454"/>
                      <a:pt x="114" y="454"/>
                      <a:pt x="114" y="454"/>
                    </a:cubicBezTo>
                    <a:cubicBezTo>
                      <a:pt x="114" y="456"/>
                      <a:pt x="114" y="457"/>
                      <a:pt x="114" y="459"/>
                    </a:cubicBezTo>
                    <a:cubicBezTo>
                      <a:pt x="114" y="461"/>
                      <a:pt x="114" y="464"/>
                      <a:pt x="113" y="466"/>
                    </a:cubicBezTo>
                    <a:cubicBezTo>
                      <a:pt x="108" y="480"/>
                      <a:pt x="108" y="480"/>
                      <a:pt x="108" y="480"/>
                    </a:cubicBezTo>
                    <a:cubicBezTo>
                      <a:pt x="107" y="482"/>
                      <a:pt x="107" y="485"/>
                      <a:pt x="107" y="487"/>
                    </a:cubicBezTo>
                    <a:cubicBezTo>
                      <a:pt x="107" y="489"/>
                      <a:pt x="107" y="491"/>
                      <a:pt x="107" y="493"/>
                    </a:cubicBezTo>
                    <a:cubicBezTo>
                      <a:pt x="134" y="580"/>
                      <a:pt x="134" y="580"/>
                      <a:pt x="134" y="580"/>
                    </a:cubicBezTo>
                    <a:cubicBezTo>
                      <a:pt x="135" y="582"/>
                      <a:pt x="136" y="584"/>
                      <a:pt x="137" y="585"/>
                    </a:cubicBezTo>
                    <a:cubicBezTo>
                      <a:pt x="138" y="586"/>
                      <a:pt x="140" y="587"/>
                      <a:pt x="142" y="587"/>
                    </a:cubicBezTo>
                    <a:cubicBezTo>
                      <a:pt x="142" y="587"/>
                      <a:pt x="143" y="587"/>
                      <a:pt x="144" y="586"/>
                    </a:cubicBezTo>
                    <a:cubicBezTo>
                      <a:pt x="164" y="580"/>
                      <a:pt x="164" y="580"/>
                      <a:pt x="164" y="580"/>
                    </a:cubicBezTo>
                    <a:cubicBezTo>
                      <a:pt x="165" y="579"/>
                      <a:pt x="167" y="578"/>
                      <a:pt x="169" y="577"/>
                    </a:cubicBezTo>
                    <a:cubicBezTo>
                      <a:pt x="171" y="576"/>
                      <a:pt x="172" y="575"/>
                      <a:pt x="173" y="573"/>
                    </a:cubicBezTo>
                    <a:cubicBezTo>
                      <a:pt x="201" y="539"/>
                      <a:pt x="201" y="539"/>
                      <a:pt x="201" y="539"/>
                    </a:cubicBezTo>
                    <a:cubicBezTo>
                      <a:pt x="202" y="537"/>
                      <a:pt x="203" y="535"/>
                      <a:pt x="204" y="533"/>
                    </a:cubicBezTo>
                    <a:cubicBezTo>
                      <a:pt x="205" y="530"/>
                      <a:pt x="205" y="528"/>
                      <a:pt x="205" y="526"/>
                    </a:cubicBezTo>
                    <a:cubicBezTo>
                      <a:pt x="205" y="518"/>
                      <a:pt x="205" y="518"/>
                      <a:pt x="205" y="518"/>
                    </a:cubicBezTo>
                    <a:cubicBezTo>
                      <a:pt x="205" y="516"/>
                      <a:pt x="206" y="515"/>
                      <a:pt x="206" y="513"/>
                    </a:cubicBezTo>
                    <a:cubicBezTo>
                      <a:pt x="207" y="511"/>
                      <a:pt x="208" y="510"/>
                      <a:pt x="209" y="509"/>
                    </a:cubicBezTo>
                    <a:cubicBezTo>
                      <a:pt x="225" y="493"/>
                      <a:pt x="225" y="493"/>
                      <a:pt x="225" y="493"/>
                    </a:cubicBezTo>
                    <a:cubicBezTo>
                      <a:pt x="226" y="492"/>
                      <a:pt x="227" y="490"/>
                      <a:pt x="228" y="488"/>
                    </a:cubicBezTo>
                    <a:cubicBezTo>
                      <a:pt x="229" y="485"/>
                      <a:pt x="230" y="483"/>
                      <a:pt x="230" y="481"/>
                    </a:cubicBezTo>
                    <a:cubicBezTo>
                      <a:pt x="230" y="462"/>
                      <a:pt x="230" y="462"/>
                      <a:pt x="230" y="462"/>
                    </a:cubicBezTo>
                    <a:cubicBezTo>
                      <a:pt x="230" y="458"/>
                      <a:pt x="228" y="453"/>
                      <a:pt x="226" y="449"/>
                    </a:cubicBezTo>
                    <a:cubicBezTo>
                      <a:pt x="226" y="449"/>
                      <a:pt x="226" y="449"/>
                      <a:pt x="226" y="449"/>
                    </a:cubicBezTo>
                    <a:cubicBezTo>
                      <a:pt x="226" y="448"/>
                      <a:pt x="226" y="448"/>
                      <a:pt x="226" y="448"/>
                    </a:cubicBezTo>
                    <a:cubicBezTo>
                      <a:pt x="226" y="448"/>
                      <a:pt x="226" y="448"/>
                      <a:pt x="226" y="448"/>
                    </a:cubicBezTo>
                    <a:cubicBezTo>
                      <a:pt x="225" y="446"/>
                      <a:pt x="223" y="440"/>
                      <a:pt x="223" y="437"/>
                    </a:cubicBezTo>
                    <a:cubicBezTo>
                      <a:pt x="223" y="428"/>
                      <a:pt x="223" y="428"/>
                      <a:pt x="223" y="428"/>
                    </a:cubicBezTo>
                    <a:cubicBezTo>
                      <a:pt x="223" y="426"/>
                      <a:pt x="224" y="424"/>
                      <a:pt x="224" y="423"/>
                    </a:cubicBezTo>
                    <a:cubicBezTo>
                      <a:pt x="225" y="421"/>
                      <a:pt x="226" y="419"/>
                      <a:pt x="227" y="418"/>
                    </a:cubicBezTo>
                    <a:cubicBezTo>
                      <a:pt x="247" y="393"/>
                      <a:pt x="247" y="393"/>
                      <a:pt x="247" y="393"/>
                    </a:cubicBezTo>
                    <a:cubicBezTo>
                      <a:pt x="249" y="390"/>
                      <a:pt x="252" y="385"/>
                      <a:pt x="254" y="382"/>
                    </a:cubicBezTo>
                    <a:cubicBezTo>
                      <a:pt x="270" y="340"/>
                      <a:pt x="270" y="340"/>
                      <a:pt x="270" y="340"/>
                    </a:cubicBezTo>
                    <a:cubicBezTo>
                      <a:pt x="271" y="339"/>
                      <a:pt x="271" y="338"/>
                      <a:pt x="271" y="337"/>
                    </a:cubicBezTo>
                    <a:cubicBezTo>
                      <a:pt x="271" y="336"/>
                      <a:pt x="271" y="334"/>
                      <a:pt x="270" y="333"/>
                    </a:cubicBezTo>
                    <a:cubicBezTo>
                      <a:pt x="269" y="332"/>
                      <a:pt x="267" y="332"/>
                      <a:pt x="266" y="332"/>
                    </a:cubicBezTo>
                    <a:cubicBezTo>
                      <a:pt x="266" y="332"/>
                      <a:pt x="266" y="332"/>
                      <a:pt x="266" y="332"/>
                    </a:cubicBezTo>
                    <a:cubicBezTo>
                      <a:pt x="242" y="334"/>
                      <a:pt x="242" y="334"/>
                      <a:pt x="242" y="334"/>
                    </a:cubicBezTo>
                    <a:cubicBezTo>
                      <a:pt x="241" y="334"/>
                      <a:pt x="241" y="334"/>
                      <a:pt x="241" y="334"/>
                    </a:cubicBezTo>
                    <a:cubicBezTo>
                      <a:pt x="241" y="334"/>
                      <a:pt x="240" y="333"/>
                      <a:pt x="239" y="332"/>
                    </a:cubicBezTo>
                    <a:cubicBezTo>
                      <a:pt x="238" y="332"/>
                      <a:pt x="237" y="330"/>
                      <a:pt x="236" y="329"/>
                    </a:cubicBezTo>
                    <a:cubicBezTo>
                      <a:pt x="207" y="255"/>
                      <a:pt x="207" y="255"/>
                      <a:pt x="207" y="255"/>
                    </a:cubicBezTo>
                    <a:cubicBezTo>
                      <a:pt x="206" y="254"/>
                      <a:pt x="206" y="253"/>
                      <a:pt x="206" y="252"/>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7" y="252"/>
                      <a:pt x="208" y="253"/>
                    </a:cubicBezTo>
                    <a:cubicBezTo>
                      <a:pt x="209" y="254"/>
                      <a:pt x="210" y="255"/>
                      <a:pt x="210" y="256"/>
                    </a:cubicBezTo>
                    <a:cubicBezTo>
                      <a:pt x="230" y="301"/>
                      <a:pt x="230" y="301"/>
                      <a:pt x="230" y="301"/>
                    </a:cubicBezTo>
                    <a:cubicBezTo>
                      <a:pt x="232" y="305"/>
                      <a:pt x="235" y="309"/>
                      <a:pt x="237" y="312"/>
                    </a:cubicBezTo>
                    <a:cubicBezTo>
                      <a:pt x="246" y="321"/>
                      <a:pt x="246" y="321"/>
                      <a:pt x="246" y="321"/>
                    </a:cubicBezTo>
                    <a:cubicBezTo>
                      <a:pt x="248" y="322"/>
                      <a:pt x="249" y="323"/>
                      <a:pt x="251" y="324"/>
                    </a:cubicBezTo>
                    <a:cubicBezTo>
                      <a:pt x="253" y="325"/>
                      <a:pt x="255" y="325"/>
                      <a:pt x="257" y="325"/>
                    </a:cubicBezTo>
                    <a:cubicBezTo>
                      <a:pt x="264" y="325"/>
                      <a:pt x="264" y="325"/>
                      <a:pt x="264" y="325"/>
                    </a:cubicBezTo>
                    <a:cubicBezTo>
                      <a:pt x="266" y="325"/>
                      <a:pt x="268" y="324"/>
                      <a:pt x="270" y="323"/>
                    </a:cubicBezTo>
                    <a:cubicBezTo>
                      <a:pt x="271" y="322"/>
                      <a:pt x="273" y="321"/>
                      <a:pt x="274" y="319"/>
                    </a:cubicBezTo>
                    <a:cubicBezTo>
                      <a:pt x="299" y="283"/>
                      <a:pt x="299" y="283"/>
                      <a:pt x="299" y="283"/>
                    </a:cubicBezTo>
                    <a:cubicBezTo>
                      <a:pt x="300" y="282"/>
                      <a:pt x="301" y="280"/>
                      <a:pt x="301" y="278"/>
                    </a:cubicBezTo>
                    <a:cubicBezTo>
                      <a:pt x="301" y="276"/>
                      <a:pt x="299" y="273"/>
                      <a:pt x="297" y="272"/>
                    </a:cubicBezTo>
                    <a:cubicBezTo>
                      <a:pt x="293" y="269"/>
                      <a:pt x="293" y="269"/>
                      <a:pt x="293" y="269"/>
                    </a:cubicBezTo>
                    <a:cubicBezTo>
                      <a:pt x="291" y="268"/>
                      <a:pt x="289" y="267"/>
                      <a:pt x="288" y="266"/>
                    </a:cubicBezTo>
                    <a:cubicBezTo>
                      <a:pt x="286" y="266"/>
                      <a:pt x="284" y="265"/>
                      <a:pt x="282" y="265"/>
                    </a:cubicBezTo>
                    <a:cubicBezTo>
                      <a:pt x="279" y="265"/>
                      <a:pt x="279" y="265"/>
                      <a:pt x="279" y="265"/>
                    </a:cubicBezTo>
                    <a:cubicBezTo>
                      <a:pt x="278" y="265"/>
                      <a:pt x="276" y="265"/>
                      <a:pt x="275" y="264"/>
                    </a:cubicBezTo>
                    <a:cubicBezTo>
                      <a:pt x="273" y="264"/>
                      <a:pt x="272" y="263"/>
                      <a:pt x="271" y="262"/>
                    </a:cubicBezTo>
                    <a:cubicBezTo>
                      <a:pt x="253" y="243"/>
                      <a:pt x="253" y="243"/>
                      <a:pt x="253" y="243"/>
                    </a:cubicBezTo>
                    <a:cubicBezTo>
                      <a:pt x="252" y="242"/>
                      <a:pt x="251" y="241"/>
                      <a:pt x="251" y="240"/>
                    </a:cubicBezTo>
                    <a:cubicBezTo>
                      <a:pt x="251" y="239"/>
                      <a:pt x="252" y="238"/>
                      <a:pt x="252" y="237"/>
                    </a:cubicBezTo>
                    <a:cubicBezTo>
                      <a:pt x="252" y="237"/>
                      <a:pt x="252" y="237"/>
                      <a:pt x="252" y="237"/>
                    </a:cubicBezTo>
                    <a:cubicBezTo>
                      <a:pt x="253" y="237"/>
                      <a:pt x="253" y="237"/>
                      <a:pt x="253" y="237"/>
                    </a:cubicBezTo>
                    <a:cubicBezTo>
                      <a:pt x="253" y="236"/>
                      <a:pt x="255" y="235"/>
                      <a:pt x="256" y="235"/>
                    </a:cubicBezTo>
                    <a:cubicBezTo>
                      <a:pt x="256" y="235"/>
                      <a:pt x="257" y="235"/>
                      <a:pt x="258" y="236"/>
                    </a:cubicBezTo>
                    <a:cubicBezTo>
                      <a:pt x="293" y="263"/>
                      <a:pt x="293" y="263"/>
                      <a:pt x="293" y="263"/>
                    </a:cubicBezTo>
                    <a:cubicBezTo>
                      <a:pt x="295" y="264"/>
                      <a:pt x="296" y="265"/>
                      <a:pt x="298" y="266"/>
                    </a:cubicBezTo>
                    <a:cubicBezTo>
                      <a:pt x="300" y="267"/>
                      <a:pt x="302" y="267"/>
                      <a:pt x="304" y="267"/>
                    </a:cubicBezTo>
                    <a:cubicBezTo>
                      <a:pt x="321" y="267"/>
                      <a:pt x="321" y="267"/>
                      <a:pt x="321" y="267"/>
                    </a:cubicBezTo>
                    <a:cubicBezTo>
                      <a:pt x="322" y="267"/>
                      <a:pt x="323" y="267"/>
                      <a:pt x="325" y="268"/>
                    </a:cubicBezTo>
                    <a:cubicBezTo>
                      <a:pt x="326" y="269"/>
                      <a:pt x="327" y="270"/>
                      <a:pt x="328" y="271"/>
                    </a:cubicBezTo>
                    <a:cubicBezTo>
                      <a:pt x="339" y="282"/>
                      <a:pt x="339" y="282"/>
                      <a:pt x="339" y="282"/>
                    </a:cubicBezTo>
                    <a:cubicBezTo>
                      <a:pt x="341" y="284"/>
                      <a:pt x="344" y="285"/>
                      <a:pt x="346" y="285"/>
                    </a:cubicBezTo>
                    <a:cubicBezTo>
                      <a:pt x="347" y="285"/>
                      <a:pt x="348" y="285"/>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50" y="284"/>
                      <a:pt x="350" y="285"/>
                    </a:cubicBezTo>
                    <a:cubicBezTo>
                      <a:pt x="351" y="285"/>
                      <a:pt x="351" y="286"/>
                      <a:pt x="352" y="287"/>
                    </a:cubicBezTo>
                    <a:cubicBezTo>
                      <a:pt x="376" y="350"/>
                      <a:pt x="376" y="350"/>
                      <a:pt x="376" y="350"/>
                    </a:cubicBezTo>
                    <a:cubicBezTo>
                      <a:pt x="376" y="351"/>
                      <a:pt x="377" y="352"/>
                      <a:pt x="377" y="352"/>
                    </a:cubicBezTo>
                    <a:cubicBezTo>
                      <a:pt x="378" y="353"/>
                      <a:pt x="379" y="354"/>
                      <a:pt x="380" y="354"/>
                    </a:cubicBezTo>
                    <a:cubicBezTo>
                      <a:pt x="381" y="354"/>
                      <a:pt x="382" y="353"/>
                      <a:pt x="383" y="352"/>
                    </a:cubicBezTo>
                    <a:cubicBezTo>
                      <a:pt x="384" y="352"/>
                      <a:pt x="384" y="351"/>
                      <a:pt x="384" y="350"/>
                    </a:cubicBezTo>
                    <a:cubicBezTo>
                      <a:pt x="390" y="336"/>
                      <a:pt x="390" y="336"/>
                      <a:pt x="390" y="336"/>
                    </a:cubicBezTo>
                    <a:cubicBezTo>
                      <a:pt x="391" y="332"/>
                      <a:pt x="392" y="327"/>
                      <a:pt x="392" y="324"/>
                    </a:cubicBezTo>
                    <a:cubicBezTo>
                      <a:pt x="392" y="323"/>
                      <a:pt x="392" y="323"/>
                      <a:pt x="392" y="322"/>
                    </a:cubicBezTo>
                    <a:cubicBezTo>
                      <a:pt x="392" y="321"/>
                      <a:pt x="392" y="321"/>
                      <a:pt x="392" y="321"/>
                    </a:cubicBezTo>
                    <a:cubicBezTo>
                      <a:pt x="392" y="321"/>
                      <a:pt x="392" y="321"/>
                      <a:pt x="392" y="321"/>
                    </a:cubicBezTo>
                    <a:cubicBezTo>
                      <a:pt x="392" y="317"/>
                      <a:pt x="393" y="313"/>
                      <a:pt x="394" y="311"/>
                    </a:cubicBezTo>
                    <a:cubicBezTo>
                      <a:pt x="418" y="279"/>
                      <a:pt x="418" y="279"/>
                      <a:pt x="418" y="279"/>
                    </a:cubicBezTo>
                    <a:cubicBezTo>
                      <a:pt x="419" y="278"/>
                      <a:pt x="419" y="278"/>
                      <a:pt x="420" y="278"/>
                    </a:cubicBezTo>
                    <a:cubicBezTo>
                      <a:pt x="420" y="278"/>
                      <a:pt x="421" y="278"/>
                      <a:pt x="422" y="279"/>
                    </a:cubicBezTo>
                    <a:cubicBezTo>
                      <a:pt x="456" y="325"/>
                      <a:pt x="456" y="325"/>
                      <a:pt x="456" y="325"/>
                    </a:cubicBezTo>
                    <a:cubicBezTo>
                      <a:pt x="457" y="326"/>
                      <a:pt x="458" y="328"/>
                      <a:pt x="458" y="330"/>
                    </a:cubicBezTo>
                    <a:cubicBezTo>
                      <a:pt x="459" y="332"/>
                      <a:pt x="459" y="334"/>
                      <a:pt x="459" y="336"/>
                    </a:cubicBezTo>
                    <a:cubicBezTo>
                      <a:pt x="459" y="340"/>
                      <a:pt x="459" y="340"/>
                      <a:pt x="459" y="340"/>
                    </a:cubicBezTo>
                    <a:cubicBezTo>
                      <a:pt x="459" y="344"/>
                      <a:pt x="460" y="350"/>
                      <a:pt x="462" y="353"/>
                    </a:cubicBezTo>
                    <a:cubicBezTo>
                      <a:pt x="473" y="376"/>
                      <a:pt x="473" y="376"/>
                      <a:pt x="473" y="376"/>
                    </a:cubicBezTo>
                    <a:cubicBezTo>
                      <a:pt x="474" y="378"/>
                      <a:pt x="475" y="380"/>
                      <a:pt x="477" y="381"/>
                    </a:cubicBezTo>
                    <a:cubicBezTo>
                      <a:pt x="478" y="383"/>
                      <a:pt x="480" y="384"/>
                      <a:pt x="481" y="385"/>
                    </a:cubicBezTo>
                    <a:cubicBezTo>
                      <a:pt x="486" y="388"/>
                      <a:pt x="486" y="388"/>
                      <a:pt x="486" y="388"/>
                    </a:cubicBezTo>
                    <a:cubicBezTo>
                      <a:pt x="487" y="388"/>
                      <a:pt x="488" y="388"/>
                      <a:pt x="489" y="388"/>
                    </a:cubicBezTo>
                    <a:cubicBezTo>
                      <a:pt x="490" y="388"/>
                      <a:pt x="491" y="388"/>
                      <a:pt x="491" y="387"/>
                    </a:cubicBezTo>
                    <a:cubicBezTo>
                      <a:pt x="492" y="387"/>
                      <a:pt x="492" y="386"/>
                      <a:pt x="492" y="385"/>
                    </a:cubicBezTo>
                    <a:cubicBezTo>
                      <a:pt x="492" y="384"/>
                      <a:pt x="492" y="383"/>
                      <a:pt x="491" y="382"/>
                    </a:cubicBezTo>
                    <a:cubicBezTo>
                      <a:pt x="476" y="352"/>
                      <a:pt x="476" y="352"/>
                      <a:pt x="476" y="352"/>
                    </a:cubicBezTo>
                    <a:cubicBezTo>
                      <a:pt x="475" y="350"/>
                      <a:pt x="473" y="344"/>
                      <a:pt x="473" y="341"/>
                    </a:cubicBezTo>
                    <a:cubicBezTo>
                      <a:pt x="473" y="337"/>
                      <a:pt x="473" y="337"/>
                      <a:pt x="473" y="337"/>
                    </a:cubicBezTo>
                    <a:cubicBezTo>
                      <a:pt x="473" y="336"/>
                      <a:pt x="474" y="335"/>
                      <a:pt x="474" y="335"/>
                    </a:cubicBezTo>
                    <a:cubicBezTo>
                      <a:pt x="474" y="335"/>
                      <a:pt x="474" y="335"/>
                      <a:pt x="474" y="335"/>
                    </a:cubicBezTo>
                    <a:cubicBezTo>
                      <a:pt x="473" y="335"/>
                      <a:pt x="473" y="335"/>
                      <a:pt x="473" y="335"/>
                    </a:cubicBezTo>
                    <a:cubicBezTo>
                      <a:pt x="473" y="335"/>
                      <a:pt x="473" y="335"/>
                      <a:pt x="473" y="335"/>
                    </a:cubicBezTo>
                    <a:cubicBezTo>
                      <a:pt x="474" y="335"/>
                      <a:pt x="474" y="335"/>
                      <a:pt x="474" y="335"/>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6"/>
                      <a:pt x="473" y="336"/>
                      <a:pt x="473" y="336"/>
                    </a:cubicBezTo>
                    <a:cubicBezTo>
                      <a:pt x="486" y="352"/>
                      <a:pt x="486" y="352"/>
                      <a:pt x="486" y="352"/>
                    </a:cubicBezTo>
                    <a:cubicBezTo>
                      <a:pt x="487" y="353"/>
                      <a:pt x="489" y="354"/>
                      <a:pt x="491" y="354"/>
                    </a:cubicBezTo>
                    <a:cubicBezTo>
                      <a:pt x="493" y="354"/>
                      <a:pt x="495" y="353"/>
                      <a:pt x="496" y="351"/>
                    </a:cubicBezTo>
                    <a:cubicBezTo>
                      <a:pt x="506" y="334"/>
                      <a:pt x="506" y="334"/>
                      <a:pt x="506" y="334"/>
                    </a:cubicBezTo>
                    <a:cubicBezTo>
                      <a:pt x="507" y="332"/>
                      <a:pt x="508" y="330"/>
                      <a:pt x="508" y="328"/>
                    </a:cubicBezTo>
                    <a:cubicBezTo>
                      <a:pt x="508" y="326"/>
                      <a:pt x="507" y="323"/>
                      <a:pt x="506" y="321"/>
                    </a:cubicBezTo>
                    <a:cubicBezTo>
                      <a:pt x="493" y="300"/>
                      <a:pt x="493" y="300"/>
                      <a:pt x="493" y="300"/>
                    </a:cubicBezTo>
                    <a:cubicBezTo>
                      <a:pt x="491" y="298"/>
                      <a:pt x="490" y="292"/>
                      <a:pt x="490" y="289"/>
                    </a:cubicBezTo>
                    <a:cubicBezTo>
                      <a:pt x="490" y="282"/>
                      <a:pt x="490" y="282"/>
                      <a:pt x="490" y="282"/>
                    </a:cubicBezTo>
                    <a:cubicBezTo>
                      <a:pt x="490" y="281"/>
                      <a:pt x="490" y="280"/>
                      <a:pt x="491" y="279"/>
                    </a:cubicBezTo>
                    <a:cubicBezTo>
                      <a:pt x="491" y="278"/>
                      <a:pt x="492" y="278"/>
                      <a:pt x="493" y="278"/>
                    </a:cubicBezTo>
                    <a:cubicBezTo>
                      <a:pt x="510" y="278"/>
                      <a:pt x="510" y="278"/>
                      <a:pt x="510" y="278"/>
                    </a:cubicBezTo>
                    <a:cubicBezTo>
                      <a:pt x="512" y="278"/>
                      <a:pt x="514" y="277"/>
                      <a:pt x="515" y="275"/>
                    </a:cubicBezTo>
                    <a:cubicBezTo>
                      <a:pt x="517" y="274"/>
                      <a:pt x="517" y="271"/>
                      <a:pt x="517" y="269"/>
                    </a:cubicBezTo>
                    <a:cubicBezTo>
                      <a:pt x="517" y="269"/>
                      <a:pt x="517" y="269"/>
                      <a:pt x="517" y="269"/>
                    </a:cubicBezTo>
                    <a:cubicBezTo>
                      <a:pt x="516" y="242"/>
                      <a:pt x="516" y="242"/>
                      <a:pt x="516" y="242"/>
                    </a:cubicBezTo>
                    <a:cubicBezTo>
                      <a:pt x="516" y="240"/>
                      <a:pt x="515" y="237"/>
                      <a:pt x="515" y="235"/>
                    </a:cubicBezTo>
                    <a:cubicBezTo>
                      <a:pt x="514" y="233"/>
                      <a:pt x="513" y="231"/>
                      <a:pt x="511" y="230"/>
                    </a:cubicBezTo>
                    <a:cubicBezTo>
                      <a:pt x="496" y="214"/>
                      <a:pt x="496" y="214"/>
                      <a:pt x="496" y="214"/>
                    </a:cubicBezTo>
                    <a:cubicBezTo>
                      <a:pt x="494" y="212"/>
                      <a:pt x="491" y="208"/>
                      <a:pt x="490" y="205"/>
                    </a:cubicBezTo>
                    <a:cubicBezTo>
                      <a:pt x="490" y="202"/>
                      <a:pt x="490" y="202"/>
                      <a:pt x="490" y="202"/>
                    </a:cubicBezTo>
                    <a:cubicBezTo>
                      <a:pt x="489" y="200"/>
                      <a:pt x="488" y="198"/>
                      <a:pt x="487" y="197"/>
                    </a:cubicBezTo>
                    <a:cubicBezTo>
                      <a:pt x="485" y="196"/>
                      <a:pt x="484" y="195"/>
                      <a:pt x="482" y="195"/>
                    </a:cubicBezTo>
                    <a:cubicBezTo>
                      <a:pt x="481" y="195"/>
                      <a:pt x="481" y="195"/>
                      <a:pt x="481" y="195"/>
                    </a:cubicBezTo>
                    <a:cubicBezTo>
                      <a:pt x="480" y="195"/>
                      <a:pt x="480" y="195"/>
                      <a:pt x="480" y="195"/>
                    </a:cubicBezTo>
                    <a:cubicBezTo>
                      <a:pt x="479" y="195"/>
                      <a:pt x="479" y="195"/>
                      <a:pt x="478" y="195"/>
                    </a:cubicBezTo>
                    <a:cubicBezTo>
                      <a:pt x="477" y="194"/>
                      <a:pt x="476" y="193"/>
                      <a:pt x="475" y="192"/>
                    </a:cubicBezTo>
                    <a:cubicBezTo>
                      <a:pt x="474" y="191"/>
                      <a:pt x="474" y="191"/>
                      <a:pt x="474" y="191"/>
                    </a:cubicBezTo>
                    <a:cubicBezTo>
                      <a:pt x="473" y="189"/>
                      <a:pt x="473" y="186"/>
                      <a:pt x="473" y="184"/>
                    </a:cubicBezTo>
                    <a:cubicBezTo>
                      <a:pt x="473" y="183"/>
                      <a:pt x="473" y="182"/>
                      <a:pt x="473" y="181"/>
                    </a:cubicBezTo>
                    <a:cubicBezTo>
                      <a:pt x="473" y="181"/>
                      <a:pt x="473" y="180"/>
                      <a:pt x="474" y="180"/>
                    </a:cubicBezTo>
                    <a:cubicBezTo>
                      <a:pt x="475" y="179"/>
                      <a:pt x="475" y="179"/>
                      <a:pt x="475" y="179"/>
                    </a:cubicBezTo>
                    <a:cubicBezTo>
                      <a:pt x="475" y="179"/>
                      <a:pt x="475" y="179"/>
                      <a:pt x="476" y="180"/>
                    </a:cubicBezTo>
                    <a:cubicBezTo>
                      <a:pt x="483" y="184"/>
                      <a:pt x="483" y="184"/>
                      <a:pt x="483" y="184"/>
                    </a:cubicBezTo>
                    <a:cubicBezTo>
                      <a:pt x="485" y="185"/>
                      <a:pt x="489" y="188"/>
                      <a:pt x="491" y="190"/>
                    </a:cubicBezTo>
                    <a:cubicBezTo>
                      <a:pt x="512" y="214"/>
                      <a:pt x="512" y="214"/>
                      <a:pt x="512" y="214"/>
                    </a:cubicBezTo>
                    <a:cubicBezTo>
                      <a:pt x="513" y="215"/>
                      <a:pt x="515" y="216"/>
                      <a:pt x="517" y="216"/>
                    </a:cubicBezTo>
                    <a:cubicBezTo>
                      <a:pt x="519" y="216"/>
                      <a:pt x="521" y="215"/>
                      <a:pt x="521" y="213"/>
                    </a:cubicBezTo>
                    <a:cubicBezTo>
                      <a:pt x="522" y="212"/>
                      <a:pt x="522" y="211"/>
                      <a:pt x="522" y="210"/>
                    </a:cubicBezTo>
                    <a:cubicBezTo>
                      <a:pt x="522" y="207"/>
                      <a:pt x="521" y="204"/>
                      <a:pt x="520" y="202"/>
                    </a:cubicBezTo>
                    <a:cubicBezTo>
                      <a:pt x="505" y="185"/>
                      <a:pt x="505" y="185"/>
                      <a:pt x="505" y="185"/>
                    </a:cubicBezTo>
                    <a:cubicBezTo>
                      <a:pt x="504" y="184"/>
                      <a:pt x="503" y="182"/>
                      <a:pt x="503" y="180"/>
                    </a:cubicBezTo>
                    <a:cubicBezTo>
                      <a:pt x="503" y="179"/>
                      <a:pt x="503" y="178"/>
                      <a:pt x="504" y="177"/>
                    </a:cubicBezTo>
                    <a:cubicBezTo>
                      <a:pt x="508" y="167"/>
                      <a:pt x="508" y="167"/>
                      <a:pt x="508" y="167"/>
                    </a:cubicBezTo>
                    <a:cubicBezTo>
                      <a:pt x="509" y="165"/>
                      <a:pt x="509" y="161"/>
                      <a:pt x="509" y="158"/>
                    </a:cubicBezTo>
                    <a:cubicBezTo>
                      <a:pt x="509" y="157"/>
                      <a:pt x="509" y="155"/>
                      <a:pt x="509" y="154"/>
                    </a:cubicBezTo>
                    <a:cubicBezTo>
                      <a:pt x="504" y="129"/>
                      <a:pt x="504" y="129"/>
                      <a:pt x="504" y="129"/>
                    </a:cubicBezTo>
                    <a:cubicBezTo>
                      <a:pt x="503" y="127"/>
                      <a:pt x="502" y="125"/>
                      <a:pt x="501" y="123"/>
                    </a:cubicBezTo>
                    <a:cubicBezTo>
                      <a:pt x="499" y="121"/>
                      <a:pt x="497" y="120"/>
                      <a:pt x="495" y="120"/>
                    </a:cubicBezTo>
                    <a:cubicBezTo>
                      <a:pt x="485" y="118"/>
                      <a:pt x="485" y="118"/>
                      <a:pt x="485" y="118"/>
                    </a:cubicBezTo>
                    <a:cubicBezTo>
                      <a:pt x="484" y="118"/>
                      <a:pt x="483" y="117"/>
                      <a:pt x="482" y="116"/>
                    </a:cubicBezTo>
                    <a:cubicBezTo>
                      <a:pt x="481" y="115"/>
                      <a:pt x="480" y="114"/>
                      <a:pt x="479" y="112"/>
                    </a:cubicBezTo>
                    <a:cubicBezTo>
                      <a:pt x="474" y="96"/>
                      <a:pt x="474" y="96"/>
                      <a:pt x="474" y="96"/>
                    </a:cubicBezTo>
                    <a:cubicBezTo>
                      <a:pt x="474" y="96"/>
                      <a:pt x="474" y="95"/>
                      <a:pt x="474" y="94"/>
                    </a:cubicBezTo>
                    <a:cubicBezTo>
                      <a:pt x="474" y="92"/>
                      <a:pt x="475" y="91"/>
                      <a:pt x="476" y="90"/>
                    </a:cubicBezTo>
                    <a:cubicBezTo>
                      <a:pt x="495" y="79"/>
                      <a:pt x="495" y="79"/>
                      <a:pt x="495" y="79"/>
                    </a:cubicBezTo>
                    <a:cubicBezTo>
                      <a:pt x="496" y="79"/>
                      <a:pt x="496" y="79"/>
                      <a:pt x="496" y="79"/>
                    </a:cubicBezTo>
                    <a:cubicBezTo>
                      <a:pt x="498" y="78"/>
                      <a:pt x="499" y="79"/>
                      <a:pt x="500" y="81"/>
                    </a:cubicBezTo>
                    <a:cubicBezTo>
                      <a:pt x="533" y="131"/>
                      <a:pt x="533" y="131"/>
                      <a:pt x="533" y="131"/>
                    </a:cubicBezTo>
                    <a:cubicBezTo>
                      <a:pt x="534" y="133"/>
                      <a:pt x="536" y="134"/>
                      <a:pt x="538" y="134"/>
                    </a:cubicBezTo>
                    <a:cubicBezTo>
                      <a:pt x="539" y="134"/>
                      <a:pt x="540" y="133"/>
                      <a:pt x="541" y="133"/>
                    </a:cubicBezTo>
                    <a:cubicBezTo>
                      <a:pt x="541" y="132"/>
                      <a:pt x="542" y="131"/>
                      <a:pt x="543" y="130"/>
                    </a:cubicBezTo>
                    <a:cubicBezTo>
                      <a:pt x="544" y="129"/>
                      <a:pt x="544" y="127"/>
                      <a:pt x="544" y="125"/>
                    </a:cubicBezTo>
                    <a:cubicBezTo>
                      <a:pt x="544" y="122"/>
                      <a:pt x="543" y="120"/>
                      <a:pt x="542" y="118"/>
                    </a:cubicBezTo>
                    <a:cubicBezTo>
                      <a:pt x="522" y="84"/>
                      <a:pt x="522" y="84"/>
                      <a:pt x="522" y="84"/>
                    </a:cubicBezTo>
                    <a:cubicBezTo>
                      <a:pt x="522" y="84"/>
                      <a:pt x="522" y="83"/>
                      <a:pt x="522" y="82"/>
                    </a:cubicBezTo>
                    <a:cubicBezTo>
                      <a:pt x="522" y="81"/>
                      <a:pt x="522" y="80"/>
                      <a:pt x="523" y="80"/>
                    </a:cubicBezTo>
                    <a:cubicBezTo>
                      <a:pt x="526" y="78"/>
                      <a:pt x="526" y="78"/>
                      <a:pt x="526" y="78"/>
                    </a:cubicBezTo>
                    <a:cubicBezTo>
                      <a:pt x="528" y="78"/>
                      <a:pt x="530" y="76"/>
                      <a:pt x="529" y="73"/>
                    </a:cubicBezTo>
                    <a:cubicBezTo>
                      <a:pt x="529" y="72"/>
                      <a:pt x="529" y="70"/>
                      <a:pt x="527" y="69"/>
                    </a:cubicBezTo>
                    <a:cubicBezTo>
                      <a:pt x="514" y="55"/>
                      <a:pt x="514" y="55"/>
                      <a:pt x="514" y="55"/>
                    </a:cubicBezTo>
                    <a:cubicBezTo>
                      <a:pt x="513" y="54"/>
                      <a:pt x="511" y="53"/>
                      <a:pt x="509" y="52"/>
                    </a:cubicBezTo>
                    <a:cubicBezTo>
                      <a:pt x="508" y="51"/>
                      <a:pt x="506" y="50"/>
                      <a:pt x="504" y="49"/>
                    </a:cubicBezTo>
                    <a:cubicBezTo>
                      <a:pt x="393" y="22"/>
                      <a:pt x="393" y="22"/>
                      <a:pt x="393" y="22"/>
                    </a:cubicBezTo>
                    <a:cubicBezTo>
                      <a:pt x="392" y="22"/>
                      <a:pt x="391" y="21"/>
                      <a:pt x="390" y="21"/>
                    </a:cubicBezTo>
                    <a:cubicBezTo>
                      <a:pt x="389" y="21"/>
                      <a:pt x="387" y="22"/>
                      <a:pt x="386" y="22"/>
                    </a:cubicBezTo>
                    <a:cubicBezTo>
                      <a:pt x="385" y="23"/>
                      <a:pt x="383" y="24"/>
                      <a:pt x="383" y="25"/>
                    </a:cubicBezTo>
                    <a:cubicBezTo>
                      <a:pt x="382" y="26"/>
                      <a:pt x="381" y="26"/>
                      <a:pt x="379" y="26"/>
                    </a:cubicBezTo>
                    <a:cubicBezTo>
                      <a:pt x="378" y="26"/>
                      <a:pt x="378" y="26"/>
                      <a:pt x="377" y="26"/>
                    </a:cubicBezTo>
                    <a:cubicBezTo>
                      <a:pt x="299" y="0"/>
                      <a:pt x="299" y="0"/>
                      <a:pt x="299" y="0"/>
                    </a:cubicBezTo>
                    <a:cubicBezTo>
                      <a:pt x="298" y="0"/>
                      <a:pt x="297" y="0"/>
                      <a:pt x="296" y="0"/>
                    </a:cubicBezTo>
                    <a:cubicBezTo>
                      <a:pt x="295" y="0"/>
                      <a:pt x="294" y="0"/>
                      <a:pt x="293" y="1"/>
                    </a:cubicBezTo>
                    <a:cubicBezTo>
                      <a:pt x="292" y="2"/>
                      <a:pt x="291" y="4"/>
                      <a:pt x="291" y="5"/>
                    </a:cubicBezTo>
                    <a:cubicBezTo>
                      <a:pt x="291" y="6"/>
                      <a:pt x="291" y="8"/>
                      <a:pt x="290" y="10"/>
                    </a:cubicBezTo>
                    <a:cubicBezTo>
                      <a:pt x="290" y="11"/>
                      <a:pt x="289" y="13"/>
                      <a:pt x="288" y="15"/>
                    </a:cubicBezTo>
                    <a:cubicBezTo>
                      <a:pt x="282" y="28"/>
                      <a:pt x="282" y="28"/>
                      <a:pt x="282" y="28"/>
                    </a:cubicBezTo>
                    <a:cubicBezTo>
                      <a:pt x="281" y="31"/>
                      <a:pt x="277" y="34"/>
                      <a:pt x="275" y="36"/>
                    </a:cubicBezTo>
                    <a:cubicBezTo>
                      <a:pt x="265" y="42"/>
                      <a:pt x="265" y="42"/>
                      <a:pt x="265" y="42"/>
                    </a:cubicBezTo>
                    <a:cubicBezTo>
                      <a:pt x="264" y="43"/>
                      <a:pt x="262" y="44"/>
                      <a:pt x="260" y="44"/>
                    </a:cubicBezTo>
                    <a:cubicBezTo>
                      <a:pt x="259" y="45"/>
                      <a:pt x="257" y="45"/>
                      <a:pt x="256" y="45"/>
                    </a:cubicBezTo>
                    <a:cubicBezTo>
                      <a:pt x="221" y="45"/>
                      <a:pt x="221" y="45"/>
                      <a:pt x="221" y="45"/>
                    </a:cubicBezTo>
                    <a:cubicBezTo>
                      <a:pt x="219" y="45"/>
                      <a:pt x="217" y="46"/>
                      <a:pt x="215" y="47"/>
                    </a:cubicBezTo>
                    <a:cubicBezTo>
                      <a:pt x="214" y="48"/>
                      <a:pt x="212" y="50"/>
                      <a:pt x="212" y="52"/>
                    </a:cubicBezTo>
                    <a:cubicBezTo>
                      <a:pt x="211" y="53"/>
                      <a:pt x="210" y="54"/>
                      <a:pt x="209" y="54"/>
                    </a:cubicBezTo>
                    <a:cubicBezTo>
                      <a:pt x="209" y="54"/>
                      <a:pt x="209" y="54"/>
                      <a:pt x="208" y="54"/>
                    </a:cubicBezTo>
                    <a:cubicBezTo>
                      <a:pt x="199" y="48"/>
                      <a:pt x="199" y="48"/>
                      <a:pt x="199" y="48"/>
                    </a:cubicBezTo>
                    <a:cubicBezTo>
                      <a:pt x="198" y="48"/>
                      <a:pt x="198" y="47"/>
                      <a:pt x="198" y="47"/>
                    </a:cubicBezTo>
                    <a:cubicBezTo>
                      <a:pt x="198" y="47"/>
                      <a:pt x="198" y="47"/>
                      <a:pt x="198" y="47"/>
                    </a:cubicBezTo>
                    <a:cubicBezTo>
                      <a:pt x="197" y="48"/>
                      <a:pt x="197" y="48"/>
                      <a:pt x="197" y="48"/>
                    </a:cubicBezTo>
                    <a:cubicBezTo>
                      <a:pt x="198" y="48"/>
                      <a:pt x="198" y="48"/>
                      <a:pt x="198" y="48"/>
                    </a:cubicBezTo>
                    <a:cubicBezTo>
                      <a:pt x="198" y="47"/>
                      <a:pt x="198" y="47"/>
                      <a:pt x="198" y="47"/>
                    </a:cubicBezTo>
                    <a:cubicBezTo>
                      <a:pt x="197" y="48"/>
                      <a:pt x="197" y="48"/>
                      <a:pt x="197" y="48"/>
                    </a:cubicBezTo>
                    <a:cubicBezTo>
                      <a:pt x="198" y="48"/>
                      <a:pt x="198" y="48"/>
                      <a:pt x="198" y="48"/>
                    </a:cubicBezTo>
                    <a:cubicBezTo>
                      <a:pt x="197" y="48"/>
                      <a:pt x="197" y="48"/>
                      <a:pt x="197" y="48"/>
                    </a:cubicBezTo>
                    <a:cubicBezTo>
                      <a:pt x="198" y="49"/>
                      <a:pt x="198" y="49"/>
                      <a:pt x="198" y="49"/>
                    </a:cubicBezTo>
                    <a:cubicBezTo>
                      <a:pt x="198" y="48"/>
                      <a:pt x="198" y="48"/>
                      <a:pt x="198" y="48"/>
                    </a:cubicBezTo>
                    <a:cubicBezTo>
                      <a:pt x="197" y="48"/>
                      <a:pt x="197" y="48"/>
                      <a:pt x="197" y="48"/>
                    </a:cubicBezTo>
                    <a:cubicBezTo>
                      <a:pt x="198" y="49"/>
                      <a:pt x="198" y="49"/>
                      <a:pt x="198" y="49"/>
                    </a:cubicBezTo>
                    <a:cubicBezTo>
                      <a:pt x="197" y="48"/>
                      <a:pt x="197" y="48"/>
                      <a:pt x="197" y="48"/>
                    </a:cubicBezTo>
                    <a:cubicBezTo>
                      <a:pt x="197" y="49"/>
                      <a:pt x="197" y="49"/>
                      <a:pt x="197" y="49"/>
                    </a:cubicBezTo>
                    <a:cubicBezTo>
                      <a:pt x="198" y="49"/>
                      <a:pt x="198" y="49"/>
                      <a:pt x="198" y="49"/>
                    </a:cubicBezTo>
                    <a:cubicBezTo>
                      <a:pt x="197" y="48"/>
                      <a:pt x="197" y="48"/>
                      <a:pt x="197" y="48"/>
                    </a:cubicBezTo>
                    <a:cubicBezTo>
                      <a:pt x="197" y="49"/>
                      <a:pt x="197" y="49"/>
                      <a:pt x="197" y="49"/>
                    </a:cubicBezTo>
                    <a:cubicBezTo>
                      <a:pt x="197" y="49"/>
                      <a:pt x="197" y="49"/>
                      <a:pt x="197" y="49"/>
                    </a:cubicBezTo>
                    <a:cubicBezTo>
                      <a:pt x="197" y="50"/>
                      <a:pt x="197" y="50"/>
                      <a:pt x="197" y="50"/>
                    </a:cubicBezTo>
                    <a:cubicBezTo>
                      <a:pt x="197" y="49"/>
                      <a:pt x="197" y="49"/>
                      <a:pt x="197" y="49"/>
                    </a:cubicBezTo>
                    <a:cubicBezTo>
                      <a:pt x="197" y="49"/>
                      <a:pt x="197" y="49"/>
                      <a:pt x="197" y="49"/>
                    </a:cubicBezTo>
                    <a:cubicBezTo>
                      <a:pt x="197" y="50"/>
                      <a:pt x="197" y="50"/>
                      <a:pt x="197" y="50"/>
                    </a:cubicBezTo>
                    <a:cubicBezTo>
                      <a:pt x="197" y="50"/>
                      <a:pt x="197" y="50"/>
                      <a:pt x="197" y="50"/>
                    </a:cubicBezTo>
                    <a:cubicBezTo>
                      <a:pt x="198" y="50"/>
                      <a:pt x="198" y="50"/>
                      <a:pt x="198" y="50"/>
                    </a:cubicBezTo>
                    <a:cubicBezTo>
                      <a:pt x="198" y="50"/>
                      <a:pt x="198" y="50"/>
                      <a:pt x="198" y="50"/>
                    </a:cubicBezTo>
                    <a:cubicBezTo>
                      <a:pt x="201" y="50"/>
                      <a:pt x="201" y="50"/>
                      <a:pt x="201" y="50"/>
                    </a:cubicBezTo>
                    <a:cubicBezTo>
                      <a:pt x="201" y="50"/>
                      <a:pt x="201" y="50"/>
                      <a:pt x="201" y="50"/>
                    </a:cubicBezTo>
                    <a:cubicBezTo>
                      <a:pt x="203" y="50"/>
                      <a:pt x="205" y="49"/>
                      <a:pt x="206" y="49"/>
                    </a:cubicBezTo>
                    <a:cubicBezTo>
                      <a:pt x="208" y="48"/>
                      <a:pt x="209" y="47"/>
                      <a:pt x="210" y="46"/>
                    </a:cubicBezTo>
                    <a:cubicBezTo>
                      <a:pt x="210" y="45"/>
                      <a:pt x="211" y="44"/>
                      <a:pt x="211" y="43"/>
                    </a:cubicBezTo>
                    <a:cubicBezTo>
                      <a:pt x="211" y="42"/>
                      <a:pt x="210" y="41"/>
                      <a:pt x="209" y="40"/>
                    </a:cubicBezTo>
                    <a:cubicBezTo>
                      <a:pt x="208" y="39"/>
                      <a:pt x="207" y="38"/>
                      <a:pt x="206" y="38"/>
                    </a:cubicBezTo>
                    <a:cubicBezTo>
                      <a:pt x="197" y="35"/>
                      <a:pt x="197" y="35"/>
                      <a:pt x="197" y="35"/>
                    </a:cubicBezTo>
                    <a:cubicBezTo>
                      <a:pt x="195" y="35"/>
                      <a:pt x="190" y="33"/>
                      <a:pt x="188" y="31"/>
                    </a:cubicBezTo>
                    <a:cubicBezTo>
                      <a:pt x="183" y="28"/>
                      <a:pt x="183" y="28"/>
                      <a:pt x="183" y="28"/>
                    </a:cubicBezTo>
                    <a:cubicBezTo>
                      <a:pt x="181" y="27"/>
                      <a:pt x="180" y="26"/>
                      <a:pt x="178" y="26"/>
                    </a:cubicBezTo>
                    <a:cubicBezTo>
                      <a:pt x="176" y="26"/>
                      <a:pt x="173" y="27"/>
                      <a:pt x="171" y="29"/>
                    </a:cubicBezTo>
                    <a:cubicBezTo>
                      <a:pt x="136" y="64"/>
                      <a:pt x="136" y="64"/>
                      <a:pt x="136" y="64"/>
                    </a:cubicBezTo>
                    <a:cubicBezTo>
                      <a:pt x="133" y="66"/>
                      <a:pt x="131" y="71"/>
                      <a:pt x="130" y="75"/>
                    </a:cubicBezTo>
                    <a:cubicBezTo>
                      <a:pt x="130" y="76"/>
                      <a:pt x="130" y="76"/>
                      <a:pt x="130" y="76"/>
                    </a:cubicBezTo>
                    <a:cubicBezTo>
                      <a:pt x="130" y="76"/>
                      <a:pt x="130" y="77"/>
                      <a:pt x="130" y="78"/>
                    </a:cubicBezTo>
                    <a:cubicBezTo>
                      <a:pt x="130" y="79"/>
                      <a:pt x="130" y="81"/>
                      <a:pt x="131" y="82"/>
                    </a:cubicBezTo>
                    <a:cubicBezTo>
                      <a:pt x="132" y="83"/>
                      <a:pt x="133" y="84"/>
                      <a:pt x="135" y="84"/>
                    </a:cubicBezTo>
                    <a:cubicBezTo>
                      <a:pt x="136" y="84"/>
                      <a:pt x="136" y="84"/>
                      <a:pt x="136" y="84"/>
                    </a:cubicBezTo>
                    <a:cubicBezTo>
                      <a:pt x="136" y="84"/>
                      <a:pt x="136" y="84"/>
                      <a:pt x="136" y="84"/>
                    </a:cubicBezTo>
                    <a:cubicBezTo>
                      <a:pt x="136" y="84"/>
                      <a:pt x="136" y="84"/>
                      <a:pt x="136" y="84"/>
                    </a:cubicBezTo>
                    <a:cubicBezTo>
                      <a:pt x="136" y="84"/>
                      <a:pt x="136" y="84"/>
                      <a:pt x="136" y="84"/>
                    </a:cubicBezTo>
                    <a:cubicBezTo>
                      <a:pt x="137" y="84"/>
                      <a:pt x="138" y="84"/>
                      <a:pt x="138" y="85"/>
                    </a:cubicBezTo>
                    <a:cubicBezTo>
                      <a:pt x="139" y="86"/>
                      <a:pt x="140" y="87"/>
                      <a:pt x="140" y="88"/>
                    </a:cubicBezTo>
                    <a:cubicBezTo>
                      <a:pt x="141" y="91"/>
                      <a:pt x="141" y="91"/>
                      <a:pt x="141" y="91"/>
                    </a:cubicBezTo>
                    <a:cubicBezTo>
                      <a:pt x="142" y="92"/>
                      <a:pt x="143" y="93"/>
                      <a:pt x="143" y="94"/>
                    </a:cubicBezTo>
                    <a:cubicBezTo>
                      <a:pt x="144" y="95"/>
                      <a:pt x="145" y="95"/>
                      <a:pt x="147" y="95"/>
                    </a:cubicBezTo>
                    <a:cubicBezTo>
                      <a:pt x="148" y="95"/>
                      <a:pt x="150" y="94"/>
                      <a:pt x="151" y="93"/>
                    </a:cubicBezTo>
                    <a:cubicBezTo>
                      <a:pt x="156" y="86"/>
                      <a:pt x="156" y="86"/>
                      <a:pt x="156" y="86"/>
                    </a:cubicBezTo>
                    <a:cubicBezTo>
                      <a:pt x="158" y="83"/>
                      <a:pt x="160" y="78"/>
                      <a:pt x="160" y="74"/>
                    </a:cubicBezTo>
                    <a:cubicBezTo>
                      <a:pt x="161" y="71"/>
                      <a:pt x="163" y="66"/>
                      <a:pt x="164" y="64"/>
                    </a:cubicBezTo>
                    <a:cubicBezTo>
                      <a:pt x="167" y="60"/>
                      <a:pt x="167" y="60"/>
                      <a:pt x="167" y="60"/>
                    </a:cubicBezTo>
                    <a:cubicBezTo>
                      <a:pt x="167" y="59"/>
                      <a:pt x="168" y="59"/>
                      <a:pt x="169" y="58"/>
                    </a:cubicBezTo>
                    <a:cubicBezTo>
                      <a:pt x="170" y="58"/>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8"/>
                      <a:pt x="170" y="59"/>
                      <a:pt x="169" y="60"/>
                    </a:cubicBezTo>
                    <a:cubicBezTo>
                      <a:pt x="168" y="62"/>
                      <a:pt x="167" y="65"/>
                      <a:pt x="167" y="67"/>
                    </a:cubicBezTo>
                    <a:cubicBezTo>
                      <a:pt x="167" y="69"/>
                      <a:pt x="168" y="70"/>
                      <a:pt x="168" y="71"/>
                    </a:cubicBezTo>
                    <a:cubicBezTo>
                      <a:pt x="169" y="74"/>
                      <a:pt x="172" y="75"/>
                      <a:pt x="175" y="75"/>
                    </a:cubicBezTo>
                    <a:cubicBezTo>
                      <a:pt x="176" y="75"/>
                      <a:pt x="177" y="75"/>
                      <a:pt x="178" y="75"/>
                    </a:cubicBezTo>
                    <a:cubicBezTo>
                      <a:pt x="179" y="75"/>
                      <a:pt x="179" y="75"/>
                      <a:pt x="179" y="75"/>
                    </a:cubicBezTo>
                    <a:cubicBezTo>
                      <a:pt x="180" y="74"/>
                      <a:pt x="180" y="74"/>
                      <a:pt x="181"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5"/>
                      <a:pt x="181" y="76"/>
                    </a:cubicBezTo>
                    <a:cubicBezTo>
                      <a:pt x="181" y="76"/>
                      <a:pt x="180" y="77"/>
                      <a:pt x="179" y="78"/>
                    </a:cubicBezTo>
                    <a:cubicBezTo>
                      <a:pt x="176" y="80"/>
                      <a:pt x="176" y="80"/>
                      <a:pt x="176" y="80"/>
                    </a:cubicBezTo>
                    <a:cubicBezTo>
                      <a:pt x="173" y="82"/>
                      <a:pt x="170" y="85"/>
                      <a:pt x="167" y="88"/>
                    </a:cubicBezTo>
                    <a:cubicBezTo>
                      <a:pt x="152" y="104"/>
                      <a:pt x="152" y="104"/>
                      <a:pt x="152" y="104"/>
                    </a:cubicBezTo>
                    <a:cubicBezTo>
                      <a:pt x="150" y="105"/>
                      <a:pt x="148" y="106"/>
                      <a:pt x="146" y="106"/>
                    </a:cubicBezTo>
                    <a:cubicBezTo>
                      <a:pt x="145" y="106"/>
                      <a:pt x="145" y="106"/>
                      <a:pt x="145" y="106"/>
                    </a:cubicBezTo>
                    <a:cubicBezTo>
                      <a:pt x="144" y="108"/>
                      <a:pt x="144" y="108"/>
                      <a:pt x="144" y="108"/>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4" y="106"/>
                      <a:pt x="143" y="105"/>
                      <a:pt x="142" y="104"/>
                    </a:cubicBezTo>
                    <a:cubicBezTo>
                      <a:pt x="141" y="103"/>
                      <a:pt x="140" y="102"/>
                      <a:pt x="140" y="100"/>
                    </a:cubicBezTo>
                    <a:cubicBezTo>
                      <a:pt x="139" y="96"/>
                      <a:pt x="139" y="96"/>
                      <a:pt x="139" y="96"/>
                    </a:cubicBezTo>
                    <a:cubicBezTo>
                      <a:pt x="139" y="95"/>
                      <a:pt x="138" y="94"/>
                      <a:pt x="138" y="94"/>
                    </a:cubicBezTo>
                    <a:cubicBezTo>
                      <a:pt x="138" y="93"/>
                      <a:pt x="137" y="93"/>
                      <a:pt x="137" y="93"/>
                    </a:cubicBezTo>
                    <a:cubicBezTo>
                      <a:pt x="136" y="92"/>
                      <a:pt x="136" y="92"/>
                      <a:pt x="135" y="92"/>
                    </a:cubicBezTo>
                    <a:cubicBezTo>
                      <a:pt x="134" y="92"/>
                      <a:pt x="133" y="93"/>
                      <a:pt x="132" y="93"/>
                    </a:cubicBezTo>
                    <a:cubicBezTo>
                      <a:pt x="132" y="94"/>
                      <a:pt x="131" y="95"/>
                      <a:pt x="131" y="96"/>
                    </a:cubicBezTo>
                    <a:cubicBezTo>
                      <a:pt x="129" y="101"/>
                      <a:pt x="129" y="101"/>
                      <a:pt x="129" y="101"/>
                    </a:cubicBezTo>
                    <a:cubicBezTo>
                      <a:pt x="128" y="103"/>
                      <a:pt x="127" y="104"/>
                      <a:pt x="126" y="105"/>
                    </a:cubicBezTo>
                    <a:cubicBezTo>
                      <a:pt x="126" y="105"/>
                      <a:pt x="126" y="105"/>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4" y="106"/>
                      <a:pt x="124" y="106"/>
                      <a:pt x="123" y="106"/>
                    </a:cubicBezTo>
                    <a:cubicBezTo>
                      <a:pt x="121" y="107"/>
                      <a:pt x="119" y="109"/>
                      <a:pt x="117" y="111"/>
                    </a:cubicBezTo>
                    <a:cubicBezTo>
                      <a:pt x="114" y="115"/>
                      <a:pt x="114" y="115"/>
                      <a:pt x="114" y="115"/>
                    </a:cubicBezTo>
                    <a:cubicBezTo>
                      <a:pt x="113" y="117"/>
                      <a:pt x="109" y="121"/>
                      <a:pt x="107" y="122"/>
                    </a:cubicBezTo>
                    <a:cubicBezTo>
                      <a:pt x="89" y="133"/>
                      <a:pt x="89" y="133"/>
                      <a:pt x="89" y="133"/>
                    </a:cubicBezTo>
                    <a:cubicBezTo>
                      <a:pt x="86" y="134"/>
                      <a:pt x="85" y="136"/>
                      <a:pt x="85" y="138"/>
                    </a:cubicBezTo>
                    <a:cubicBezTo>
                      <a:pt x="85" y="140"/>
                      <a:pt x="85" y="141"/>
                      <a:pt x="86" y="142"/>
                    </a:cubicBezTo>
                    <a:cubicBezTo>
                      <a:pt x="87" y="143"/>
                      <a:pt x="87" y="145"/>
                      <a:pt x="87" y="147"/>
                    </a:cubicBezTo>
                    <a:cubicBezTo>
                      <a:pt x="87" y="148"/>
                      <a:pt x="87" y="149"/>
                      <a:pt x="87" y="150"/>
                    </a:cubicBezTo>
                    <a:cubicBezTo>
                      <a:pt x="86" y="152"/>
                      <a:pt x="86" y="152"/>
                      <a:pt x="86" y="152"/>
                    </a:cubicBezTo>
                    <a:cubicBezTo>
                      <a:pt x="86" y="153"/>
                      <a:pt x="85" y="154"/>
                      <a:pt x="84" y="155"/>
                    </a:cubicBezTo>
                    <a:cubicBezTo>
                      <a:pt x="83" y="156"/>
                      <a:pt x="82" y="157"/>
                      <a:pt x="81" y="157"/>
                    </a:cubicBezTo>
                    <a:cubicBezTo>
                      <a:pt x="68" y="160"/>
                      <a:pt x="68" y="160"/>
                      <a:pt x="68" y="160"/>
                    </a:cubicBezTo>
                    <a:cubicBezTo>
                      <a:pt x="66" y="160"/>
                      <a:pt x="65" y="162"/>
                      <a:pt x="63" y="163"/>
                    </a:cubicBezTo>
                    <a:cubicBezTo>
                      <a:pt x="62" y="165"/>
                      <a:pt x="61" y="167"/>
                      <a:pt x="60" y="169"/>
                    </a:cubicBezTo>
                    <a:cubicBezTo>
                      <a:pt x="56" y="188"/>
                      <a:pt x="56" y="188"/>
                      <a:pt x="56" y="188"/>
                    </a:cubicBezTo>
                    <a:cubicBezTo>
                      <a:pt x="56" y="189"/>
                      <a:pt x="56" y="189"/>
                      <a:pt x="56" y="190"/>
                    </a:cubicBezTo>
                    <a:cubicBezTo>
                      <a:pt x="56" y="192"/>
                      <a:pt x="56" y="193"/>
                      <a:pt x="57" y="195"/>
                    </a:cubicBezTo>
                    <a:cubicBezTo>
                      <a:pt x="58" y="196"/>
                      <a:pt x="60" y="197"/>
                      <a:pt x="61" y="197"/>
                    </a:cubicBezTo>
                    <a:cubicBezTo>
                      <a:pt x="62" y="197"/>
                      <a:pt x="62" y="197"/>
                      <a:pt x="62" y="197"/>
                    </a:cubicBezTo>
                    <a:cubicBezTo>
                      <a:pt x="79" y="196"/>
                      <a:pt x="79" y="196"/>
                      <a:pt x="79" y="196"/>
                    </a:cubicBezTo>
                    <a:cubicBezTo>
                      <a:pt x="81" y="195"/>
                      <a:pt x="83" y="195"/>
                      <a:pt x="85" y="194"/>
                    </a:cubicBezTo>
                    <a:cubicBezTo>
                      <a:pt x="87" y="193"/>
                      <a:pt x="88" y="191"/>
                      <a:pt x="90" y="189"/>
                    </a:cubicBezTo>
                    <a:cubicBezTo>
                      <a:pt x="99" y="176"/>
                      <a:pt x="99" y="176"/>
                      <a:pt x="99" y="176"/>
                    </a:cubicBezTo>
                    <a:cubicBezTo>
                      <a:pt x="101" y="173"/>
                      <a:pt x="105" y="170"/>
                      <a:pt x="107" y="169"/>
                    </a:cubicBezTo>
                    <a:cubicBezTo>
                      <a:pt x="120" y="163"/>
                      <a:pt x="120" y="163"/>
                      <a:pt x="120" y="163"/>
                    </a:cubicBezTo>
                    <a:cubicBezTo>
                      <a:pt x="120" y="162"/>
                      <a:pt x="121" y="162"/>
                      <a:pt x="121" y="162"/>
                    </a:cubicBezTo>
                    <a:cubicBezTo>
                      <a:pt x="122" y="162"/>
                      <a:pt x="124" y="163"/>
                      <a:pt x="125" y="165"/>
                    </a:cubicBezTo>
                    <a:cubicBezTo>
                      <a:pt x="134" y="185"/>
                      <a:pt x="134" y="185"/>
                      <a:pt x="134" y="185"/>
                    </a:cubicBezTo>
                    <a:cubicBezTo>
                      <a:pt x="134" y="186"/>
                      <a:pt x="135" y="187"/>
                      <a:pt x="136" y="188"/>
                    </a:cubicBezTo>
                    <a:cubicBezTo>
                      <a:pt x="137" y="188"/>
                      <a:pt x="138" y="189"/>
                      <a:pt x="139" y="189"/>
                    </a:cubicBezTo>
                    <a:cubicBezTo>
                      <a:pt x="141" y="189"/>
                      <a:pt x="143" y="188"/>
                      <a:pt x="144" y="186"/>
                    </a:cubicBezTo>
                    <a:cubicBezTo>
                      <a:pt x="144" y="185"/>
                      <a:pt x="144" y="185"/>
                      <a:pt x="144" y="185"/>
                    </a:cubicBezTo>
                    <a:cubicBezTo>
                      <a:pt x="144" y="185"/>
                      <a:pt x="144" y="185"/>
                      <a:pt x="144" y="185"/>
                    </a:cubicBezTo>
                    <a:cubicBezTo>
                      <a:pt x="144" y="185"/>
                      <a:pt x="144" y="185"/>
                      <a:pt x="144" y="185"/>
                    </a:cubicBezTo>
                    <a:cubicBezTo>
                      <a:pt x="145" y="183"/>
                      <a:pt x="146" y="181"/>
                      <a:pt x="146" y="179"/>
                    </a:cubicBezTo>
                    <a:cubicBezTo>
                      <a:pt x="146" y="176"/>
                      <a:pt x="146" y="174"/>
                      <a:pt x="144" y="172"/>
                    </a:cubicBezTo>
                    <a:cubicBezTo>
                      <a:pt x="140" y="164"/>
                      <a:pt x="140" y="164"/>
                      <a:pt x="140" y="164"/>
                    </a:cubicBezTo>
                    <a:cubicBezTo>
                      <a:pt x="139" y="163"/>
                      <a:pt x="138" y="160"/>
                      <a:pt x="138" y="159"/>
                    </a:cubicBezTo>
                    <a:cubicBezTo>
                      <a:pt x="138" y="158"/>
                      <a:pt x="138" y="157"/>
                      <a:pt x="139" y="157"/>
                    </a:cubicBezTo>
                    <a:cubicBezTo>
                      <a:pt x="139" y="157"/>
                      <a:pt x="139" y="157"/>
                      <a:pt x="139" y="157"/>
                    </a:cubicBezTo>
                    <a:cubicBezTo>
                      <a:pt x="139" y="157"/>
                      <a:pt x="139" y="157"/>
                      <a:pt x="139" y="157"/>
                    </a:cubicBezTo>
                    <a:cubicBezTo>
                      <a:pt x="138" y="156"/>
                      <a:pt x="138" y="156"/>
                      <a:pt x="138" y="156"/>
                    </a:cubicBezTo>
                    <a:cubicBezTo>
                      <a:pt x="138" y="157"/>
                      <a:pt x="138" y="157"/>
                      <a:pt x="138" y="157"/>
                    </a:cubicBezTo>
                    <a:cubicBezTo>
                      <a:pt x="139" y="157"/>
                      <a:pt x="139" y="157"/>
                      <a:pt x="139" y="157"/>
                    </a:cubicBezTo>
                    <a:cubicBezTo>
                      <a:pt x="138" y="156"/>
                      <a:pt x="138" y="156"/>
                      <a:pt x="138" y="156"/>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9" y="157"/>
                      <a:pt x="139" y="157"/>
                      <a:pt x="139" y="157"/>
                    </a:cubicBezTo>
                    <a:cubicBezTo>
                      <a:pt x="139" y="157"/>
                      <a:pt x="139" y="158"/>
                      <a:pt x="140" y="158"/>
                    </a:cubicBezTo>
                    <a:cubicBezTo>
                      <a:pt x="157" y="187"/>
                      <a:pt x="157" y="187"/>
                      <a:pt x="157" y="187"/>
                    </a:cubicBezTo>
                    <a:cubicBezTo>
                      <a:pt x="159" y="189"/>
                      <a:pt x="160" y="191"/>
                      <a:pt x="163" y="191"/>
                    </a:cubicBezTo>
                    <a:cubicBezTo>
                      <a:pt x="165" y="191"/>
                      <a:pt x="166" y="189"/>
                      <a:pt x="168" y="187"/>
                    </a:cubicBezTo>
                    <a:cubicBezTo>
                      <a:pt x="171" y="182"/>
                      <a:pt x="171" y="182"/>
                      <a:pt x="171" y="182"/>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2" y="182"/>
                      <a:pt x="172" y="183"/>
                    </a:cubicBezTo>
                    <a:cubicBezTo>
                      <a:pt x="173" y="187"/>
                      <a:pt x="173" y="187"/>
                      <a:pt x="173" y="187"/>
                    </a:cubicBezTo>
                    <a:cubicBezTo>
                      <a:pt x="174" y="189"/>
                      <a:pt x="175" y="191"/>
                      <a:pt x="176" y="193"/>
                    </a:cubicBezTo>
                    <a:cubicBezTo>
                      <a:pt x="178" y="195"/>
                      <a:pt x="179" y="196"/>
                      <a:pt x="181" y="197"/>
                    </a:cubicBezTo>
                    <a:cubicBezTo>
                      <a:pt x="194" y="200"/>
                      <a:pt x="194" y="200"/>
                      <a:pt x="194" y="200"/>
                    </a:cubicBezTo>
                    <a:cubicBezTo>
                      <a:pt x="195" y="200"/>
                      <a:pt x="196" y="201"/>
                      <a:pt x="197" y="202"/>
                    </a:cubicBezTo>
                    <a:cubicBezTo>
                      <a:pt x="197" y="203"/>
                      <a:pt x="198" y="205"/>
                      <a:pt x="198" y="206"/>
                    </a:cubicBezTo>
                    <a:cubicBezTo>
                      <a:pt x="198" y="229"/>
                      <a:pt x="198" y="229"/>
                      <a:pt x="198" y="229"/>
                    </a:cubicBezTo>
                    <a:cubicBezTo>
                      <a:pt x="198" y="230"/>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5" y="229"/>
                      <a:pt x="195" y="229"/>
                      <a:pt x="195" y="229"/>
                    </a:cubicBezTo>
                    <a:cubicBezTo>
                      <a:pt x="193" y="228"/>
                      <a:pt x="191" y="227"/>
                      <a:pt x="188" y="227"/>
                    </a:cubicBezTo>
                    <a:cubicBezTo>
                      <a:pt x="187" y="227"/>
                      <a:pt x="185" y="228"/>
                      <a:pt x="183" y="229"/>
                    </a:cubicBezTo>
                    <a:cubicBezTo>
                      <a:pt x="182" y="230"/>
                      <a:pt x="182" y="230"/>
                      <a:pt x="182" y="230"/>
                    </a:cubicBezTo>
                    <a:cubicBezTo>
                      <a:pt x="181" y="230"/>
                      <a:pt x="180" y="230"/>
                      <a:pt x="179" y="230"/>
                    </a:cubicBezTo>
                    <a:cubicBezTo>
                      <a:pt x="177" y="230"/>
                      <a:pt x="176" y="230"/>
                      <a:pt x="175" y="229"/>
                    </a:cubicBezTo>
                    <a:cubicBezTo>
                      <a:pt x="168" y="225"/>
                      <a:pt x="168" y="225"/>
                      <a:pt x="168" y="225"/>
                    </a:cubicBezTo>
                    <a:cubicBezTo>
                      <a:pt x="167" y="223"/>
                      <a:pt x="165" y="223"/>
                      <a:pt x="163" y="223"/>
                    </a:cubicBezTo>
                    <a:cubicBezTo>
                      <a:pt x="161" y="223"/>
                      <a:pt x="159" y="224"/>
                      <a:pt x="157" y="225"/>
                    </a:cubicBezTo>
                    <a:cubicBezTo>
                      <a:pt x="154" y="227"/>
                      <a:pt x="154" y="227"/>
                      <a:pt x="154" y="227"/>
                    </a:cubicBezTo>
                    <a:cubicBezTo>
                      <a:pt x="153" y="228"/>
                      <a:pt x="151" y="229"/>
                      <a:pt x="149" y="229"/>
                    </a:cubicBezTo>
                    <a:cubicBezTo>
                      <a:pt x="148" y="229"/>
                      <a:pt x="147" y="229"/>
                      <a:pt x="147" y="228"/>
                    </a:cubicBezTo>
                    <a:cubicBezTo>
                      <a:pt x="129" y="219"/>
                      <a:pt x="129" y="219"/>
                      <a:pt x="129" y="219"/>
                    </a:cubicBezTo>
                    <a:cubicBezTo>
                      <a:pt x="128" y="219"/>
                      <a:pt x="127" y="217"/>
                      <a:pt x="126" y="216"/>
                    </a:cubicBezTo>
                    <a:cubicBezTo>
                      <a:pt x="125" y="215"/>
                      <a:pt x="125" y="213"/>
                      <a:pt x="125" y="212"/>
                    </a:cubicBezTo>
                    <a:cubicBezTo>
                      <a:pt x="124" y="201"/>
                      <a:pt x="124" y="201"/>
                      <a:pt x="124" y="201"/>
                    </a:cubicBezTo>
                    <a:cubicBezTo>
                      <a:pt x="124" y="199"/>
                      <a:pt x="123" y="197"/>
                      <a:pt x="122" y="196"/>
                    </a:cubicBezTo>
                    <a:cubicBezTo>
                      <a:pt x="121" y="195"/>
                      <a:pt x="119" y="194"/>
                      <a:pt x="118" y="194"/>
                    </a:cubicBezTo>
                    <a:cubicBezTo>
                      <a:pt x="117" y="194"/>
                      <a:pt x="117" y="194"/>
                      <a:pt x="116" y="194"/>
                    </a:cubicBezTo>
                    <a:cubicBezTo>
                      <a:pt x="51" y="210"/>
                      <a:pt x="51" y="210"/>
                      <a:pt x="51" y="210"/>
                    </a:cubicBezTo>
                    <a:cubicBezTo>
                      <a:pt x="50" y="211"/>
                      <a:pt x="48" y="212"/>
                      <a:pt x="46" y="213"/>
                    </a:cubicBezTo>
                    <a:cubicBezTo>
                      <a:pt x="45" y="215"/>
                      <a:pt x="43" y="216"/>
                      <a:pt x="42" y="218"/>
                    </a:cubicBezTo>
                    <a:cubicBezTo>
                      <a:pt x="2" y="299"/>
                      <a:pt x="2" y="299"/>
                      <a:pt x="2" y="299"/>
                    </a:cubicBezTo>
                    <a:cubicBezTo>
                      <a:pt x="1" y="301"/>
                      <a:pt x="0" y="305"/>
                      <a:pt x="0" y="308"/>
                    </a:cubicBezTo>
                    <a:cubicBezTo>
                      <a:pt x="0" y="310"/>
                      <a:pt x="0" y="311"/>
                      <a:pt x="0" y="312"/>
                    </a:cubicBezTo>
                    <a:lnTo>
                      <a:pt x="3" y="312"/>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8" name="Freeform 284"/>
              <p:cNvSpPr>
                <a:spLocks/>
              </p:cNvSpPr>
              <p:nvPr/>
            </p:nvSpPr>
            <p:spPr bwMode="auto">
              <a:xfrm>
                <a:off x="-3751950" y="2445673"/>
                <a:ext cx="507902" cy="324692"/>
              </a:xfrm>
              <a:custGeom>
                <a:avLst/>
                <a:gdLst/>
                <a:ahLst/>
                <a:cxnLst>
                  <a:cxn ang="0">
                    <a:pos x="6" y="86"/>
                  </a:cxn>
                  <a:cxn ang="0">
                    <a:pos x="11" y="85"/>
                  </a:cxn>
                  <a:cxn ang="0">
                    <a:pos x="10" y="84"/>
                  </a:cxn>
                  <a:cxn ang="0">
                    <a:pos x="10" y="84"/>
                  </a:cxn>
                  <a:cxn ang="0">
                    <a:pos x="10" y="84"/>
                  </a:cxn>
                  <a:cxn ang="0">
                    <a:pos x="11" y="86"/>
                  </a:cxn>
                  <a:cxn ang="0">
                    <a:pos x="19" y="83"/>
                  </a:cxn>
                  <a:cxn ang="0">
                    <a:pos x="34" y="70"/>
                  </a:cxn>
                  <a:cxn ang="0">
                    <a:pos x="69" y="53"/>
                  </a:cxn>
                  <a:cxn ang="0">
                    <a:pos x="84" y="55"/>
                  </a:cxn>
                  <a:cxn ang="0">
                    <a:pos x="87" y="47"/>
                  </a:cxn>
                  <a:cxn ang="0">
                    <a:pos x="84" y="42"/>
                  </a:cxn>
                  <a:cxn ang="0">
                    <a:pos x="84" y="42"/>
                  </a:cxn>
                  <a:cxn ang="0">
                    <a:pos x="84" y="41"/>
                  </a:cxn>
                  <a:cxn ang="0">
                    <a:pos x="84" y="41"/>
                  </a:cxn>
                  <a:cxn ang="0">
                    <a:pos x="88" y="41"/>
                  </a:cxn>
                  <a:cxn ang="0">
                    <a:pos x="93" y="40"/>
                  </a:cxn>
                  <a:cxn ang="0">
                    <a:pos x="134" y="12"/>
                  </a:cxn>
                  <a:cxn ang="0">
                    <a:pos x="131" y="5"/>
                  </a:cxn>
                  <a:cxn ang="0">
                    <a:pos x="130" y="9"/>
                  </a:cxn>
                  <a:cxn ang="0">
                    <a:pos x="131" y="10"/>
                  </a:cxn>
                  <a:cxn ang="0">
                    <a:pos x="131" y="10"/>
                  </a:cxn>
                  <a:cxn ang="0">
                    <a:pos x="131" y="10"/>
                  </a:cxn>
                  <a:cxn ang="0">
                    <a:pos x="131" y="9"/>
                  </a:cxn>
                  <a:cxn ang="0">
                    <a:pos x="131" y="9"/>
                  </a:cxn>
                  <a:cxn ang="0">
                    <a:pos x="130" y="10"/>
                  </a:cxn>
                  <a:cxn ang="0">
                    <a:pos x="89" y="37"/>
                  </a:cxn>
                  <a:cxn ang="0">
                    <a:pos x="84" y="37"/>
                  </a:cxn>
                  <a:cxn ang="0">
                    <a:pos x="82" y="48"/>
                  </a:cxn>
                  <a:cxn ang="0">
                    <a:pos x="84" y="51"/>
                  </a:cxn>
                  <a:cxn ang="0">
                    <a:pos x="84" y="51"/>
                  </a:cxn>
                  <a:cxn ang="0">
                    <a:pos x="84" y="51"/>
                  </a:cxn>
                  <a:cxn ang="0">
                    <a:pos x="84" y="51"/>
                  </a:cxn>
                  <a:cxn ang="0">
                    <a:pos x="84" y="51"/>
                  </a:cxn>
                  <a:cxn ang="0">
                    <a:pos x="84" y="51"/>
                  </a:cxn>
                  <a:cxn ang="0">
                    <a:pos x="69" y="49"/>
                  </a:cxn>
                  <a:cxn ang="0">
                    <a:pos x="31" y="66"/>
                  </a:cxn>
                  <a:cxn ang="0">
                    <a:pos x="16" y="80"/>
                  </a:cxn>
                  <a:cxn ang="0">
                    <a:pos x="13" y="82"/>
                  </a:cxn>
                  <a:cxn ang="0">
                    <a:pos x="13" y="82"/>
                  </a:cxn>
                  <a:cxn ang="0">
                    <a:pos x="13" y="82"/>
                  </a:cxn>
                  <a:cxn ang="0">
                    <a:pos x="13" y="82"/>
                  </a:cxn>
                  <a:cxn ang="0">
                    <a:pos x="13" y="83"/>
                  </a:cxn>
                  <a:cxn ang="0">
                    <a:pos x="13" y="83"/>
                  </a:cxn>
                  <a:cxn ang="0">
                    <a:pos x="11" y="80"/>
                  </a:cxn>
                  <a:cxn ang="0">
                    <a:pos x="5" y="82"/>
                  </a:cxn>
                </a:cxnLst>
                <a:rect l="0" t="0" r="r" b="b"/>
                <a:pathLst>
                  <a:path w="135" h="86">
                    <a:moveTo>
                      <a:pt x="0" y="83"/>
                    </a:moveTo>
                    <a:cubicBezTo>
                      <a:pt x="0" y="83"/>
                      <a:pt x="1" y="84"/>
                      <a:pt x="2" y="85"/>
                    </a:cubicBezTo>
                    <a:cubicBezTo>
                      <a:pt x="3" y="86"/>
                      <a:pt x="5" y="86"/>
                      <a:pt x="6" y="86"/>
                    </a:cubicBezTo>
                    <a:cubicBezTo>
                      <a:pt x="7" y="86"/>
                      <a:pt x="9" y="86"/>
                      <a:pt x="10" y="85"/>
                    </a:cubicBezTo>
                    <a:cubicBezTo>
                      <a:pt x="11" y="85"/>
                      <a:pt x="11" y="85"/>
                      <a:pt x="11" y="85"/>
                    </a:cubicBezTo>
                    <a:cubicBezTo>
                      <a:pt x="11" y="85"/>
                      <a:pt x="11" y="85"/>
                      <a:pt x="11" y="85"/>
                    </a:cubicBezTo>
                    <a:cubicBezTo>
                      <a:pt x="11" y="85"/>
                      <a:pt x="11" y="85"/>
                      <a:pt x="11" y="85"/>
                    </a:cubicBezTo>
                    <a:cubicBezTo>
                      <a:pt x="11" y="84"/>
                      <a:pt x="11" y="84"/>
                      <a:pt x="11" y="84"/>
                    </a:cubicBezTo>
                    <a:cubicBezTo>
                      <a:pt x="10" y="84"/>
                      <a:pt x="10" y="84"/>
                      <a:pt x="10" y="84"/>
                    </a:cubicBezTo>
                    <a:cubicBezTo>
                      <a:pt x="11" y="85"/>
                      <a:pt x="11" y="85"/>
                      <a:pt x="11" y="85"/>
                    </a:cubicBezTo>
                    <a:cubicBezTo>
                      <a:pt x="11" y="84"/>
                      <a:pt x="11" y="84"/>
                      <a:pt x="11" y="84"/>
                    </a:cubicBezTo>
                    <a:cubicBezTo>
                      <a:pt x="10" y="84"/>
                      <a:pt x="10" y="84"/>
                      <a:pt x="10" y="84"/>
                    </a:cubicBezTo>
                    <a:cubicBezTo>
                      <a:pt x="11" y="84"/>
                      <a:pt x="11" y="84"/>
                      <a:pt x="11" y="84"/>
                    </a:cubicBezTo>
                    <a:cubicBezTo>
                      <a:pt x="10" y="84"/>
                      <a:pt x="10" y="84"/>
                      <a:pt x="10" y="84"/>
                    </a:cubicBezTo>
                    <a:cubicBezTo>
                      <a:pt x="10" y="84"/>
                      <a:pt x="10" y="84"/>
                      <a:pt x="10" y="84"/>
                    </a:cubicBezTo>
                    <a:cubicBezTo>
                      <a:pt x="11" y="84"/>
                      <a:pt x="11" y="84"/>
                      <a:pt x="11" y="84"/>
                    </a:cubicBezTo>
                    <a:cubicBezTo>
                      <a:pt x="10" y="84"/>
                      <a:pt x="10" y="84"/>
                      <a:pt x="10" y="84"/>
                    </a:cubicBezTo>
                    <a:cubicBezTo>
                      <a:pt x="10" y="85"/>
                      <a:pt x="11" y="85"/>
                      <a:pt x="11" y="86"/>
                    </a:cubicBezTo>
                    <a:cubicBezTo>
                      <a:pt x="12" y="86"/>
                      <a:pt x="13" y="86"/>
                      <a:pt x="13" y="86"/>
                    </a:cubicBezTo>
                    <a:cubicBezTo>
                      <a:pt x="14" y="86"/>
                      <a:pt x="15" y="86"/>
                      <a:pt x="16" y="85"/>
                    </a:cubicBezTo>
                    <a:cubicBezTo>
                      <a:pt x="17" y="85"/>
                      <a:pt x="18" y="84"/>
                      <a:pt x="19" y="83"/>
                    </a:cubicBezTo>
                    <a:cubicBezTo>
                      <a:pt x="20" y="82"/>
                      <a:pt x="20" y="82"/>
                      <a:pt x="20" y="82"/>
                    </a:cubicBezTo>
                    <a:cubicBezTo>
                      <a:pt x="22" y="80"/>
                      <a:pt x="26" y="76"/>
                      <a:pt x="28" y="75"/>
                    </a:cubicBezTo>
                    <a:cubicBezTo>
                      <a:pt x="34" y="70"/>
                      <a:pt x="34" y="70"/>
                      <a:pt x="34" y="70"/>
                    </a:cubicBezTo>
                    <a:cubicBezTo>
                      <a:pt x="36" y="68"/>
                      <a:pt x="40" y="65"/>
                      <a:pt x="43" y="64"/>
                    </a:cubicBezTo>
                    <a:cubicBezTo>
                      <a:pt x="62" y="54"/>
                      <a:pt x="62" y="54"/>
                      <a:pt x="62" y="54"/>
                    </a:cubicBezTo>
                    <a:cubicBezTo>
                      <a:pt x="64" y="54"/>
                      <a:pt x="67" y="53"/>
                      <a:pt x="69" y="53"/>
                    </a:cubicBezTo>
                    <a:cubicBezTo>
                      <a:pt x="70" y="53"/>
                      <a:pt x="70" y="53"/>
                      <a:pt x="71" y="53"/>
                    </a:cubicBezTo>
                    <a:cubicBezTo>
                      <a:pt x="83" y="55"/>
                      <a:pt x="83" y="55"/>
                      <a:pt x="83" y="55"/>
                    </a:cubicBezTo>
                    <a:cubicBezTo>
                      <a:pt x="84" y="55"/>
                      <a:pt x="84" y="55"/>
                      <a:pt x="84" y="55"/>
                    </a:cubicBezTo>
                    <a:cubicBezTo>
                      <a:pt x="85" y="55"/>
                      <a:pt x="86" y="55"/>
                      <a:pt x="87" y="54"/>
                    </a:cubicBezTo>
                    <a:cubicBezTo>
                      <a:pt x="88" y="53"/>
                      <a:pt x="88" y="52"/>
                      <a:pt x="88" y="51"/>
                    </a:cubicBezTo>
                    <a:cubicBezTo>
                      <a:pt x="88" y="50"/>
                      <a:pt x="87" y="48"/>
                      <a:pt x="87" y="47"/>
                    </a:cubicBezTo>
                    <a:cubicBezTo>
                      <a:pt x="86" y="46"/>
                      <a:pt x="86" y="46"/>
                      <a:pt x="86" y="46"/>
                    </a:cubicBezTo>
                    <a:cubicBezTo>
                      <a:pt x="85" y="45"/>
                      <a:pt x="84" y="43"/>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1"/>
                      <a:pt x="84" y="41"/>
                      <a:pt x="84" y="41"/>
                    </a:cubicBezTo>
                    <a:cubicBezTo>
                      <a:pt x="84" y="42"/>
                      <a:pt x="84" y="42"/>
                      <a:pt x="84" y="42"/>
                    </a:cubicBezTo>
                    <a:cubicBezTo>
                      <a:pt x="84" y="42"/>
                      <a:pt x="84" y="42"/>
                      <a:pt x="84" y="42"/>
                    </a:cubicBezTo>
                    <a:cubicBezTo>
                      <a:pt x="84" y="41"/>
                      <a:pt x="84" y="41"/>
                      <a:pt x="84" y="41"/>
                    </a:cubicBezTo>
                    <a:cubicBezTo>
                      <a:pt x="84" y="42"/>
                      <a:pt x="84" y="42"/>
                      <a:pt x="84" y="42"/>
                    </a:cubicBezTo>
                    <a:cubicBezTo>
                      <a:pt x="85" y="41"/>
                      <a:pt x="85" y="41"/>
                      <a:pt x="85" y="41"/>
                    </a:cubicBezTo>
                    <a:cubicBezTo>
                      <a:pt x="86" y="41"/>
                      <a:pt x="87" y="41"/>
                      <a:pt x="88" y="41"/>
                    </a:cubicBezTo>
                    <a:cubicBezTo>
                      <a:pt x="88" y="41"/>
                      <a:pt x="88" y="41"/>
                      <a:pt x="88" y="41"/>
                    </a:cubicBezTo>
                    <a:cubicBezTo>
                      <a:pt x="89" y="41"/>
                      <a:pt x="89" y="41"/>
                      <a:pt x="89" y="41"/>
                    </a:cubicBezTo>
                    <a:cubicBezTo>
                      <a:pt x="90" y="41"/>
                      <a:pt x="92" y="41"/>
                      <a:pt x="93" y="40"/>
                    </a:cubicBezTo>
                    <a:cubicBezTo>
                      <a:pt x="95" y="39"/>
                      <a:pt x="96" y="39"/>
                      <a:pt x="98" y="38"/>
                    </a:cubicBezTo>
                    <a:cubicBezTo>
                      <a:pt x="133" y="13"/>
                      <a:pt x="133" y="13"/>
                      <a:pt x="133" y="13"/>
                    </a:cubicBezTo>
                    <a:cubicBezTo>
                      <a:pt x="134" y="12"/>
                      <a:pt x="134" y="12"/>
                      <a:pt x="134" y="12"/>
                    </a:cubicBezTo>
                    <a:cubicBezTo>
                      <a:pt x="135" y="11"/>
                      <a:pt x="135" y="10"/>
                      <a:pt x="135" y="9"/>
                    </a:cubicBezTo>
                    <a:cubicBezTo>
                      <a:pt x="135" y="8"/>
                      <a:pt x="135" y="7"/>
                      <a:pt x="134" y="6"/>
                    </a:cubicBezTo>
                    <a:cubicBezTo>
                      <a:pt x="133" y="6"/>
                      <a:pt x="132" y="5"/>
                      <a:pt x="131" y="5"/>
                    </a:cubicBezTo>
                    <a:cubicBezTo>
                      <a:pt x="105" y="0"/>
                      <a:pt x="105" y="0"/>
                      <a:pt x="105" y="0"/>
                    </a:cubicBezTo>
                    <a:cubicBezTo>
                      <a:pt x="104" y="4"/>
                      <a:pt x="104" y="4"/>
                      <a:pt x="104" y="4"/>
                    </a:cubicBezTo>
                    <a:cubicBezTo>
                      <a:pt x="130" y="9"/>
                      <a:pt x="130" y="9"/>
                      <a:pt x="130" y="9"/>
                    </a:cubicBezTo>
                    <a:cubicBezTo>
                      <a:pt x="131" y="10"/>
                      <a:pt x="131" y="10"/>
                      <a:pt x="131" y="10"/>
                    </a:cubicBezTo>
                    <a:cubicBezTo>
                      <a:pt x="131" y="9"/>
                      <a:pt x="131" y="9"/>
                      <a:pt x="131" y="9"/>
                    </a:cubicBezTo>
                    <a:cubicBezTo>
                      <a:pt x="131" y="10"/>
                      <a:pt x="131" y="10"/>
                      <a:pt x="131" y="10"/>
                    </a:cubicBezTo>
                    <a:cubicBezTo>
                      <a:pt x="131" y="10"/>
                      <a:pt x="131" y="10"/>
                      <a:pt x="131" y="10"/>
                    </a:cubicBezTo>
                    <a:cubicBezTo>
                      <a:pt x="131" y="9"/>
                      <a:pt x="131" y="9"/>
                      <a:pt x="131" y="9"/>
                    </a:cubicBezTo>
                    <a:cubicBezTo>
                      <a:pt x="131" y="10"/>
                      <a:pt x="131" y="10"/>
                      <a:pt x="131" y="10"/>
                    </a:cubicBezTo>
                    <a:cubicBezTo>
                      <a:pt x="132" y="9"/>
                      <a:pt x="132" y="9"/>
                      <a:pt x="132" y="9"/>
                    </a:cubicBezTo>
                    <a:cubicBezTo>
                      <a:pt x="131" y="9"/>
                      <a:pt x="131" y="9"/>
                      <a:pt x="131" y="9"/>
                    </a:cubicBezTo>
                    <a:cubicBezTo>
                      <a:pt x="131" y="10"/>
                      <a:pt x="131" y="10"/>
                      <a:pt x="131" y="10"/>
                    </a:cubicBezTo>
                    <a:cubicBezTo>
                      <a:pt x="132" y="9"/>
                      <a:pt x="132" y="9"/>
                      <a:pt x="132"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0" y="10"/>
                    </a:cubicBezTo>
                    <a:cubicBezTo>
                      <a:pt x="95" y="34"/>
                      <a:pt x="95" y="34"/>
                      <a:pt x="95" y="34"/>
                    </a:cubicBezTo>
                    <a:cubicBezTo>
                      <a:pt x="94" y="35"/>
                      <a:pt x="93" y="36"/>
                      <a:pt x="92" y="36"/>
                    </a:cubicBezTo>
                    <a:cubicBezTo>
                      <a:pt x="91" y="36"/>
                      <a:pt x="89" y="37"/>
                      <a:pt x="89" y="37"/>
                    </a:cubicBezTo>
                    <a:cubicBezTo>
                      <a:pt x="89" y="37"/>
                      <a:pt x="89" y="37"/>
                      <a:pt x="89" y="37"/>
                    </a:cubicBezTo>
                    <a:cubicBezTo>
                      <a:pt x="88" y="37"/>
                      <a:pt x="88" y="37"/>
                      <a:pt x="88" y="37"/>
                    </a:cubicBezTo>
                    <a:cubicBezTo>
                      <a:pt x="86" y="37"/>
                      <a:pt x="85" y="37"/>
                      <a:pt x="84" y="37"/>
                    </a:cubicBezTo>
                    <a:cubicBezTo>
                      <a:pt x="83" y="37"/>
                      <a:pt x="82" y="38"/>
                      <a:pt x="81" y="39"/>
                    </a:cubicBezTo>
                    <a:cubicBezTo>
                      <a:pt x="80" y="40"/>
                      <a:pt x="80" y="41"/>
                      <a:pt x="80" y="42"/>
                    </a:cubicBezTo>
                    <a:cubicBezTo>
                      <a:pt x="80" y="44"/>
                      <a:pt x="81" y="46"/>
                      <a:pt x="82" y="48"/>
                    </a:cubicBezTo>
                    <a:cubicBezTo>
                      <a:pt x="83" y="50"/>
                      <a:pt x="83" y="50"/>
                      <a:pt x="83" y="50"/>
                    </a:cubicBezTo>
                    <a:cubicBezTo>
                      <a:pt x="84" y="50"/>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71" y="49"/>
                      <a:pt x="71" y="49"/>
                      <a:pt x="71" y="49"/>
                    </a:cubicBezTo>
                    <a:cubicBezTo>
                      <a:pt x="71" y="49"/>
                      <a:pt x="70" y="49"/>
                      <a:pt x="69" y="49"/>
                    </a:cubicBezTo>
                    <a:cubicBezTo>
                      <a:pt x="66" y="49"/>
                      <a:pt x="63" y="49"/>
                      <a:pt x="60" y="51"/>
                    </a:cubicBezTo>
                    <a:cubicBezTo>
                      <a:pt x="41" y="60"/>
                      <a:pt x="41" y="60"/>
                      <a:pt x="41" y="60"/>
                    </a:cubicBezTo>
                    <a:cubicBezTo>
                      <a:pt x="38" y="62"/>
                      <a:pt x="34" y="64"/>
                      <a:pt x="31" y="66"/>
                    </a:cubicBezTo>
                    <a:cubicBezTo>
                      <a:pt x="25" y="71"/>
                      <a:pt x="25" y="71"/>
                      <a:pt x="25" y="71"/>
                    </a:cubicBezTo>
                    <a:cubicBezTo>
                      <a:pt x="23" y="73"/>
                      <a:pt x="19" y="77"/>
                      <a:pt x="17" y="79"/>
                    </a:cubicBezTo>
                    <a:cubicBezTo>
                      <a:pt x="16" y="80"/>
                      <a:pt x="16" y="80"/>
                      <a:pt x="16" y="80"/>
                    </a:cubicBezTo>
                    <a:cubicBezTo>
                      <a:pt x="15" y="81"/>
                      <a:pt x="14" y="81"/>
                      <a:pt x="14"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3"/>
                      <a:pt x="13" y="83"/>
                      <a:pt x="13" y="83"/>
                    </a:cubicBezTo>
                    <a:cubicBezTo>
                      <a:pt x="14" y="82"/>
                      <a:pt x="14" y="82"/>
                      <a:pt x="14" y="82"/>
                    </a:cubicBezTo>
                    <a:cubicBezTo>
                      <a:pt x="13" y="82"/>
                      <a:pt x="13" y="82"/>
                      <a:pt x="13" y="82"/>
                    </a:cubicBezTo>
                    <a:cubicBezTo>
                      <a:pt x="13" y="83"/>
                      <a:pt x="13" y="83"/>
                      <a:pt x="13" y="83"/>
                    </a:cubicBezTo>
                    <a:cubicBezTo>
                      <a:pt x="14" y="82"/>
                      <a:pt x="14" y="82"/>
                      <a:pt x="14" y="82"/>
                    </a:cubicBezTo>
                    <a:cubicBezTo>
                      <a:pt x="13" y="83"/>
                      <a:pt x="13" y="83"/>
                      <a:pt x="13" y="83"/>
                    </a:cubicBezTo>
                    <a:cubicBezTo>
                      <a:pt x="14" y="83"/>
                      <a:pt x="14" y="83"/>
                      <a:pt x="14" y="83"/>
                    </a:cubicBezTo>
                    <a:cubicBezTo>
                      <a:pt x="14" y="82"/>
                      <a:pt x="14" y="82"/>
                      <a:pt x="14" y="82"/>
                    </a:cubicBezTo>
                    <a:cubicBezTo>
                      <a:pt x="13" y="83"/>
                      <a:pt x="13" y="83"/>
                      <a:pt x="13" y="83"/>
                    </a:cubicBezTo>
                    <a:cubicBezTo>
                      <a:pt x="14" y="83"/>
                      <a:pt x="14" y="83"/>
                      <a:pt x="14" y="83"/>
                    </a:cubicBezTo>
                    <a:cubicBezTo>
                      <a:pt x="14" y="82"/>
                      <a:pt x="13" y="81"/>
                      <a:pt x="13" y="81"/>
                    </a:cubicBezTo>
                    <a:cubicBezTo>
                      <a:pt x="12" y="80"/>
                      <a:pt x="11" y="80"/>
                      <a:pt x="11" y="80"/>
                    </a:cubicBezTo>
                    <a:cubicBezTo>
                      <a:pt x="9" y="80"/>
                      <a:pt x="8" y="81"/>
                      <a:pt x="7" y="82"/>
                    </a:cubicBezTo>
                    <a:cubicBezTo>
                      <a:pt x="6" y="82"/>
                      <a:pt x="6" y="82"/>
                      <a:pt x="6" y="82"/>
                    </a:cubicBezTo>
                    <a:cubicBezTo>
                      <a:pt x="5" y="82"/>
                      <a:pt x="5" y="82"/>
                      <a:pt x="5" y="82"/>
                    </a:cubicBezTo>
                    <a:cubicBezTo>
                      <a:pt x="4" y="81"/>
                      <a:pt x="3" y="79"/>
                      <a:pt x="3" y="79"/>
                    </a:cubicBezTo>
                    <a:lnTo>
                      <a:pt x="0" y="83"/>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29" name="Freeform 285"/>
              <p:cNvSpPr>
                <a:spLocks/>
              </p:cNvSpPr>
              <p:nvPr/>
            </p:nvSpPr>
            <p:spPr bwMode="auto">
              <a:xfrm>
                <a:off x="-1826256" y="3864971"/>
                <a:ext cx="149241" cy="223842"/>
              </a:xfrm>
              <a:custGeom>
                <a:avLst/>
                <a:gdLst/>
                <a:ahLst/>
                <a:cxnLst>
                  <a:cxn ang="0">
                    <a:pos x="4" y="37"/>
                  </a:cxn>
                  <a:cxn ang="0">
                    <a:pos x="6" y="36"/>
                  </a:cxn>
                  <a:cxn ang="0">
                    <a:pos x="4" y="33"/>
                  </a:cxn>
                  <a:cxn ang="0">
                    <a:pos x="5" y="30"/>
                  </a:cxn>
                  <a:cxn ang="0">
                    <a:pos x="25" y="6"/>
                  </a:cxn>
                  <a:cxn ang="0">
                    <a:pos x="28" y="5"/>
                  </a:cxn>
                  <a:cxn ang="0">
                    <a:pos x="30" y="5"/>
                  </a:cxn>
                  <a:cxn ang="0">
                    <a:pos x="33" y="8"/>
                  </a:cxn>
                  <a:cxn ang="0">
                    <a:pos x="35" y="10"/>
                  </a:cxn>
                  <a:cxn ang="0">
                    <a:pos x="35" y="14"/>
                  </a:cxn>
                  <a:cxn ang="0">
                    <a:pos x="35" y="15"/>
                  </a:cxn>
                  <a:cxn ang="0">
                    <a:pos x="26" y="54"/>
                  </a:cxn>
                  <a:cxn ang="0">
                    <a:pos x="26" y="55"/>
                  </a:cxn>
                  <a:cxn ang="0">
                    <a:pos x="25" y="55"/>
                  </a:cxn>
                  <a:cxn ang="0">
                    <a:pos x="24" y="55"/>
                  </a:cxn>
                  <a:cxn ang="0">
                    <a:pos x="6" y="36"/>
                  </a:cxn>
                  <a:cxn ang="0">
                    <a:pos x="4" y="37"/>
                  </a:cxn>
                  <a:cxn ang="0">
                    <a:pos x="2" y="39"/>
                  </a:cxn>
                  <a:cxn ang="0">
                    <a:pos x="21" y="58"/>
                  </a:cxn>
                  <a:cxn ang="0">
                    <a:pos x="25" y="60"/>
                  </a:cxn>
                  <a:cxn ang="0">
                    <a:pos x="29" y="58"/>
                  </a:cxn>
                  <a:cxn ang="0">
                    <a:pos x="31" y="55"/>
                  </a:cxn>
                  <a:cxn ang="0">
                    <a:pos x="39" y="16"/>
                  </a:cxn>
                  <a:cxn ang="0">
                    <a:pos x="40" y="14"/>
                  </a:cxn>
                  <a:cxn ang="0">
                    <a:pos x="39" y="9"/>
                  </a:cxn>
                  <a:cxn ang="0">
                    <a:pos x="36" y="4"/>
                  </a:cxn>
                  <a:cxn ang="0">
                    <a:pos x="33" y="2"/>
                  </a:cxn>
                  <a:cxn ang="0">
                    <a:pos x="28" y="0"/>
                  </a:cxn>
                  <a:cxn ang="0">
                    <a:pos x="22" y="3"/>
                  </a:cxn>
                  <a:cxn ang="0">
                    <a:pos x="2" y="27"/>
                  </a:cxn>
                  <a:cxn ang="0">
                    <a:pos x="0" y="33"/>
                  </a:cxn>
                  <a:cxn ang="0">
                    <a:pos x="2" y="39"/>
                  </a:cxn>
                  <a:cxn ang="0">
                    <a:pos x="4" y="37"/>
                  </a:cxn>
                </a:cxnLst>
                <a:rect l="0" t="0" r="r" b="b"/>
                <a:pathLst>
                  <a:path w="40" h="60">
                    <a:moveTo>
                      <a:pt x="4" y="37"/>
                    </a:moveTo>
                    <a:cubicBezTo>
                      <a:pt x="6" y="36"/>
                      <a:pt x="6" y="36"/>
                      <a:pt x="6" y="36"/>
                    </a:cubicBezTo>
                    <a:cubicBezTo>
                      <a:pt x="5" y="35"/>
                      <a:pt x="4" y="34"/>
                      <a:pt x="4" y="33"/>
                    </a:cubicBezTo>
                    <a:cubicBezTo>
                      <a:pt x="4" y="32"/>
                      <a:pt x="5" y="31"/>
                      <a:pt x="5" y="30"/>
                    </a:cubicBezTo>
                    <a:cubicBezTo>
                      <a:pt x="25" y="6"/>
                      <a:pt x="25" y="6"/>
                      <a:pt x="25" y="6"/>
                    </a:cubicBezTo>
                    <a:cubicBezTo>
                      <a:pt x="26" y="5"/>
                      <a:pt x="27" y="5"/>
                      <a:pt x="28" y="5"/>
                    </a:cubicBezTo>
                    <a:cubicBezTo>
                      <a:pt x="29" y="5"/>
                      <a:pt x="29" y="5"/>
                      <a:pt x="30" y="5"/>
                    </a:cubicBezTo>
                    <a:cubicBezTo>
                      <a:pt x="33" y="8"/>
                      <a:pt x="33" y="8"/>
                      <a:pt x="33" y="8"/>
                    </a:cubicBezTo>
                    <a:cubicBezTo>
                      <a:pt x="34" y="8"/>
                      <a:pt x="34" y="9"/>
                      <a:pt x="35" y="10"/>
                    </a:cubicBezTo>
                    <a:cubicBezTo>
                      <a:pt x="35" y="11"/>
                      <a:pt x="35" y="13"/>
                      <a:pt x="35" y="14"/>
                    </a:cubicBezTo>
                    <a:cubicBezTo>
                      <a:pt x="35" y="15"/>
                      <a:pt x="35" y="15"/>
                      <a:pt x="35" y="15"/>
                    </a:cubicBezTo>
                    <a:cubicBezTo>
                      <a:pt x="26" y="54"/>
                      <a:pt x="26" y="54"/>
                      <a:pt x="26" y="54"/>
                    </a:cubicBezTo>
                    <a:cubicBezTo>
                      <a:pt x="26" y="55"/>
                      <a:pt x="26" y="55"/>
                      <a:pt x="26" y="55"/>
                    </a:cubicBezTo>
                    <a:cubicBezTo>
                      <a:pt x="25" y="55"/>
                      <a:pt x="25" y="55"/>
                      <a:pt x="25" y="55"/>
                    </a:cubicBezTo>
                    <a:cubicBezTo>
                      <a:pt x="25" y="55"/>
                      <a:pt x="25" y="55"/>
                      <a:pt x="24" y="55"/>
                    </a:cubicBezTo>
                    <a:cubicBezTo>
                      <a:pt x="6" y="36"/>
                      <a:pt x="6" y="36"/>
                      <a:pt x="6" y="36"/>
                    </a:cubicBezTo>
                    <a:cubicBezTo>
                      <a:pt x="4" y="37"/>
                      <a:pt x="4" y="37"/>
                      <a:pt x="4" y="37"/>
                    </a:cubicBezTo>
                    <a:cubicBezTo>
                      <a:pt x="2" y="39"/>
                      <a:pt x="2" y="39"/>
                      <a:pt x="2" y="39"/>
                    </a:cubicBezTo>
                    <a:cubicBezTo>
                      <a:pt x="21" y="58"/>
                      <a:pt x="21" y="58"/>
                      <a:pt x="21" y="58"/>
                    </a:cubicBezTo>
                    <a:cubicBezTo>
                      <a:pt x="23" y="59"/>
                      <a:pt x="24" y="60"/>
                      <a:pt x="25" y="60"/>
                    </a:cubicBezTo>
                    <a:cubicBezTo>
                      <a:pt x="27" y="60"/>
                      <a:pt x="28" y="59"/>
                      <a:pt x="29" y="58"/>
                    </a:cubicBezTo>
                    <a:cubicBezTo>
                      <a:pt x="30" y="57"/>
                      <a:pt x="30" y="56"/>
                      <a:pt x="31" y="55"/>
                    </a:cubicBezTo>
                    <a:cubicBezTo>
                      <a:pt x="39" y="16"/>
                      <a:pt x="39" y="16"/>
                      <a:pt x="39" y="16"/>
                    </a:cubicBezTo>
                    <a:cubicBezTo>
                      <a:pt x="40" y="16"/>
                      <a:pt x="40" y="15"/>
                      <a:pt x="40" y="14"/>
                    </a:cubicBezTo>
                    <a:cubicBezTo>
                      <a:pt x="40" y="12"/>
                      <a:pt x="39" y="10"/>
                      <a:pt x="39" y="9"/>
                    </a:cubicBezTo>
                    <a:cubicBezTo>
                      <a:pt x="38" y="7"/>
                      <a:pt x="37" y="5"/>
                      <a:pt x="36" y="4"/>
                    </a:cubicBezTo>
                    <a:cubicBezTo>
                      <a:pt x="33" y="2"/>
                      <a:pt x="33" y="2"/>
                      <a:pt x="33" y="2"/>
                    </a:cubicBezTo>
                    <a:cubicBezTo>
                      <a:pt x="31" y="1"/>
                      <a:pt x="30" y="0"/>
                      <a:pt x="28" y="0"/>
                    </a:cubicBezTo>
                    <a:cubicBezTo>
                      <a:pt x="26" y="0"/>
                      <a:pt x="23" y="1"/>
                      <a:pt x="22" y="3"/>
                    </a:cubicBezTo>
                    <a:cubicBezTo>
                      <a:pt x="2" y="27"/>
                      <a:pt x="2" y="27"/>
                      <a:pt x="2" y="27"/>
                    </a:cubicBezTo>
                    <a:cubicBezTo>
                      <a:pt x="1" y="29"/>
                      <a:pt x="0" y="31"/>
                      <a:pt x="0" y="33"/>
                    </a:cubicBezTo>
                    <a:cubicBezTo>
                      <a:pt x="0" y="35"/>
                      <a:pt x="1" y="37"/>
                      <a:pt x="2" y="39"/>
                    </a:cubicBezTo>
                    <a:lnTo>
                      <a:pt x="4" y="37"/>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0" name="Freeform 286"/>
              <p:cNvSpPr>
                <a:spLocks/>
              </p:cNvSpPr>
              <p:nvPr/>
            </p:nvSpPr>
            <p:spPr bwMode="auto">
              <a:xfrm>
                <a:off x="-2038082" y="3899408"/>
                <a:ext cx="180535" cy="250899"/>
              </a:xfrm>
              <a:custGeom>
                <a:avLst/>
                <a:gdLst/>
                <a:ahLst/>
                <a:cxnLst>
                  <a:cxn ang="0">
                    <a:pos x="5" y="4"/>
                  </a:cxn>
                  <a:cxn ang="0">
                    <a:pos x="5" y="3"/>
                  </a:cxn>
                  <a:cxn ang="0">
                    <a:pos x="4" y="3"/>
                  </a:cxn>
                  <a:cxn ang="0">
                    <a:pos x="4" y="3"/>
                  </a:cxn>
                  <a:cxn ang="0">
                    <a:pos x="4" y="3"/>
                  </a:cxn>
                  <a:cxn ang="0">
                    <a:pos x="4" y="4"/>
                  </a:cxn>
                  <a:cxn ang="0">
                    <a:pos x="3" y="3"/>
                  </a:cxn>
                  <a:cxn ang="0">
                    <a:pos x="3" y="3"/>
                  </a:cxn>
                  <a:cxn ang="0">
                    <a:pos x="4" y="4"/>
                  </a:cxn>
                  <a:cxn ang="0">
                    <a:pos x="4" y="4"/>
                  </a:cxn>
                  <a:cxn ang="0">
                    <a:pos x="4" y="4"/>
                  </a:cxn>
                  <a:cxn ang="0">
                    <a:pos x="4" y="3"/>
                  </a:cxn>
                  <a:cxn ang="0">
                    <a:pos x="4" y="4"/>
                  </a:cxn>
                  <a:cxn ang="0">
                    <a:pos x="4" y="4"/>
                  </a:cxn>
                  <a:cxn ang="0">
                    <a:pos x="4" y="4"/>
                  </a:cxn>
                  <a:cxn ang="0">
                    <a:pos x="5" y="5"/>
                  </a:cxn>
                  <a:cxn ang="0">
                    <a:pos x="13" y="10"/>
                  </a:cxn>
                  <a:cxn ang="0">
                    <a:pos x="44" y="61"/>
                  </a:cxn>
                  <a:cxn ang="0">
                    <a:pos x="44" y="63"/>
                  </a:cxn>
                  <a:cxn ang="0">
                    <a:pos x="45" y="64"/>
                  </a:cxn>
                  <a:cxn ang="0">
                    <a:pos x="44" y="63"/>
                  </a:cxn>
                  <a:cxn ang="0">
                    <a:pos x="45" y="63"/>
                  </a:cxn>
                  <a:cxn ang="0">
                    <a:pos x="45" y="63"/>
                  </a:cxn>
                  <a:cxn ang="0">
                    <a:pos x="45" y="64"/>
                  </a:cxn>
                  <a:cxn ang="0">
                    <a:pos x="45" y="63"/>
                  </a:cxn>
                  <a:cxn ang="0">
                    <a:pos x="45" y="63"/>
                  </a:cxn>
                  <a:cxn ang="0">
                    <a:pos x="45" y="63"/>
                  </a:cxn>
                  <a:cxn ang="0">
                    <a:pos x="44" y="62"/>
                  </a:cxn>
                  <a:cxn ang="0">
                    <a:pos x="3" y="6"/>
                  </a:cxn>
                  <a:cxn ang="0">
                    <a:pos x="41" y="64"/>
                  </a:cxn>
                  <a:cxn ang="0">
                    <a:pos x="45" y="67"/>
                  </a:cxn>
                  <a:cxn ang="0">
                    <a:pos x="48" y="64"/>
                  </a:cxn>
                  <a:cxn ang="0">
                    <a:pos x="48" y="61"/>
                  </a:cxn>
                  <a:cxn ang="0">
                    <a:pos x="16" y="8"/>
                  </a:cxn>
                  <a:cxn ang="0">
                    <a:pos x="7" y="0"/>
                  </a:cxn>
                  <a:cxn ang="0">
                    <a:pos x="4" y="0"/>
                  </a:cxn>
                  <a:cxn ang="0">
                    <a:pos x="0" y="3"/>
                  </a:cxn>
                  <a:cxn ang="0">
                    <a:pos x="3" y="6"/>
                  </a:cxn>
                </a:cxnLst>
                <a:rect l="0" t="0" r="r" b="b"/>
                <a:pathLst>
                  <a:path w="48" h="67">
                    <a:moveTo>
                      <a:pt x="3" y="6"/>
                    </a:moveTo>
                    <a:cubicBezTo>
                      <a:pt x="5" y="4"/>
                      <a:pt x="5" y="4"/>
                      <a:pt x="5" y="4"/>
                    </a:cubicBezTo>
                    <a:cubicBezTo>
                      <a:pt x="5" y="4"/>
                      <a:pt x="5" y="4"/>
                      <a:pt x="5" y="3"/>
                    </a:cubicBezTo>
                    <a:cubicBezTo>
                      <a:pt x="5" y="3"/>
                      <a:pt x="5" y="3"/>
                      <a:pt x="5"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3" y="3"/>
                      <a:pt x="3" y="3"/>
                      <a:pt x="3" y="3"/>
                    </a:cubicBezTo>
                    <a:cubicBezTo>
                      <a:pt x="4" y="4"/>
                      <a:pt x="4" y="4"/>
                      <a:pt x="4" y="4"/>
                    </a:cubicBezTo>
                    <a:cubicBezTo>
                      <a:pt x="4" y="3"/>
                      <a:pt x="4" y="3"/>
                      <a:pt x="4" y="3"/>
                    </a:cubicBezTo>
                    <a:cubicBezTo>
                      <a:pt x="3" y="3"/>
                      <a:pt x="3" y="3"/>
                      <a:pt x="3" y="3"/>
                    </a:cubicBezTo>
                    <a:cubicBezTo>
                      <a:pt x="4" y="4"/>
                      <a:pt x="4" y="4"/>
                      <a:pt x="4" y="4"/>
                    </a:cubicBezTo>
                    <a:cubicBezTo>
                      <a:pt x="3" y="3"/>
                      <a:pt x="3" y="3"/>
                      <a:pt x="3" y="3"/>
                    </a:cubicBezTo>
                    <a:cubicBezTo>
                      <a:pt x="4" y="4"/>
                      <a:pt x="4" y="4"/>
                      <a:pt x="4" y="4"/>
                    </a:cubicBezTo>
                    <a:cubicBezTo>
                      <a:pt x="4" y="4"/>
                      <a:pt x="4" y="4"/>
                      <a:pt x="4" y="4"/>
                    </a:cubicBezTo>
                    <a:cubicBezTo>
                      <a:pt x="3" y="3"/>
                      <a:pt x="3" y="3"/>
                      <a:pt x="3" y="3"/>
                    </a:cubicBezTo>
                    <a:cubicBezTo>
                      <a:pt x="4" y="4"/>
                      <a:pt x="4"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5" y="5"/>
                      <a:pt x="5" y="5"/>
                      <a:pt x="5" y="5"/>
                    </a:cubicBezTo>
                    <a:cubicBezTo>
                      <a:pt x="6" y="5"/>
                      <a:pt x="8" y="6"/>
                      <a:pt x="9" y="7"/>
                    </a:cubicBezTo>
                    <a:cubicBezTo>
                      <a:pt x="10" y="8"/>
                      <a:pt x="12" y="9"/>
                      <a:pt x="13" y="10"/>
                    </a:cubicBezTo>
                    <a:cubicBezTo>
                      <a:pt x="41" y="50"/>
                      <a:pt x="41" y="50"/>
                      <a:pt x="41" y="50"/>
                    </a:cubicBezTo>
                    <a:cubicBezTo>
                      <a:pt x="42" y="52"/>
                      <a:pt x="44" y="57"/>
                      <a:pt x="44" y="61"/>
                    </a:cubicBezTo>
                    <a:cubicBezTo>
                      <a:pt x="44" y="61"/>
                      <a:pt x="44" y="61"/>
                      <a:pt x="44" y="61"/>
                    </a:cubicBezTo>
                    <a:cubicBezTo>
                      <a:pt x="44" y="62"/>
                      <a:pt x="44" y="63"/>
                      <a:pt x="44" y="63"/>
                    </a:cubicBezTo>
                    <a:cubicBezTo>
                      <a:pt x="44" y="63"/>
                      <a:pt x="44" y="63"/>
                      <a:pt x="44" y="63"/>
                    </a:cubicBezTo>
                    <a:cubicBezTo>
                      <a:pt x="45" y="64"/>
                      <a:pt x="45" y="64"/>
                      <a:pt x="45" y="64"/>
                    </a:cubicBezTo>
                    <a:cubicBezTo>
                      <a:pt x="45" y="63"/>
                      <a:pt x="45" y="63"/>
                      <a:pt x="45" y="63"/>
                    </a:cubicBezTo>
                    <a:cubicBezTo>
                      <a:pt x="44" y="63"/>
                      <a:pt x="44" y="63"/>
                      <a:pt x="44" y="63"/>
                    </a:cubicBezTo>
                    <a:cubicBezTo>
                      <a:pt x="45" y="64"/>
                      <a:pt x="45" y="64"/>
                      <a:pt x="45" y="64"/>
                    </a:cubicBezTo>
                    <a:cubicBezTo>
                      <a:pt x="45" y="63"/>
                      <a:pt x="45" y="63"/>
                      <a:pt x="45" y="63"/>
                    </a:cubicBezTo>
                    <a:cubicBezTo>
                      <a:pt x="45" y="64"/>
                      <a:pt x="45" y="64"/>
                      <a:pt x="45" y="64"/>
                    </a:cubicBezTo>
                    <a:cubicBezTo>
                      <a:pt x="45" y="63"/>
                      <a:pt x="45" y="63"/>
                      <a:pt x="45" y="63"/>
                    </a:cubicBezTo>
                    <a:cubicBezTo>
                      <a:pt x="45" y="63"/>
                      <a:pt x="45" y="63"/>
                      <a:pt x="45" y="63"/>
                    </a:cubicBezTo>
                    <a:cubicBezTo>
                      <a:pt x="45" y="64"/>
                      <a:pt x="45" y="64"/>
                      <a:pt x="45" y="64"/>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2"/>
                      <a:pt x="44" y="62"/>
                    </a:cubicBezTo>
                    <a:cubicBezTo>
                      <a:pt x="5" y="4"/>
                      <a:pt x="5" y="4"/>
                      <a:pt x="5" y="4"/>
                    </a:cubicBezTo>
                    <a:cubicBezTo>
                      <a:pt x="3" y="6"/>
                      <a:pt x="3" y="6"/>
                      <a:pt x="3" y="6"/>
                    </a:cubicBezTo>
                    <a:cubicBezTo>
                      <a:pt x="2" y="7"/>
                      <a:pt x="2" y="7"/>
                      <a:pt x="2" y="7"/>
                    </a:cubicBezTo>
                    <a:cubicBezTo>
                      <a:pt x="41" y="64"/>
                      <a:pt x="41" y="64"/>
                      <a:pt x="41" y="64"/>
                    </a:cubicBezTo>
                    <a:cubicBezTo>
                      <a:pt x="41" y="65"/>
                      <a:pt x="42" y="65"/>
                      <a:pt x="42" y="66"/>
                    </a:cubicBezTo>
                    <a:cubicBezTo>
                      <a:pt x="43" y="66"/>
                      <a:pt x="44" y="67"/>
                      <a:pt x="45" y="67"/>
                    </a:cubicBezTo>
                    <a:cubicBezTo>
                      <a:pt x="45" y="67"/>
                      <a:pt x="46" y="67"/>
                      <a:pt x="47" y="66"/>
                    </a:cubicBezTo>
                    <a:cubicBezTo>
                      <a:pt x="47" y="65"/>
                      <a:pt x="48" y="65"/>
                      <a:pt x="48" y="64"/>
                    </a:cubicBezTo>
                    <a:cubicBezTo>
                      <a:pt x="48" y="63"/>
                      <a:pt x="48" y="62"/>
                      <a:pt x="48" y="61"/>
                    </a:cubicBezTo>
                    <a:cubicBezTo>
                      <a:pt x="48" y="61"/>
                      <a:pt x="48" y="61"/>
                      <a:pt x="48" y="61"/>
                    </a:cubicBezTo>
                    <a:cubicBezTo>
                      <a:pt x="48" y="56"/>
                      <a:pt x="47" y="51"/>
                      <a:pt x="44" y="48"/>
                    </a:cubicBezTo>
                    <a:cubicBezTo>
                      <a:pt x="16" y="8"/>
                      <a:pt x="16" y="8"/>
                      <a:pt x="16" y="8"/>
                    </a:cubicBezTo>
                    <a:cubicBezTo>
                      <a:pt x="15" y="6"/>
                      <a:pt x="13" y="5"/>
                      <a:pt x="12" y="3"/>
                    </a:cubicBezTo>
                    <a:cubicBezTo>
                      <a:pt x="10" y="2"/>
                      <a:pt x="8" y="1"/>
                      <a:pt x="7" y="0"/>
                    </a:cubicBezTo>
                    <a:cubicBezTo>
                      <a:pt x="6" y="0"/>
                      <a:pt x="6" y="0"/>
                      <a:pt x="6" y="0"/>
                    </a:cubicBezTo>
                    <a:cubicBezTo>
                      <a:pt x="5" y="0"/>
                      <a:pt x="4" y="0"/>
                      <a:pt x="4" y="0"/>
                    </a:cubicBezTo>
                    <a:cubicBezTo>
                      <a:pt x="3" y="0"/>
                      <a:pt x="2" y="0"/>
                      <a:pt x="1" y="1"/>
                    </a:cubicBezTo>
                    <a:cubicBezTo>
                      <a:pt x="0" y="1"/>
                      <a:pt x="0" y="2"/>
                      <a:pt x="0" y="3"/>
                    </a:cubicBezTo>
                    <a:cubicBezTo>
                      <a:pt x="0" y="4"/>
                      <a:pt x="1" y="5"/>
                      <a:pt x="2" y="7"/>
                    </a:cubicBezTo>
                    <a:lnTo>
                      <a:pt x="3" y="6"/>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1" name="Freeform 287"/>
              <p:cNvSpPr>
                <a:spLocks/>
              </p:cNvSpPr>
              <p:nvPr/>
            </p:nvSpPr>
            <p:spPr bwMode="auto">
              <a:xfrm>
                <a:off x="-1486852" y="4024859"/>
                <a:ext cx="305703" cy="201703"/>
              </a:xfrm>
              <a:custGeom>
                <a:avLst/>
                <a:gdLst/>
                <a:ahLst/>
                <a:cxnLst>
                  <a:cxn ang="0">
                    <a:pos x="4" y="8"/>
                  </a:cxn>
                  <a:cxn ang="0">
                    <a:pos x="5" y="5"/>
                  </a:cxn>
                  <a:cxn ang="0">
                    <a:pos x="9" y="4"/>
                  </a:cxn>
                  <a:cxn ang="0">
                    <a:pos x="16" y="8"/>
                  </a:cxn>
                  <a:cxn ang="0">
                    <a:pos x="27" y="9"/>
                  </a:cxn>
                  <a:cxn ang="0">
                    <a:pos x="32" y="7"/>
                  </a:cxn>
                  <a:cxn ang="0">
                    <a:pos x="66" y="27"/>
                  </a:cxn>
                  <a:cxn ang="0">
                    <a:pos x="69" y="33"/>
                  </a:cxn>
                  <a:cxn ang="0">
                    <a:pos x="69" y="33"/>
                  </a:cxn>
                  <a:cxn ang="0">
                    <a:pos x="69" y="34"/>
                  </a:cxn>
                  <a:cxn ang="0">
                    <a:pos x="76" y="50"/>
                  </a:cxn>
                  <a:cxn ang="0">
                    <a:pos x="77" y="51"/>
                  </a:cxn>
                  <a:cxn ang="0">
                    <a:pos x="77" y="51"/>
                  </a:cxn>
                  <a:cxn ang="0">
                    <a:pos x="78" y="51"/>
                  </a:cxn>
                  <a:cxn ang="0">
                    <a:pos x="79" y="51"/>
                  </a:cxn>
                  <a:cxn ang="0">
                    <a:pos x="77" y="51"/>
                  </a:cxn>
                  <a:cxn ang="0">
                    <a:pos x="77" y="49"/>
                  </a:cxn>
                  <a:cxn ang="0">
                    <a:pos x="78" y="49"/>
                  </a:cxn>
                  <a:cxn ang="0">
                    <a:pos x="78" y="51"/>
                  </a:cxn>
                  <a:cxn ang="0">
                    <a:pos x="78" y="49"/>
                  </a:cxn>
                  <a:cxn ang="0">
                    <a:pos x="78" y="49"/>
                  </a:cxn>
                  <a:cxn ang="0">
                    <a:pos x="79" y="49"/>
                  </a:cxn>
                  <a:cxn ang="0">
                    <a:pos x="61" y="39"/>
                  </a:cxn>
                  <a:cxn ang="0">
                    <a:pos x="49" y="39"/>
                  </a:cxn>
                  <a:cxn ang="0">
                    <a:pos x="42" y="43"/>
                  </a:cxn>
                  <a:cxn ang="0">
                    <a:pos x="26" y="23"/>
                  </a:cxn>
                  <a:cxn ang="0">
                    <a:pos x="16" y="16"/>
                  </a:cxn>
                  <a:cxn ang="0">
                    <a:pos x="6" y="15"/>
                  </a:cxn>
                  <a:cxn ang="0">
                    <a:pos x="4" y="8"/>
                  </a:cxn>
                  <a:cxn ang="0">
                    <a:pos x="0" y="9"/>
                  </a:cxn>
                  <a:cxn ang="0">
                    <a:pos x="3" y="18"/>
                  </a:cxn>
                  <a:cxn ang="0">
                    <a:pos x="16" y="21"/>
                  </a:cxn>
                  <a:cxn ang="0">
                    <a:pos x="22" y="25"/>
                  </a:cxn>
                  <a:cxn ang="0">
                    <a:pos x="42" y="47"/>
                  </a:cxn>
                  <a:cxn ang="0">
                    <a:pos x="51" y="43"/>
                  </a:cxn>
                  <a:cxn ang="0">
                    <a:pos x="59" y="43"/>
                  </a:cxn>
                  <a:cxn ang="0">
                    <a:pos x="78" y="53"/>
                  </a:cxn>
                  <a:cxn ang="0">
                    <a:pos x="81" y="51"/>
                  </a:cxn>
                  <a:cxn ang="0">
                    <a:pos x="79" y="47"/>
                  </a:cxn>
                  <a:cxn ang="0">
                    <a:pos x="73" y="34"/>
                  </a:cxn>
                  <a:cxn ang="0">
                    <a:pos x="73" y="34"/>
                  </a:cxn>
                  <a:cxn ang="0">
                    <a:pos x="73" y="33"/>
                  </a:cxn>
                  <a:cxn ang="0">
                    <a:pos x="68" y="23"/>
                  </a:cxn>
                  <a:cxn ang="0">
                    <a:pos x="32" y="3"/>
                  </a:cxn>
                  <a:cxn ang="0">
                    <a:pos x="24" y="6"/>
                  </a:cxn>
                  <a:cxn ang="0">
                    <a:pos x="19" y="5"/>
                  </a:cxn>
                  <a:cxn ang="0">
                    <a:pos x="9" y="0"/>
                  </a:cxn>
                  <a:cxn ang="0">
                    <a:pos x="1" y="2"/>
                  </a:cxn>
                  <a:cxn ang="0">
                    <a:pos x="0" y="9"/>
                  </a:cxn>
                </a:cxnLst>
                <a:rect l="0" t="0" r="r" b="b"/>
                <a:pathLst>
                  <a:path w="81" h="53">
                    <a:moveTo>
                      <a:pt x="2" y="9"/>
                    </a:moveTo>
                    <a:cubicBezTo>
                      <a:pt x="4" y="8"/>
                      <a:pt x="4" y="8"/>
                      <a:pt x="4" y="8"/>
                    </a:cubicBezTo>
                    <a:cubicBezTo>
                      <a:pt x="4" y="8"/>
                      <a:pt x="4" y="8"/>
                      <a:pt x="4" y="8"/>
                    </a:cubicBezTo>
                    <a:cubicBezTo>
                      <a:pt x="4" y="7"/>
                      <a:pt x="4" y="6"/>
                      <a:pt x="5" y="5"/>
                    </a:cubicBezTo>
                    <a:cubicBezTo>
                      <a:pt x="5" y="4"/>
                      <a:pt x="6" y="4"/>
                      <a:pt x="6" y="4"/>
                    </a:cubicBezTo>
                    <a:cubicBezTo>
                      <a:pt x="9" y="4"/>
                      <a:pt x="9" y="4"/>
                      <a:pt x="9" y="4"/>
                    </a:cubicBezTo>
                    <a:cubicBezTo>
                      <a:pt x="10" y="4"/>
                      <a:pt x="12" y="5"/>
                      <a:pt x="13" y="5"/>
                    </a:cubicBezTo>
                    <a:cubicBezTo>
                      <a:pt x="14" y="6"/>
                      <a:pt x="15" y="7"/>
                      <a:pt x="16" y="8"/>
                    </a:cubicBezTo>
                    <a:cubicBezTo>
                      <a:pt x="18" y="9"/>
                      <a:pt x="20" y="10"/>
                      <a:pt x="22" y="10"/>
                    </a:cubicBezTo>
                    <a:cubicBezTo>
                      <a:pt x="24" y="10"/>
                      <a:pt x="25" y="10"/>
                      <a:pt x="27" y="9"/>
                    </a:cubicBezTo>
                    <a:cubicBezTo>
                      <a:pt x="28" y="8"/>
                      <a:pt x="28" y="8"/>
                      <a:pt x="28" y="8"/>
                    </a:cubicBezTo>
                    <a:cubicBezTo>
                      <a:pt x="29" y="7"/>
                      <a:pt x="31" y="7"/>
                      <a:pt x="32" y="7"/>
                    </a:cubicBezTo>
                    <a:cubicBezTo>
                      <a:pt x="33" y="7"/>
                      <a:pt x="34" y="7"/>
                      <a:pt x="35" y="8"/>
                    </a:cubicBezTo>
                    <a:cubicBezTo>
                      <a:pt x="66" y="27"/>
                      <a:pt x="66" y="27"/>
                      <a:pt x="66" y="27"/>
                    </a:cubicBezTo>
                    <a:cubicBezTo>
                      <a:pt x="66" y="28"/>
                      <a:pt x="67" y="28"/>
                      <a:pt x="68" y="30"/>
                    </a:cubicBezTo>
                    <a:cubicBezTo>
                      <a:pt x="69" y="31"/>
                      <a:pt x="69" y="32"/>
                      <a:pt x="69" y="33"/>
                    </a:cubicBezTo>
                    <a:cubicBezTo>
                      <a:pt x="69" y="33"/>
                      <a:pt x="69" y="33"/>
                      <a:pt x="69" y="33"/>
                    </a:cubicBezTo>
                    <a:cubicBezTo>
                      <a:pt x="69" y="33"/>
                      <a:pt x="69" y="33"/>
                      <a:pt x="69" y="33"/>
                    </a:cubicBezTo>
                    <a:cubicBezTo>
                      <a:pt x="69" y="33"/>
                      <a:pt x="69" y="33"/>
                      <a:pt x="69" y="33"/>
                    </a:cubicBezTo>
                    <a:cubicBezTo>
                      <a:pt x="69" y="34"/>
                      <a:pt x="69" y="34"/>
                      <a:pt x="69" y="34"/>
                    </a:cubicBezTo>
                    <a:cubicBezTo>
                      <a:pt x="69" y="38"/>
                      <a:pt x="70" y="42"/>
                      <a:pt x="72" y="45"/>
                    </a:cubicBezTo>
                    <a:cubicBezTo>
                      <a:pt x="76" y="50"/>
                      <a:pt x="76" y="50"/>
                      <a:pt x="76" y="50"/>
                    </a:cubicBezTo>
                    <a:cubicBezTo>
                      <a:pt x="76" y="50"/>
                      <a:pt x="77" y="50"/>
                      <a:pt x="77" y="51"/>
                    </a:cubicBezTo>
                    <a:cubicBezTo>
                      <a:pt x="77" y="51"/>
                      <a:pt x="77" y="51"/>
                      <a:pt x="77" y="51"/>
                    </a:cubicBezTo>
                    <a:cubicBezTo>
                      <a:pt x="78" y="51"/>
                      <a:pt x="78" y="51"/>
                      <a:pt x="78" y="51"/>
                    </a:cubicBezTo>
                    <a:cubicBezTo>
                      <a:pt x="77" y="51"/>
                      <a:pt x="77" y="51"/>
                      <a:pt x="77" y="51"/>
                    </a:cubicBezTo>
                    <a:cubicBezTo>
                      <a:pt x="77" y="51"/>
                      <a:pt x="77" y="51"/>
                      <a:pt x="77" y="51"/>
                    </a:cubicBezTo>
                    <a:cubicBezTo>
                      <a:pt x="78" y="51"/>
                      <a:pt x="78" y="51"/>
                      <a:pt x="78" y="51"/>
                    </a:cubicBezTo>
                    <a:cubicBezTo>
                      <a:pt x="77" y="51"/>
                      <a:pt x="77" y="51"/>
                      <a:pt x="77" y="51"/>
                    </a:cubicBezTo>
                    <a:cubicBezTo>
                      <a:pt x="79" y="51"/>
                      <a:pt x="79" y="51"/>
                      <a:pt x="79" y="51"/>
                    </a:cubicBezTo>
                    <a:cubicBezTo>
                      <a:pt x="77" y="49"/>
                      <a:pt x="77" y="49"/>
                      <a:pt x="77" y="49"/>
                    </a:cubicBezTo>
                    <a:cubicBezTo>
                      <a:pt x="77" y="50"/>
                      <a:pt x="77" y="50"/>
                      <a:pt x="77" y="51"/>
                    </a:cubicBezTo>
                    <a:cubicBezTo>
                      <a:pt x="79" y="51"/>
                      <a:pt x="79" y="51"/>
                      <a:pt x="79" y="51"/>
                    </a:cubicBezTo>
                    <a:cubicBezTo>
                      <a:pt x="77" y="49"/>
                      <a:pt x="77" y="49"/>
                      <a:pt x="77" y="49"/>
                    </a:cubicBezTo>
                    <a:cubicBezTo>
                      <a:pt x="78" y="51"/>
                      <a:pt x="78" y="51"/>
                      <a:pt x="78" y="51"/>
                    </a:cubicBezTo>
                    <a:cubicBezTo>
                      <a:pt x="78" y="49"/>
                      <a:pt x="78" y="49"/>
                      <a:pt x="78" y="49"/>
                    </a:cubicBezTo>
                    <a:cubicBezTo>
                      <a:pt x="78" y="49"/>
                      <a:pt x="78" y="49"/>
                      <a:pt x="77" y="49"/>
                    </a:cubicBezTo>
                    <a:cubicBezTo>
                      <a:pt x="78" y="51"/>
                      <a:pt x="78" y="51"/>
                      <a:pt x="78" y="51"/>
                    </a:cubicBezTo>
                    <a:cubicBezTo>
                      <a:pt x="78" y="49"/>
                      <a:pt x="78" y="49"/>
                      <a:pt x="78" y="49"/>
                    </a:cubicBezTo>
                    <a:cubicBezTo>
                      <a:pt x="78" y="49"/>
                      <a:pt x="78" y="49"/>
                      <a:pt x="78" y="49"/>
                    </a:cubicBezTo>
                    <a:cubicBezTo>
                      <a:pt x="79" y="49"/>
                      <a:pt x="79" y="49"/>
                      <a:pt x="79" y="49"/>
                    </a:cubicBezTo>
                    <a:cubicBezTo>
                      <a:pt x="78" y="49"/>
                      <a:pt x="78" y="49"/>
                      <a:pt x="78" y="49"/>
                    </a:cubicBezTo>
                    <a:cubicBezTo>
                      <a:pt x="78" y="49"/>
                      <a:pt x="78" y="49"/>
                      <a:pt x="78" y="49"/>
                    </a:cubicBezTo>
                    <a:cubicBezTo>
                      <a:pt x="79" y="49"/>
                      <a:pt x="79" y="49"/>
                      <a:pt x="79" y="49"/>
                    </a:cubicBezTo>
                    <a:cubicBezTo>
                      <a:pt x="78" y="49"/>
                      <a:pt x="78" y="49"/>
                      <a:pt x="78" y="49"/>
                    </a:cubicBezTo>
                    <a:cubicBezTo>
                      <a:pt x="61" y="39"/>
                      <a:pt x="61" y="39"/>
                      <a:pt x="61" y="39"/>
                    </a:cubicBezTo>
                    <a:cubicBezTo>
                      <a:pt x="59" y="39"/>
                      <a:pt x="57" y="38"/>
                      <a:pt x="55" y="38"/>
                    </a:cubicBezTo>
                    <a:cubicBezTo>
                      <a:pt x="53" y="38"/>
                      <a:pt x="51" y="39"/>
                      <a:pt x="49" y="39"/>
                    </a:cubicBezTo>
                    <a:cubicBezTo>
                      <a:pt x="44" y="43"/>
                      <a:pt x="44" y="43"/>
                      <a:pt x="44" y="43"/>
                    </a:cubicBezTo>
                    <a:cubicBezTo>
                      <a:pt x="43" y="43"/>
                      <a:pt x="43" y="43"/>
                      <a:pt x="42" y="43"/>
                    </a:cubicBezTo>
                    <a:cubicBezTo>
                      <a:pt x="41" y="43"/>
                      <a:pt x="39" y="42"/>
                      <a:pt x="38" y="41"/>
                    </a:cubicBezTo>
                    <a:cubicBezTo>
                      <a:pt x="26" y="23"/>
                      <a:pt x="26" y="23"/>
                      <a:pt x="26" y="23"/>
                    </a:cubicBezTo>
                    <a:cubicBezTo>
                      <a:pt x="25" y="21"/>
                      <a:pt x="23" y="19"/>
                      <a:pt x="21" y="18"/>
                    </a:cubicBezTo>
                    <a:cubicBezTo>
                      <a:pt x="20" y="17"/>
                      <a:pt x="18" y="17"/>
                      <a:pt x="16" y="16"/>
                    </a:cubicBezTo>
                    <a:cubicBezTo>
                      <a:pt x="8" y="16"/>
                      <a:pt x="8" y="16"/>
                      <a:pt x="8" y="16"/>
                    </a:cubicBezTo>
                    <a:cubicBezTo>
                      <a:pt x="7" y="17"/>
                      <a:pt x="6" y="16"/>
                      <a:pt x="6" y="15"/>
                    </a:cubicBezTo>
                    <a:cubicBezTo>
                      <a:pt x="5" y="14"/>
                      <a:pt x="4" y="13"/>
                      <a:pt x="4" y="12"/>
                    </a:cubicBezTo>
                    <a:cubicBezTo>
                      <a:pt x="4" y="8"/>
                      <a:pt x="4" y="8"/>
                      <a:pt x="4" y="8"/>
                    </a:cubicBezTo>
                    <a:cubicBezTo>
                      <a:pt x="2" y="9"/>
                      <a:pt x="2" y="9"/>
                      <a:pt x="2" y="9"/>
                    </a:cubicBezTo>
                    <a:cubicBezTo>
                      <a:pt x="0" y="9"/>
                      <a:pt x="0" y="9"/>
                      <a:pt x="0" y="9"/>
                    </a:cubicBezTo>
                    <a:cubicBezTo>
                      <a:pt x="0" y="12"/>
                      <a:pt x="0" y="12"/>
                      <a:pt x="0" y="12"/>
                    </a:cubicBezTo>
                    <a:cubicBezTo>
                      <a:pt x="0" y="14"/>
                      <a:pt x="1" y="17"/>
                      <a:pt x="3" y="18"/>
                    </a:cubicBezTo>
                    <a:cubicBezTo>
                      <a:pt x="4" y="20"/>
                      <a:pt x="6" y="21"/>
                      <a:pt x="8" y="21"/>
                    </a:cubicBezTo>
                    <a:cubicBezTo>
                      <a:pt x="16" y="21"/>
                      <a:pt x="16" y="21"/>
                      <a:pt x="16" y="21"/>
                    </a:cubicBezTo>
                    <a:cubicBezTo>
                      <a:pt x="17" y="21"/>
                      <a:pt x="18" y="21"/>
                      <a:pt x="19" y="22"/>
                    </a:cubicBezTo>
                    <a:cubicBezTo>
                      <a:pt x="21" y="23"/>
                      <a:pt x="22" y="24"/>
                      <a:pt x="22" y="25"/>
                    </a:cubicBezTo>
                    <a:cubicBezTo>
                      <a:pt x="35" y="43"/>
                      <a:pt x="35" y="43"/>
                      <a:pt x="35" y="43"/>
                    </a:cubicBezTo>
                    <a:cubicBezTo>
                      <a:pt x="36" y="46"/>
                      <a:pt x="39" y="47"/>
                      <a:pt x="42" y="47"/>
                    </a:cubicBezTo>
                    <a:cubicBezTo>
                      <a:pt x="43" y="47"/>
                      <a:pt x="44" y="47"/>
                      <a:pt x="46" y="46"/>
                    </a:cubicBezTo>
                    <a:cubicBezTo>
                      <a:pt x="51" y="43"/>
                      <a:pt x="51" y="43"/>
                      <a:pt x="51" y="43"/>
                    </a:cubicBezTo>
                    <a:cubicBezTo>
                      <a:pt x="52" y="43"/>
                      <a:pt x="54" y="42"/>
                      <a:pt x="55" y="42"/>
                    </a:cubicBezTo>
                    <a:cubicBezTo>
                      <a:pt x="57" y="42"/>
                      <a:pt x="58" y="43"/>
                      <a:pt x="59" y="43"/>
                    </a:cubicBezTo>
                    <a:cubicBezTo>
                      <a:pt x="76" y="52"/>
                      <a:pt x="76" y="52"/>
                      <a:pt x="76" y="52"/>
                    </a:cubicBezTo>
                    <a:cubicBezTo>
                      <a:pt x="77" y="53"/>
                      <a:pt x="77" y="53"/>
                      <a:pt x="78" y="53"/>
                    </a:cubicBezTo>
                    <a:cubicBezTo>
                      <a:pt x="79" y="53"/>
                      <a:pt x="80" y="53"/>
                      <a:pt x="80" y="53"/>
                    </a:cubicBezTo>
                    <a:cubicBezTo>
                      <a:pt x="81" y="52"/>
                      <a:pt x="81" y="51"/>
                      <a:pt x="81" y="51"/>
                    </a:cubicBezTo>
                    <a:cubicBezTo>
                      <a:pt x="81" y="50"/>
                      <a:pt x="81" y="49"/>
                      <a:pt x="81" y="49"/>
                    </a:cubicBezTo>
                    <a:cubicBezTo>
                      <a:pt x="80" y="48"/>
                      <a:pt x="80" y="48"/>
                      <a:pt x="79" y="47"/>
                    </a:cubicBezTo>
                    <a:cubicBezTo>
                      <a:pt x="76" y="42"/>
                      <a:pt x="76" y="42"/>
                      <a:pt x="76" y="42"/>
                    </a:cubicBezTo>
                    <a:cubicBezTo>
                      <a:pt x="74" y="40"/>
                      <a:pt x="73" y="36"/>
                      <a:pt x="73" y="34"/>
                    </a:cubicBezTo>
                    <a:cubicBezTo>
                      <a:pt x="73" y="34"/>
                      <a:pt x="73" y="34"/>
                      <a:pt x="73" y="34"/>
                    </a:cubicBezTo>
                    <a:cubicBezTo>
                      <a:pt x="73" y="34"/>
                      <a:pt x="73" y="34"/>
                      <a:pt x="73" y="34"/>
                    </a:cubicBezTo>
                    <a:cubicBezTo>
                      <a:pt x="73" y="34"/>
                      <a:pt x="73" y="34"/>
                      <a:pt x="73" y="34"/>
                    </a:cubicBezTo>
                    <a:cubicBezTo>
                      <a:pt x="73" y="33"/>
                      <a:pt x="73" y="33"/>
                      <a:pt x="73" y="33"/>
                    </a:cubicBezTo>
                    <a:cubicBezTo>
                      <a:pt x="73" y="31"/>
                      <a:pt x="73" y="29"/>
                      <a:pt x="72" y="28"/>
                    </a:cubicBezTo>
                    <a:cubicBezTo>
                      <a:pt x="71" y="26"/>
                      <a:pt x="70" y="24"/>
                      <a:pt x="68" y="23"/>
                    </a:cubicBezTo>
                    <a:cubicBezTo>
                      <a:pt x="37" y="4"/>
                      <a:pt x="37" y="4"/>
                      <a:pt x="37" y="4"/>
                    </a:cubicBezTo>
                    <a:cubicBezTo>
                      <a:pt x="36" y="3"/>
                      <a:pt x="34" y="3"/>
                      <a:pt x="32" y="3"/>
                    </a:cubicBezTo>
                    <a:cubicBezTo>
                      <a:pt x="30" y="3"/>
                      <a:pt x="28" y="3"/>
                      <a:pt x="26" y="4"/>
                    </a:cubicBezTo>
                    <a:cubicBezTo>
                      <a:pt x="24" y="6"/>
                      <a:pt x="24" y="6"/>
                      <a:pt x="24" y="6"/>
                    </a:cubicBezTo>
                    <a:cubicBezTo>
                      <a:pt x="24" y="6"/>
                      <a:pt x="23" y="6"/>
                      <a:pt x="22" y="6"/>
                    </a:cubicBezTo>
                    <a:cubicBezTo>
                      <a:pt x="21" y="6"/>
                      <a:pt x="20" y="6"/>
                      <a:pt x="19" y="5"/>
                    </a:cubicBezTo>
                    <a:cubicBezTo>
                      <a:pt x="18" y="3"/>
                      <a:pt x="17" y="2"/>
                      <a:pt x="15" y="1"/>
                    </a:cubicBezTo>
                    <a:cubicBezTo>
                      <a:pt x="13" y="0"/>
                      <a:pt x="11" y="0"/>
                      <a:pt x="9" y="0"/>
                    </a:cubicBezTo>
                    <a:cubicBezTo>
                      <a:pt x="6" y="0"/>
                      <a:pt x="6" y="0"/>
                      <a:pt x="6" y="0"/>
                    </a:cubicBezTo>
                    <a:cubicBezTo>
                      <a:pt x="4" y="0"/>
                      <a:pt x="2" y="1"/>
                      <a:pt x="1" y="2"/>
                    </a:cubicBezTo>
                    <a:cubicBezTo>
                      <a:pt x="0" y="4"/>
                      <a:pt x="0" y="6"/>
                      <a:pt x="0" y="8"/>
                    </a:cubicBezTo>
                    <a:cubicBezTo>
                      <a:pt x="0" y="9"/>
                      <a:pt x="0" y="9"/>
                      <a:pt x="0" y="9"/>
                    </a:cubicBezTo>
                    <a:lnTo>
                      <a:pt x="2" y="9"/>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2" name="Freeform 288"/>
              <p:cNvSpPr>
                <a:spLocks/>
              </p:cNvSpPr>
              <p:nvPr/>
            </p:nvSpPr>
            <p:spPr bwMode="auto">
              <a:xfrm>
                <a:off x="-1710715" y="4251159"/>
                <a:ext cx="572894" cy="568211"/>
              </a:xfrm>
              <a:custGeom>
                <a:avLst/>
                <a:gdLst/>
                <a:ahLst/>
                <a:cxnLst>
                  <a:cxn ang="0">
                    <a:pos x="5" y="60"/>
                  </a:cxn>
                  <a:cxn ang="0">
                    <a:pos x="6" y="53"/>
                  </a:cxn>
                  <a:cxn ang="0">
                    <a:pos x="45" y="21"/>
                  </a:cxn>
                  <a:cxn ang="0">
                    <a:pos x="50" y="20"/>
                  </a:cxn>
                  <a:cxn ang="0">
                    <a:pos x="59" y="12"/>
                  </a:cxn>
                  <a:cxn ang="0">
                    <a:pos x="62" y="5"/>
                  </a:cxn>
                  <a:cxn ang="0">
                    <a:pos x="65" y="4"/>
                  </a:cxn>
                  <a:cxn ang="0">
                    <a:pos x="82" y="8"/>
                  </a:cxn>
                  <a:cxn ang="0">
                    <a:pos x="83" y="14"/>
                  </a:cxn>
                  <a:cxn ang="0">
                    <a:pos x="89" y="25"/>
                  </a:cxn>
                  <a:cxn ang="0">
                    <a:pos x="99" y="32"/>
                  </a:cxn>
                  <a:cxn ang="0">
                    <a:pos x="104" y="25"/>
                  </a:cxn>
                  <a:cxn ang="0">
                    <a:pos x="104" y="4"/>
                  </a:cxn>
                  <a:cxn ang="0">
                    <a:pos x="104" y="4"/>
                  </a:cxn>
                  <a:cxn ang="0">
                    <a:pos x="104" y="4"/>
                  </a:cxn>
                  <a:cxn ang="0">
                    <a:pos x="104" y="4"/>
                  </a:cxn>
                  <a:cxn ang="0">
                    <a:pos x="103" y="4"/>
                  </a:cxn>
                  <a:cxn ang="0">
                    <a:pos x="103" y="3"/>
                  </a:cxn>
                  <a:cxn ang="0">
                    <a:pos x="103" y="3"/>
                  </a:cxn>
                  <a:cxn ang="0">
                    <a:pos x="103" y="4"/>
                  </a:cxn>
                  <a:cxn ang="0">
                    <a:pos x="103" y="4"/>
                  </a:cxn>
                  <a:cxn ang="0">
                    <a:pos x="104" y="5"/>
                  </a:cxn>
                  <a:cxn ang="0">
                    <a:pos x="119" y="26"/>
                  </a:cxn>
                  <a:cxn ang="0">
                    <a:pos x="120" y="37"/>
                  </a:cxn>
                  <a:cxn ang="0">
                    <a:pos x="124" y="50"/>
                  </a:cxn>
                  <a:cxn ang="0">
                    <a:pos x="147" y="83"/>
                  </a:cxn>
                  <a:cxn ang="0">
                    <a:pos x="148" y="108"/>
                  </a:cxn>
                  <a:cxn ang="0">
                    <a:pos x="127" y="145"/>
                  </a:cxn>
                  <a:cxn ang="0">
                    <a:pos x="122" y="147"/>
                  </a:cxn>
                  <a:cxn ang="0">
                    <a:pos x="72" y="111"/>
                  </a:cxn>
                  <a:cxn ang="0">
                    <a:pos x="31" y="125"/>
                  </a:cxn>
                  <a:cxn ang="0">
                    <a:pos x="27" y="122"/>
                  </a:cxn>
                  <a:cxn ang="0">
                    <a:pos x="3" y="61"/>
                  </a:cxn>
                  <a:cxn ang="0">
                    <a:pos x="23" y="124"/>
                  </a:cxn>
                  <a:cxn ang="0">
                    <a:pos x="32" y="129"/>
                  </a:cxn>
                  <a:cxn ang="0">
                    <a:pos x="72" y="115"/>
                  </a:cxn>
                  <a:cxn ang="0">
                    <a:pos x="119" y="150"/>
                  </a:cxn>
                  <a:cxn ang="0">
                    <a:pos x="130" y="148"/>
                  </a:cxn>
                  <a:cxn ang="0">
                    <a:pos x="153" y="108"/>
                  </a:cxn>
                  <a:cxn ang="0">
                    <a:pos x="151" y="82"/>
                  </a:cxn>
                  <a:cxn ang="0">
                    <a:pos x="128" y="47"/>
                  </a:cxn>
                  <a:cxn ang="0">
                    <a:pos x="125" y="37"/>
                  </a:cxn>
                  <a:cxn ang="0">
                    <a:pos x="123" y="25"/>
                  </a:cxn>
                  <a:cxn ang="0">
                    <a:pos x="107" y="2"/>
                  </a:cxn>
                  <a:cxn ang="0">
                    <a:pos x="103" y="0"/>
                  </a:cxn>
                  <a:cxn ang="0">
                    <a:pos x="100" y="3"/>
                  </a:cxn>
                  <a:cxn ang="0">
                    <a:pos x="100" y="25"/>
                  </a:cxn>
                  <a:cxn ang="0">
                    <a:pos x="99" y="27"/>
                  </a:cxn>
                  <a:cxn ang="0">
                    <a:pos x="99" y="28"/>
                  </a:cxn>
                  <a:cxn ang="0">
                    <a:pos x="99" y="27"/>
                  </a:cxn>
                  <a:cxn ang="0">
                    <a:pos x="99" y="27"/>
                  </a:cxn>
                  <a:cxn ang="0">
                    <a:pos x="91" y="22"/>
                  </a:cxn>
                  <a:cxn ang="0">
                    <a:pos x="88" y="14"/>
                  </a:cxn>
                  <a:cxn ang="0">
                    <a:pos x="86" y="5"/>
                  </a:cxn>
                  <a:cxn ang="0">
                    <a:pos x="66" y="0"/>
                  </a:cxn>
                  <a:cxn ang="0">
                    <a:pos x="59" y="2"/>
                  </a:cxn>
                  <a:cxn ang="0">
                    <a:pos x="55" y="11"/>
                  </a:cxn>
                  <a:cxn ang="0">
                    <a:pos x="50" y="16"/>
                  </a:cxn>
                  <a:cxn ang="0">
                    <a:pos x="43" y="17"/>
                  </a:cxn>
                  <a:cxn ang="0">
                    <a:pos x="3" y="49"/>
                  </a:cxn>
                  <a:cxn ang="0">
                    <a:pos x="1" y="61"/>
                  </a:cxn>
                </a:cxnLst>
                <a:rect l="0" t="0" r="r" b="b"/>
                <a:pathLst>
                  <a:path w="153" h="151">
                    <a:moveTo>
                      <a:pt x="3" y="61"/>
                    </a:moveTo>
                    <a:cubicBezTo>
                      <a:pt x="5" y="60"/>
                      <a:pt x="5" y="60"/>
                      <a:pt x="5" y="60"/>
                    </a:cubicBezTo>
                    <a:cubicBezTo>
                      <a:pt x="4" y="59"/>
                      <a:pt x="4" y="58"/>
                      <a:pt x="4" y="58"/>
                    </a:cubicBezTo>
                    <a:cubicBezTo>
                      <a:pt x="4" y="55"/>
                      <a:pt x="5" y="53"/>
                      <a:pt x="6" y="53"/>
                    </a:cubicBezTo>
                    <a:cubicBezTo>
                      <a:pt x="41" y="23"/>
                      <a:pt x="41" y="23"/>
                      <a:pt x="41" y="23"/>
                    </a:cubicBezTo>
                    <a:cubicBezTo>
                      <a:pt x="42" y="22"/>
                      <a:pt x="43" y="22"/>
                      <a:pt x="45" y="21"/>
                    </a:cubicBezTo>
                    <a:cubicBezTo>
                      <a:pt x="46" y="20"/>
                      <a:pt x="48" y="20"/>
                      <a:pt x="49" y="20"/>
                    </a:cubicBezTo>
                    <a:cubicBezTo>
                      <a:pt x="50" y="20"/>
                      <a:pt x="50" y="20"/>
                      <a:pt x="50" y="20"/>
                    </a:cubicBezTo>
                    <a:cubicBezTo>
                      <a:pt x="52" y="20"/>
                      <a:pt x="54" y="19"/>
                      <a:pt x="55" y="18"/>
                    </a:cubicBezTo>
                    <a:cubicBezTo>
                      <a:pt x="57" y="16"/>
                      <a:pt x="58" y="14"/>
                      <a:pt x="59" y="12"/>
                    </a:cubicBezTo>
                    <a:cubicBezTo>
                      <a:pt x="60" y="8"/>
                      <a:pt x="60" y="8"/>
                      <a:pt x="60" y="8"/>
                    </a:cubicBezTo>
                    <a:cubicBezTo>
                      <a:pt x="61" y="7"/>
                      <a:pt x="61" y="6"/>
                      <a:pt x="62" y="5"/>
                    </a:cubicBezTo>
                    <a:cubicBezTo>
                      <a:pt x="63" y="4"/>
                      <a:pt x="64" y="4"/>
                      <a:pt x="65" y="4"/>
                    </a:cubicBezTo>
                    <a:cubicBezTo>
                      <a:pt x="65" y="4"/>
                      <a:pt x="65" y="4"/>
                      <a:pt x="65" y="4"/>
                    </a:cubicBezTo>
                    <a:cubicBezTo>
                      <a:pt x="80" y="6"/>
                      <a:pt x="80" y="6"/>
                      <a:pt x="80" y="6"/>
                    </a:cubicBezTo>
                    <a:cubicBezTo>
                      <a:pt x="81" y="6"/>
                      <a:pt x="81" y="7"/>
                      <a:pt x="82" y="8"/>
                    </a:cubicBezTo>
                    <a:cubicBezTo>
                      <a:pt x="83" y="9"/>
                      <a:pt x="83" y="10"/>
                      <a:pt x="83" y="12"/>
                    </a:cubicBezTo>
                    <a:cubicBezTo>
                      <a:pt x="83" y="14"/>
                      <a:pt x="83" y="14"/>
                      <a:pt x="83" y="14"/>
                    </a:cubicBezTo>
                    <a:cubicBezTo>
                      <a:pt x="83" y="16"/>
                      <a:pt x="84" y="18"/>
                      <a:pt x="85" y="20"/>
                    </a:cubicBezTo>
                    <a:cubicBezTo>
                      <a:pt x="86" y="22"/>
                      <a:pt x="87" y="24"/>
                      <a:pt x="89" y="25"/>
                    </a:cubicBezTo>
                    <a:cubicBezTo>
                      <a:pt x="96" y="31"/>
                      <a:pt x="96" y="31"/>
                      <a:pt x="96" y="31"/>
                    </a:cubicBezTo>
                    <a:cubicBezTo>
                      <a:pt x="97" y="31"/>
                      <a:pt x="98" y="32"/>
                      <a:pt x="99" y="32"/>
                    </a:cubicBezTo>
                    <a:cubicBezTo>
                      <a:pt x="101" y="32"/>
                      <a:pt x="102" y="31"/>
                      <a:pt x="103" y="30"/>
                    </a:cubicBezTo>
                    <a:cubicBezTo>
                      <a:pt x="104" y="28"/>
                      <a:pt x="104" y="27"/>
                      <a:pt x="104" y="25"/>
                    </a:cubicBezTo>
                    <a:cubicBezTo>
                      <a:pt x="104" y="6"/>
                      <a:pt x="104" y="6"/>
                      <a:pt x="104" y="6"/>
                    </a:cubicBezTo>
                    <a:cubicBezTo>
                      <a:pt x="104" y="5"/>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3" y="3"/>
                      <a:pt x="103" y="3"/>
                      <a:pt x="103" y="3"/>
                    </a:cubicBezTo>
                    <a:cubicBezTo>
                      <a:pt x="103" y="4"/>
                      <a:pt x="103" y="4"/>
                      <a:pt x="103" y="4"/>
                    </a:cubicBezTo>
                    <a:cubicBezTo>
                      <a:pt x="104" y="4"/>
                      <a:pt x="104" y="4"/>
                      <a:pt x="104" y="4"/>
                    </a:cubicBezTo>
                    <a:cubicBezTo>
                      <a:pt x="103" y="3"/>
                      <a:pt x="103" y="3"/>
                      <a:pt x="103" y="3"/>
                    </a:cubicBezTo>
                    <a:cubicBezTo>
                      <a:pt x="103" y="4"/>
                      <a:pt x="103" y="4"/>
                      <a:pt x="103" y="4"/>
                    </a:cubicBezTo>
                    <a:cubicBezTo>
                      <a:pt x="103" y="3"/>
                      <a:pt x="103" y="3"/>
                      <a:pt x="103" y="3"/>
                    </a:cubicBezTo>
                    <a:cubicBezTo>
                      <a:pt x="103" y="4"/>
                      <a:pt x="103" y="4"/>
                      <a:pt x="103" y="4"/>
                    </a:cubicBezTo>
                    <a:cubicBezTo>
                      <a:pt x="103" y="4"/>
                      <a:pt x="103" y="4"/>
                      <a:pt x="103" y="4"/>
                    </a:cubicBezTo>
                    <a:cubicBezTo>
                      <a:pt x="103" y="3"/>
                      <a:pt x="103" y="3"/>
                      <a:pt x="103" y="3"/>
                    </a:cubicBezTo>
                    <a:cubicBezTo>
                      <a:pt x="103" y="4"/>
                      <a:pt x="103" y="4"/>
                      <a:pt x="103" y="4"/>
                    </a:cubicBezTo>
                    <a:cubicBezTo>
                      <a:pt x="103" y="4"/>
                      <a:pt x="103" y="4"/>
                      <a:pt x="103" y="4"/>
                    </a:cubicBezTo>
                    <a:cubicBezTo>
                      <a:pt x="103" y="4"/>
                      <a:pt x="103" y="4"/>
                      <a:pt x="104" y="5"/>
                    </a:cubicBezTo>
                    <a:cubicBezTo>
                      <a:pt x="117" y="22"/>
                      <a:pt x="117" y="22"/>
                      <a:pt x="117" y="22"/>
                    </a:cubicBezTo>
                    <a:cubicBezTo>
                      <a:pt x="118" y="23"/>
                      <a:pt x="119" y="24"/>
                      <a:pt x="119" y="26"/>
                    </a:cubicBezTo>
                    <a:cubicBezTo>
                      <a:pt x="120" y="28"/>
                      <a:pt x="120" y="30"/>
                      <a:pt x="120" y="32"/>
                    </a:cubicBezTo>
                    <a:cubicBezTo>
                      <a:pt x="120" y="37"/>
                      <a:pt x="120" y="37"/>
                      <a:pt x="120" y="37"/>
                    </a:cubicBezTo>
                    <a:cubicBezTo>
                      <a:pt x="120" y="39"/>
                      <a:pt x="121" y="42"/>
                      <a:pt x="121" y="44"/>
                    </a:cubicBezTo>
                    <a:cubicBezTo>
                      <a:pt x="122" y="46"/>
                      <a:pt x="123" y="48"/>
                      <a:pt x="124" y="50"/>
                    </a:cubicBezTo>
                    <a:cubicBezTo>
                      <a:pt x="145" y="78"/>
                      <a:pt x="145" y="78"/>
                      <a:pt x="145" y="78"/>
                    </a:cubicBezTo>
                    <a:cubicBezTo>
                      <a:pt x="146" y="79"/>
                      <a:pt x="147" y="81"/>
                      <a:pt x="147" y="83"/>
                    </a:cubicBezTo>
                    <a:cubicBezTo>
                      <a:pt x="148" y="85"/>
                      <a:pt x="148" y="87"/>
                      <a:pt x="148" y="89"/>
                    </a:cubicBezTo>
                    <a:cubicBezTo>
                      <a:pt x="148" y="108"/>
                      <a:pt x="148" y="108"/>
                      <a:pt x="148" y="108"/>
                    </a:cubicBezTo>
                    <a:cubicBezTo>
                      <a:pt x="148" y="111"/>
                      <a:pt x="147" y="117"/>
                      <a:pt x="145" y="119"/>
                    </a:cubicBezTo>
                    <a:cubicBezTo>
                      <a:pt x="127" y="145"/>
                      <a:pt x="127" y="145"/>
                      <a:pt x="127" y="145"/>
                    </a:cubicBezTo>
                    <a:cubicBezTo>
                      <a:pt x="126" y="147"/>
                      <a:pt x="125" y="147"/>
                      <a:pt x="124" y="147"/>
                    </a:cubicBezTo>
                    <a:cubicBezTo>
                      <a:pt x="123" y="147"/>
                      <a:pt x="123" y="147"/>
                      <a:pt x="122" y="147"/>
                    </a:cubicBezTo>
                    <a:cubicBezTo>
                      <a:pt x="79" y="113"/>
                      <a:pt x="79" y="113"/>
                      <a:pt x="79" y="113"/>
                    </a:cubicBezTo>
                    <a:cubicBezTo>
                      <a:pt x="77" y="111"/>
                      <a:pt x="74" y="111"/>
                      <a:pt x="72" y="111"/>
                    </a:cubicBezTo>
                    <a:cubicBezTo>
                      <a:pt x="70" y="111"/>
                      <a:pt x="69" y="111"/>
                      <a:pt x="68" y="111"/>
                    </a:cubicBezTo>
                    <a:cubicBezTo>
                      <a:pt x="31" y="125"/>
                      <a:pt x="31" y="125"/>
                      <a:pt x="31" y="125"/>
                    </a:cubicBezTo>
                    <a:cubicBezTo>
                      <a:pt x="30" y="125"/>
                      <a:pt x="30" y="125"/>
                      <a:pt x="30" y="125"/>
                    </a:cubicBezTo>
                    <a:cubicBezTo>
                      <a:pt x="29" y="125"/>
                      <a:pt x="27" y="124"/>
                      <a:pt x="27" y="122"/>
                    </a:cubicBezTo>
                    <a:cubicBezTo>
                      <a:pt x="5" y="60"/>
                      <a:pt x="5" y="60"/>
                      <a:pt x="5" y="60"/>
                    </a:cubicBezTo>
                    <a:cubicBezTo>
                      <a:pt x="3" y="61"/>
                      <a:pt x="3" y="61"/>
                      <a:pt x="3" y="61"/>
                    </a:cubicBezTo>
                    <a:cubicBezTo>
                      <a:pt x="1" y="61"/>
                      <a:pt x="1" y="61"/>
                      <a:pt x="1" y="61"/>
                    </a:cubicBezTo>
                    <a:cubicBezTo>
                      <a:pt x="23" y="124"/>
                      <a:pt x="23" y="124"/>
                      <a:pt x="23" y="124"/>
                    </a:cubicBezTo>
                    <a:cubicBezTo>
                      <a:pt x="24" y="127"/>
                      <a:pt x="27" y="130"/>
                      <a:pt x="30" y="130"/>
                    </a:cubicBezTo>
                    <a:cubicBezTo>
                      <a:pt x="31" y="130"/>
                      <a:pt x="32" y="130"/>
                      <a:pt x="32" y="129"/>
                    </a:cubicBezTo>
                    <a:cubicBezTo>
                      <a:pt x="70" y="115"/>
                      <a:pt x="70" y="115"/>
                      <a:pt x="70" y="115"/>
                    </a:cubicBezTo>
                    <a:cubicBezTo>
                      <a:pt x="70" y="115"/>
                      <a:pt x="71" y="115"/>
                      <a:pt x="72" y="115"/>
                    </a:cubicBezTo>
                    <a:cubicBezTo>
                      <a:pt x="73" y="115"/>
                      <a:pt x="76" y="116"/>
                      <a:pt x="77" y="117"/>
                    </a:cubicBezTo>
                    <a:cubicBezTo>
                      <a:pt x="119" y="150"/>
                      <a:pt x="119" y="150"/>
                      <a:pt x="119" y="150"/>
                    </a:cubicBezTo>
                    <a:cubicBezTo>
                      <a:pt x="121" y="151"/>
                      <a:pt x="122" y="151"/>
                      <a:pt x="124" y="151"/>
                    </a:cubicBezTo>
                    <a:cubicBezTo>
                      <a:pt x="126" y="151"/>
                      <a:pt x="129" y="150"/>
                      <a:pt x="130" y="148"/>
                    </a:cubicBezTo>
                    <a:cubicBezTo>
                      <a:pt x="149" y="121"/>
                      <a:pt x="149" y="121"/>
                      <a:pt x="149" y="121"/>
                    </a:cubicBezTo>
                    <a:cubicBezTo>
                      <a:pt x="151" y="118"/>
                      <a:pt x="152" y="113"/>
                      <a:pt x="153" y="108"/>
                    </a:cubicBezTo>
                    <a:cubicBezTo>
                      <a:pt x="153" y="89"/>
                      <a:pt x="153" y="89"/>
                      <a:pt x="153" y="89"/>
                    </a:cubicBezTo>
                    <a:cubicBezTo>
                      <a:pt x="153" y="86"/>
                      <a:pt x="152" y="84"/>
                      <a:pt x="151" y="82"/>
                    </a:cubicBezTo>
                    <a:cubicBezTo>
                      <a:pt x="151" y="79"/>
                      <a:pt x="150" y="77"/>
                      <a:pt x="149" y="76"/>
                    </a:cubicBezTo>
                    <a:cubicBezTo>
                      <a:pt x="128" y="47"/>
                      <a:pt x="128" y="47"/>
                      <a:pt x="128" y="47"/>
                    </a:cubicBezTo>
                    <a:cubicBezTo>
                      <a:pt x="127" y="46"/>
                      <a:pt x="126" y="45"/>
                      <a:pt x="126" y="43"/>
                    </a:cubicBezTo>
                    <a:cubicBezTo>
                      <a:pt x="125" y="41"/>
                      <a:pt x="125" y="39"/>
                      <a:pt x="125" y="37"/>
                    </a:cubicBezTo>
                    <a:cubicBezTo>
                      <a:pt x="125" y="32"/>
                      <a:pt x="125" y="32"/>
                      <a:pt x="125" y="32"/>
                    </a:cubicBezTo>
                    <a:cubicBezTo>
                      <a:pt x="125" y="30"/>
                      <a:pt x="124" y="27"/>
                      <a:pt x="123" y="25"/>
                    </a:cubicBezTo>
                    <a:cubicBezTo>
                      <a:pt x="123" y="23"/>
                      <a:pt x="122" y="21"/>
                      <a:pt x="120" y="19"/>
                    </a:cubicBezTo>
                    <a:cubicBezTo>
                      <a:pt x="107" y="2"/>
                      <a:pt x="107" y="2"/>
                      <a:pt x="107" y="2"/>
                    </a:cubicBezTo>
                    <a:cubicBezTo>
                      <a:pt x="107" y="2"/>
                      <a:pt x="106" y="1"/>
                      <a:pt x="105" y="1"/>
                    </a:cubicBezTo>
                    <a:cubicBezTo>
                      <a:pt x="105" y="0"/>
                      <a:pt x="104" y="0"/>
                      <a:pt x="103" y="0"/>
                    </a:cubicBezTo>
                    <a:cubicBezTo>
                      <a:pt x="103" y="0"/>
                      <a:pt x="102" y="0"/>
                      <a:pt x="101" y="1"/>
                    </a:cubicBezTo>
                    <a:cubicBezTo>
                      <a:pt x="100" y="1"/>
                      <a:pt x="100" y="2"/>
                      <a:pt x="100" y="3"/>
                    </a:cubicBezTo>
                    <a:cubicBezTo>
                      <a:pt x="100" y="4"/>
                      <a:pt x="100" y="5"/>
                      <a:pt x="100" y="6"/>
                    </a:cubicBezTo>
                    <a:cubicBezTo>
                      <a:pt x="100" y="25"/>
                      <a:pt x="100" y="25"/>
                      <a:pt x="100" y="25"/>
                    </a:cubicBezTo>
                    <a:cubicBezTo>
                      <a:pt x="100" y="26"/>
                      <a:pt x="99" y="27"/>
                      <a:pt x="99" y="27"/>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8" y="27"/>
                    </a:cubicBezTo>
                    <a:cubicBezTo>
                      <a:pt x="91" y="22"/>
                      <a:pt x="91" y="22"/>
                      <a:pt x="91" y="22"/>
                    </a:cubicBezTo>
                    <a:cubicBezTo>
                      <a:pt x="90" y="21"/>
                      <a:pt x="89" y="20"/>
                      <a:pt x="89" y="18"/>
                    </a:cubicBezTo>
                    <a:cubicBezTo>
                      <a:pt x="88" y="17"/>
                      <a:pt x="88" y="15"/>
                      <a:pt x="88" y="14"/>
                    </a:cubicBezTo>
                    <a:cubicBezTo>
                      <a:pt x="88" y="12"/>
                      <a:pt x="88" y="12"/>
                      <a:pt x="88" y="12"/>
                    </a:cubicBezTo>
                    <a:cubicBezTo>
                      <a:pt x="88" y="9"/>
                      <a:pt x="87" y="7"/>
                      <a:pt x="86" y="5"/>
                    </a:cubicBezTo>
                    <a:cubicBezTo>
                      <a:pt x="85" y="4"/>
                      <a:pt x="83" y="2"/>
                      <a:pt x="81" y="2"/>
                    </a:cubicBezTo>
                    <a:cubicBezTo>
                      <a:pt x="66" y="0"/>
                      <a:pt x="66" y="0"/>
                      <a:pt x="66" y="0"/>
                    </a:cubicBezTo>
                    <a:cubicBezTo>
                      <a:pt x="65" y="0"/>
                      <a:pt x="65" y="0"/>
                      <a:pt x="65" y="0"/>
                    </a:cubicBezTo>
                    <a:cubicBezTo>
                      <a:pt x="63" y="0"/>
                      <a:pt x="61" y="1"/>
                      <a:pt x="59" y="2"/>
                    </a:cubicBezTo>
                    <a:cubicBezTo>
                      <a:pt x="58" y="3"/>
                      <a:pt x="57" y="5"/>
                      <a:pt x="56" y="7"/>
                    </a:cubicBezTo>
                    <a:cubicBezTo>
                      <a:pt x="55" y="11"/>
                      <a:pt x="55" y="11"/>
                      <a:pt x="55" y="11"/>
                    </a:cubicBezTo>
                    <a:cubicBezTo>
                      <a:pt x="54" y="12"/>
                      <a:pt x="53" y="14"/>
                      <a:pt x="52" y="14"/>
                    </a:cubicBezTo>
                    <a:cubicBezTo>
                      <a:pt x="51" y="15"/>
                      <a:pt x="50" y="16"/>
                      <a:pt x="50" y="16"/>
                    </a:cubicBezTo>
                    <a:cubicBezTo>
                      <a:pt x="49" y="16"/>
                      <a:pt x="49" y="16"/>
                      <a:pt x="49" y="16"/>
                    </a:cubicBezTo>
                    <a:cubicBezTo>
                      <a:pt x="47" y="16"/>
                      <a:pt x="45" y="16"/>
                      <a:pt x="43" y="17"/>
                    </a:cubicBezTo>
                    <a:cubicBezTo>
                      <a:pt x="41" y="18"/>
                      <a:pt x="40" y="19"/>
                      <a:pt x="38" y="20"/>
                    </a:cubicBezTo>
                    <a:cubicBezTo>
                      <a:pt x="3" y="49"/>
                      <a:pt x="3" y="49"/>
                      <a:pt x="3" y="49"/>
                    </a:cubicBezTo>
                    <a:cubicBezTo>
                      <a:pt x="1" y="51"/>
                      <a:pt x="0" y="54"/>
                      <a:pt x="0" y="58"/>
                    </a:cubicBezTo>
                    <a:cubicBezTo>
                      <a:pt x="0" y="59"/>
                      <a:pt x="0" y="60"/>
                      <a:pt x="1" y="61"/>
                    </a:cubicBezTo>
                    <a:lnTo>
                      <a:pt x="3" y="61"/>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3" name="Freeform 289"/>
              <p:cNvSpPr>
                <a:spLocks/>
              </p:cNvSpPr>
              <p:nvPr/>
            </p:nvSpPr>
            <p:spPr bwMode="auto">
              <a:xfrm>
                <a:off x="-5229920" y="2526846"/>
                <a:ext cx="50550" cy="46737"/>
              </a:xfrm>
              <a:custGeom>
                <a:avLst/>
                <a:gdLst/>
                <a:ahLst/>
                <a:cxnLst>
                  <a:cxn ang="0">
                    <a:pos x="4" y="11"/>
                  </a:cxn>
                  <a:cxn ang="0">
                    <a:pos x="5" y="9"/>
                  </a:cxn>
                  <a:cxn ang="0">
                    <a:pos x="4" y="9"/>
                  </a:cxn>
                  <a:cxn ang="0">
                    <a:pos x="4" y="8"/>
                  </a:cxn>
                  <a:cxn ang="0">
                    <a:pos x="5" y="6"/>
                  </a:cxn>
                  <a:cxn ang="0">
                    <a:pos x="8" y="4"/>
                  </a:cxn>
                  <a:cxn ang="0">
                    <a:pos x="9" y="4"/>
                  </a:cxn>
                  <a:cxn ang="0">
                    <a:pos x="10" y="6"/>
                  </a:cxn>
                  <a:cxn ang="0">
                    <a:pos x="9" y="8"/>
                  </a:cxn>
                  <a:cxn ang="0">
                    <a:pos x="6" y="9"/>
                  </a:cxn>
                  <a:cxn ang="0">
                    <a:pos x="5" y="9"/>
                  </a:cxn>
                  <a:cxn ang="0">
                    <a:pos x="4" y="11"/>
                  </a:cxn>
                  <a:cxn ang="0">
                    <a:pos x="3" y="13"/>
                  </a:cxn>
                  <a:cxn ang="0">
                    <a:pos x="6" y="13"/>
                  </a:cxn>
                  <a:cxn ang="0">
                    <a:pos x="13" y="11"/>
                  </a:cxn>
                  <a:cxn ang="0">
                    <a:pos x="14" y="6"/>
                  </a:cxn>
                  <a:cxn ang="0">
                    <a:pos x="12" y="1"/>
                  </a:cxn>
                  <a:cxn ang="0">
                    <a:pos x="8" y="0"/>
                  </a:cxn>
                  <a:cxn ang="0">
                    <a:pos x="2" y="3"/>
                  </a:cxn>
                  <a:cxn ang="0">
                    <a:pos x="0" y="8"/>
                  </a:cxn>
                  <a:cxn ang="0">
                    <a:pos x="1" y="11"/>
                  </a:cxn>
                  <a:cxn ang="0">
                    <a:pos x="3" y="13"/>
                  </a:cxn>
                  <a:cxn ang="0">
                    <a:pos x="4" y="11"/>
                  </a:cxn>
                </a:cxnLst>
                <a:rect l="0" t="0" r="r" b="b"/>
                <a:pathLst>
                  <a:path w="14" h="13">
                    <a:moveTo>
                      <a:pt x="4" y="11"/>
                    </a:moveTo>
                    <a:cubicBezTo>
                      <a:pt x="5" y="9"/>
                      <a:pt x="5" y="9"/>
                      <a:pt x="5" y="9"/>
                    </a:cubicBezTo>
                    <a:cubicBezTo>
                      <a:pt x="4" y="9"/>
                      <a:pt x="4" y="9"/>
                      <a:pt x="4" y="9"/>
                    </a:cubicBezTo>
                    <a:cubicBezTo>
                      <a:pt x="4" y="8"/>
                      <a:pt x="4" y="8"/>
                      <a:pt x="4" y="8"/>
                    </a:cubicBezTo>
                    <a:cubicBezTo>
                      <a:pt x="4" y="7"/>
                      <a:pt x="4" y="7"/>
                      <a:pt x="5" y="6"/>
                    </a:cubicBezTo>
                    <a:cubicBezTo>
                      <a:pt x="6" y="4"/>
                      <a:pt x="7" y="4"/>
                      <a:pt x="8" y="4"/>
                    </a:cubicBezTo>
                    <a:cubicBezTo>
                      <a:pt x="9" y="4"/>
                      <a:pt x="9" y="4"/>
                      <a:pt x="9" y="4"/>
                    </a:cubicBezTo>
                    <a:cubicBezTo>
                      <a:pt x="10" y="5"/>
                      <a:pt x="10" y="5"/>
                      <a:pt x="10" y="6"/>
                    </a:cubicBezTo>
                    <a:cubicBezTo>
                      <a:pt x="10" y="7"/>
                      <a:pt x="10" y="7"/>
                      <a:pt x="9" y="8"/>
                    </a:cubicBezTo>
                    <a:cubicBezTo>
                      <a:pt x="9" y="9"/>
                      <a:pt x="7" y="9"/>
                      <a:pt x="6" y="9"/>
                    </a:cubicBezTo>
                    <a:cubicBezTo>
                      <a:pt x="5" y="9"/>
                      <a:pt x="5" y="9"/>
                      <a:pt x="5" y="9"/>
                    </a:cubicBezTo>
                    <a:cubicBezTo>
                      <a:pt x="4" y="11"/>
                      <a:pt x="4" y="11"/>
                      <a:pt x="4" y="11"/>
                    </a:cubicBezTo>
                    <a:cubicBezTo>
                      <a:pt x="3" y="13"/>
                      <a:pt x="3" y="13"/>
                      <a:pt x="3" y="13"/>
                    </a:cubicBezTo>
                    <a:cubicBezTo>
                      <a:pt x="4" y="13"/>
                      <a:pt x="5" y="13"/>
                      <a:pt x="6" y="13"/>
                    </a:cubicBezTo>
                    <a:cubicBezTo>
                      <a:pt x="8" y="13"/>
                      <a:pt x="11" y="12"/>
                      <a:pt x="13" y="11"/>
                    </a:cubicBezTo>
                    <a:cubicBezTo>
                      <a:pt x="14" y="9"/>
                      <a:pt x="14" y="8"/>
                      <a:pt x="14" y="6"/>
                    </a:cubicBezTo>
                    <a:cubicBezTo>
                      <a:pt x="14" y="4"/>
                      <a:pt x="13" y="2"/>
                      <a:pt x="12" y="1"/>
                    </a:cubicBezTo>
                    <a:cubicBezTo>
                      <a:pt x="11" y="0"/>
                      <a:pt x="9" y="0"/>
                      <a:pt x="8" y="0"/>
                    </a:cubicBezTo>
                    <a:cubicBezTo>
                      <a:pt x="6" y="0"/>
                      <a:pt x="3" y="1"/>
                      <a:pt x="2" y="3"/>
                    </a:cubicBezTo>
                    <a:cubicBezTo>
                      <a:pt x="0" y="5"/>
                      <a:pt x="0" y="6"/>
                      <a:pt x="0" y="8"/>
                    </a:cubicBezTo>
                    <a:cubicBezTo>
                      <a:pt x="0" y="9"/>
                      <a:pt x="0" y="10"/>
                      <a:pt x="1" y="11"/>
                    </a:cubicBezTo>
                    <a:cubicBezTo>
                      <a:pt x="1" y="12"/>
                      <a:pt x="2" y="12"/>
                      <a:pt x="3" y="13"/>
                    </a:cubicBezTo>
                    <a:lnTo>
                      <a:pt x="4" y="11"/>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4" name="Freeform 290"/>
              <p:cNvSpPr>
                <a:spLocks/>
              </p:cNvSpPr>
              <p:nvPr/>
            </p:nvSpPr>
            <p:spPr bwMode="auto">
              <a:xfrm>
                <a:off x="-5172149" y="2558824"/>
                <a:ext cx="86656" cy="56574"/>
              </a:xfrm>
              <a:custGeom>
                <a:avLst/>
                <a:gdLst/>
                <a:ahLst/>
                <a:cxnLst>
                  <a:cxn ang="0">
                    <a:pos x="3" y="6"/>
                  </a:cxn>
                  <a:cxn ang="0">
                    <a:pos x="5" y="6"/>
                  </a:cxn>
                  <a:cxn ang="0">
                    <a:pos x="5" y="5"/>
                  </a:cxn>
                  <a:cxn ang="0">
                    <a:pos x="7" y="4"/>
                  </a:cxn>
                  <a:cxn ang="0">
                    <a:pos x="7" y="4"/>
                  </a:cxn>
                  <a:cxn ang="0">
                    <a:pos x="8" y="5"/>
                  </a:cxn>
                  <a:cxn ang="0">
                    <a:pos x="17" y="8"/>
                  </a:cxn>
                  <a:cxn ang="0">
                    <a:pos x="19" y="10"/>
                  </a:cxn>
                  <a:cxn ang="0">
                    <a:pos x="19" y="10"/>
                  </a:cxn>
                  <a:cxn ang="0">
                    <a:pos x="17" y="11"/>
                  </a:cxn>
                  <a:cxn ang="0">
                    <a:pos x="15" y="11"/>
                  </a:cxn>
                  <a:cxn ang="0">
                    <a:pos x="13" y="11"/>
                  </a:cxn>
                  <a:cxn ang="0">
                    <a:pos x="8" y="10"/>
                  </a:cxn>
                  <a:cxn ang="0">
                    <a:pos x="6" y="8"/>
                  </a:cxn>
                  <a:cxn ang="0">
                    <a:pos x="5" y="6"/>
                  </a:cxn>
                  <a:cxn ang="0">
                    <a:pos x="3" y="6"/>
                  </a:cxn>
                  <a:cxn ang="0">
                    <a:pos x="0" y="6"/>
                  </a:cxn>
                  <a:cxn ang="0">
                    <a:pos x="2" y="11"/>
                  </a:cxn>
                  <a:cxn ang="0">
                    <a:pos x="7" y="14"/>
                  </a:cxn>
                  <a:cxn ang="0">
                    <a:pos x="12" y="15"/>
                  </a:cxn>
                  <a:cxn ang="0">
                    <a:pos x="15" y="15"/>
                  </a:cxn>
                  <a:cxn ang="0">
                    <a:pos x="19" y="15"/>
                  </a:cxn>
                  <a:cxn ang="0">
                    <a:pos x="22" y="13"/>
                  </a:cxn>
                  <a:cxn ang="0">
                    <a:pos x="23" y="10"/>
                  </a:cxn>
                  <a:cxn ang="0">
                    <a:pos x="19" y="4"/>
                  </a:cxn>
                  <a:cxn ang="0">
                    <a:pos x="9" y="0"/>
                  </a:cxn>
                  <a:cxn ang="0">
                    <a:pos x="8" y="0"/>
                  </a:cxn>
                  <a:cxn ang="0">
                    <a:pos x="7" y="0"/>
                  </a:cxn>
                  <a:cxn ang="0">
                    <a:pos x="2" y="2"/>
                  </a:cxn>
                  <a:cxn ang="0">
                    <a:pos x="0" y="6"/>
                  </a:cxn>
                  <a:cxn ang="0">
                    <a:pos x="3" y="6"/>
                  </a:cxn>
                </a:cxnLst>
                <a:rect l="0" t="0" r="r" b="b"/>
                <a:pathLst>
                  <a:path w="23" h="15">
                    <a:moveTo>
                      <a:pt x="3" y="6"/>
                    </a:moveTo>
                    <a:cubicBezTo>
                      <a:pt x="5" y="6"/>
                      <a:pt x="5" y="6"/>
                      <a:pt x="5" y="6"/>
                    </a:cubicBezTo>
                    <a:cubicBezTo>
                      <a:pt x="5" y="5"/>
                      <a:pt x="5" y="5"/>
                      <a:pt x="5" y="5"/>
                    </a:cubicBezTo>
                    <a:cubicBezTo>
                      <a:pt x="5" y="5"/>
                      <a:pt x="6" y="4"/>
                      <a:pt x="7" y="4"/>
                    </a:cubicBezTo>
                    <a:cubicBezTo>
                      <a:pt x="7" y="4"/>
                      <a:pt x="7" y="4"/>
                      <a:pt x="7" y="4"/>
                    </a:cubicBezTo>
                    <a:cubicBezTo>
                      <a:pt x="8" y="5"/>
                      <a:pt x="8" y="5"/>
                      <a:pt x="8" y="5"/>
                    </a:cubicBezTo>
                    <a:cubicBezTo>
                      <a:pt x="10" y="5"/>
                      <a:pt x="15" y="7"/>
                      <a:pt x="17" y="8"/>
                    </a:cubicBezTo>
                    <a:cubicBezTo>
                      <a:pt x="18" y="9"/>
                      <a:pt x="19" y="10"/>
                      <a:pt x="19" y="10"/>
                    </a:cubicBezTo>
                    <a:cubicBezTo>
                      <a:pt x="19" y="10"/>
                      <a:pt x="19" y="10"/>
                      <a:pt x="19" y="10"/>
                    </a:cubicBezTo>
                    <a:cubicBezTo>
                      <a:pt x="18" y="10"/>
                      <a:pt x="18" y="11"/>
                      <a:pt x="17" y="11"/>
                    </a:cubicBezTo>
                    <a:cubicBezTo>
                      <a:pt x="17" y="11"/>
                      <a:pt x="16" y="11"/>
                      <a:pt x="15" y="11"/>
                    </a:cubicBezTo>
                    <a:cubicBezTo>
                      <a:pt x="14" y="11"/>
                      <a:pt x="14" y="11"/>
                      <a:pt x="13" y="11"/>
                    </a:cubicBezTo>
                    <a:cubicBezTo>
                      <a:pt x="8" y="10"/>
                      <a:pt x="8" y="10"/>
                      <a:pt x="8" y="10"/>
                    </a:cubicBezTo>
                    <a:cubicBezTo>
                      <a:pt x="7" y="10"/>
                      <a:pt x="6" y="9"/>
                      <a:pt x="6" y="8"/>
                    </a:cubicBezTo>
                    <a:cubicBezTo>
                      <a:pt x="5" y="8"/>
                      <a:pt x="5" y="7"/>
                      <a:pt x="5" y="6"/>
                    </a:cubicBezTo>
                    <a:cubicBezTo>
                      <a:pt x="3" y="6"/>
                      <a:pt x="3" y="6"/>
                      <a:pt x="3" y="6"/>
                    </a:cubicBezTo>
                    <a:cubicBezTo>
                      <a:pt x="0" y="6"/>
                      <a:pt x="0" y="6"/>
                      <a:pt x="0" y="6"/>
                    </a:cubicBezTo>
                    <a:cubicBezTo>
                      <a:pt x="0" y="8"/>
                      <a:pt x="1" y="10"/>
                      <a:pt x="2" y="11"/>
                    </a:cubicBezTo>
                    <a:cubicBezTo>
                      <a:pt x="4" y="12"/>
                      <a:pt x="5" y="14"/>
                      <a:pt x="7" y="14"/>
                    </a:cubicBezTo>
                    <a:cubicBezTo>
                      <a:pt x="12" y="15"/>
                      <a:pt x="12" y="15"/>
                      <a:pt x="12" y="15"/>
                    </a:cubicBezTo>
                    <a:cubicBezTo>
                      <a:pt x="13" y="15"/>
                      <a:pt x="14" y="15"/>
                      <a:pt x="15" y="15"/>
                    </a:cubicBezTo>
                    <a:cubicBezTo>
                      <a:pt x="16" y="15"/>
                      <a:pt x="18" y="15"/>
                      <a:pt x="19" y="15"/>
                    </a:cubicBezTo>
                    <a:cubicBezTo>
                      <a:pt x="20" y="14"/>
                      <a:pt x="21" y="14"/>
                      <a:pt x="22" y="13"/>
                    </a:cubicBezTo>
                    <a:cubicBezTo>
                      <a:pt x="23" y="12"/>
                      <a:pt x="23" y="11"/>
                      <a:pt x="23" y="10"/>
                    </a:cubicBezTo>
                    <a:cubicBezTo>
                      <a:pt x="23" y="7"/>
                      <a:pt x="21" y="5"/>
                      <a:pt x="19" y="4"/>
                    </a:cubicBezTo>
                    <a:cubicBezTo>
                      <a:pt x="16" y="3"/>
                      <a:pt x="12" y="1"/>
                      <a:pt x="9" y="0"/>
                    </a:cubicBezTo>
                    <a:cubicBezTo>
                      <a:pt x="8" y="0"/>
                      <a:pt x="8" y="0"/>
                      <a:pt x="8" y="0"/>
                    </a:cubicBezTo>
                    <a:cubicBezTo>
                      <a:pt x="7" y="0"/>
                      <a:pt x="7" y="0"/>
                      <a:pt x="7" y="0"/>
                    </a:cubicBezTo>
                    <a:cubicBezTo>
                      <a:pt x="5" y="0"/>
                      <a:pt x="3" y="1"/>
                      <a:pt x="2" y="2"/>
                    </a:cubicBezTo>
                    <a:cubicBezTo>
                      <a:pt x="1" y="3"/>
                      <a:pt x="0" y="4"/>
                      <a:pt x="0" y="6"/>
                    </a:cubicBezTo>
                    <a:lnTo>
                      <a:pt x="3" y="6"/>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5" name="Freeform 291"/>
              <p:cNvSpPr>
                <a:spLocks/>
              </p:cNvSpPr>
              <p:nvPr/>
            </p:nvSpPr>
            <p:spPr bwMode="auto">
              <a:xfrm>
                <a:off x="-5030128" y="2418615"/>
                <a:ext cx="79434" cy="91013"/>
              </a:xfrm>
              <a:custGeom>
                <a:avLst/>
                <a:gdLst/>
                <a:ahLst/>
                <a:cxnLst>
                  <a:cxn ang="0">
                    <a:pos x="4" y="13"/>
                  </a:cxn>
                  <a:cxn ang="0">
                    <a:pos x="5" y="12"/>
                  </a:cxn>
                  <a:cxn ang="0">
                    <a:pos x="5" y="10"/>
                  </a:cxn>
                  <a:cxn ang="0">
                    <a:pos x="6" y="9"/>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5"/>
                  </a:cxn>
                  <a:cxn ang="0">
                    <a:pos x="16" y="6"/>
                  </a:cxn>
                  <a:cxn ang="0">
                    <a:pos x="14" y="18"/>
                  </a:cxn>
                  <a:cxn ang="0">
                    <a:pos x="13" y="20"/>
                  </a:cxn>
                  <a:cxn ang="0">
                    <a:pos x="13" y="20"/>
                  </a:cxn>
                  <a:cxn ang="0">
                    <a:pos x="13" y="20"/>
                  </a:cxn>
                  <a:cxn ang="0">
                    <a:pos x="13" y="20"/>
                  </a:cxn>
                  <a:cxn ang="0">
                    <a:pos x="13" y="20"/>
                  </a:cxn>
                  <a:cxn ang="0">
                    <a:pos x="13" y="20"/>
                  </a:cxn>
                  <a:cxn ang="0">
                    <a:pos x="13" y="20"/>
                  </a:cxn>
                  <a:cxn ang="0">
                    <a:pos x="13" y="20"/>
                  </a:cxn>
                  <a:cxn ang="0">
                    <a:pos x="12" y="19"/>
                  </a:cxn>
                  <a:cxn ang="0">
                    <a:pos x="5" y="12"/>
                  </a:cxn>
                  <a:cxn ang="0">
                    <a:pos x="4" y="13"/>
                  </a:cxn>
                  <a:cxn ang="0">
                    <a:pos x="2" y="14"/>
                  </a:cxn>
                  <a:cxn ang="0">
                    <a:pos x="9" y="22"/>
                  </a:cxn>
                  <a:cxn ang="0">
                    <a:pos x="13" y="24"/>
                  </a:cxn>
                  <a:cxn ang="0">
                    <a:pos x="16" y="23"/>
                  </a:cxn>
                  <a:cxn ang="0">
                    <a:pos x="18" y="19"/>
                  </a:cxn>
                  <a:cxn ang="0">
                    <a:pos x="20" y="7"/>
                  </a:cxn>
                  <a:cxn ang="0">
                    <a:pos x="21" y="5"/>
                  </a:cxn>
                  <a:cxn ang="0">
                    <a:pos x="20" y="2"/>
                  </a:cxn>
                  <a:cxn ang="0">
                    <a:pos x="16" y="0"/>
                  </a:cxn>
                  <a:cxn ang="0">
                    <a:pos x="14" y="0"/>
                  </a:cxn>
                  <a:cxn ang="0">
                    <a:pos x="4" y="5"/>
                  </a:cxn>
                  <a:cxn ang="0">
                    <a:pos x="0" y="10"/>
                  </a:cxn>
                  <a:cxn ang="0">
                    <a:pos x="2" y="14"/>
                  </a:cxn>
                  <a:cxn ang="0">
                    <a:pos x="4" y="13"/>
                  </a:cxn>
                </a:cxnLst>
                <a:rect l="0" t="0" r="r" b="b"/>
                <a:pathLst>
                  <a:path w="21" h="24">
                    <a:moveTo>
                      <a:pt x="4" y="13"/>
                    </a:moveTo>
                    <a:cubicBezTo>
                      <a:pt x="5" y="12"/>
                      <a:pt x="5" y="12"/>
                      <a:pt x="5" y="12"/>
                    </a:cubicBezTo>
                    <a:cubicBezTo>
                      <a:pt x="5" y="11"/>
                      <a:pt x="5" y="10"/>
                      <a:pt x="5" y="10"/>
                    </a:cubicBezTo>
                    <a:cubicBezTo>
                      <a:pt x="5" y="9"/>
                      <a:pt x="5" y="9"/>
                      <a:pt x="6" y="9"/>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5"/>
                      <a:pt x="16" y="5"/>
                      <a:pt x="16" y="5"/>
                    </a:cubicBezTo>
                    <a:cubicBezTo>
                      <a:pt x="16" y="6"/>
                      <a:pt x="16" y="6"/>
                      <a:pt x="16" y="6"/>
                    </a:cubicBezTo>
                    <a:cubicBezTo>
                      <a:pt x="14" y="18"/>
                      <a:pt x="14" y="18"/>
                      <a:pt x="14" y="18"/>
                    </a:cubicBezTo>
                    <a:cubicBezTo>
                      <a:pt x="13" y="19"/>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2" y="19"/>
                      <a:pt x="12" y="19"/>
                      <a:pt x="12" y="19"/>
                    </a:cubicBezTo>
                    <a:cubicBezTo>
                      <a:pt x="5" y="12"/>
                      <a:pt x="5" y="12"/>
                      <a:pt x="5" y="12"/>
                    </a:cubicBezTo>
                    <a:cubicBezTo>
                      <a:pt x="4" y="13"/>
                      <a:pt x="4" y="13"/>
                      <a:pt x="4" y="13"/>
                    </a:cubicBezTo>
                    <a:cubicBezTo>
                      <a:pt x="2" y="14"/>
                      <a:pt x="2" y="14"/>
                      <a:pt x="2" y="14"/>
                    </a:cubicBezTo>
                    <a:cubicBezTo>
                      <a:pt x="9" y="22"/>
                      <a:pt x="9" y="22"/>
                      <a:pt x="9" y="22"/>
                    </a:cubicBezTo>
                    <a:cubicBezTo>
                      <a:pt x="10" y="23"/>
                      <a:pt x="11" y="24"/>
                      <a:pt x="13" y="24"/>
                    </a:cubicBezTo>
                    <a:cubicBezTo>
                      <a:pt x="14" y="24"/>
                      <a:pt x="15" y="24"/>
                      <a:pt x="16" y="23"/>
                    </a:cubicBezTo>
                    <a:cubicBezTo>
                      <a:pt x="17" y="22"/>
                      <a:pt x="17" y="21"/>
                      <a:pt x="18" y="19"/>
                    </a:cubicBezTo>
                    <a:cubicBezTo>
                      <a:pt x="20" y="7"/>
                      <a:pt x="20" y="7"/>
                      <a:pt x="20" y="7"/>
                    </a:cubicBezTo>
                    <a:cubicBezTo>
                      <a:pt x="21" y="7"/>
                      <a:pt x="21" y="6"/>
                      <a:pt x="21" y="5"/>
                    </a:cubicBezTo>
                    <a:cubicBezTo>
                      <a:pt x="21" y="4"/>
                      <a:pt x="20" y="3"/>
                      <a:pt x="20" y="2"/>
                    </a:cubicBezTo>
                    <a:cubicBezTo>
                      <a:pt x="19" y="1"/>
                      <a:pt x="17" y="0"/>
                      <a:pt x="16" y="0"/>
                    </a:cubicBezTo>
                    <a:cubicBezTo>
                      <a:pt x="15" y="0"/>
                      <a:pt x="15" y="0"/>
                      <a:pt x="14" y="0"/>
                    </a:cubicBezTo>
                    <a:cubicBezTo>
                      <a:pt x="4" y="5"/>
                      <a:pt x="4" y="5"/>
                      <a:pt x="4" y="5"/>
                    </a:cubicBezTo>
                    <a:cubicBezTo>
                      <a:pt x="2" y="6"/>
                      <a:pt x="0" y="8"/>
                      <a:pt x="0" y="10"/>
                    </a:cubicBezTo>
                    <a:cubicBezTo>
                      <a:pt x="0" y="12"/>
                      <a:pt x="1" y="13"/>
                      <a:pt x="2" y="14"/>
                    </a:cubicBezTo>
                    <a:lnTo>
                      <a:pt x="4" y="13"/>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6" name="Freeform 292"/>
              <p:cNvSpPr>
                <a:spLocks/>
              </p:cNvSpPr>
              <p:nvPr/>
            </p:nvSpPr>
            <p:spPr bwMode="auto">
              <a:xfrm>
                <a:off x="-5054199" y="2553904"/>
                <a:ext cx="113134" cy="127909"/>
              </a:xfrm>
              <a:custGeom>
                <a:avLst/>
                <a:gdLst/>
                <a:ahLst/>
                <a:cxnLst>
                  <a:cxn ang="0">
                    <a:pos x="7" y="6"/>
                  </a:cxn>
                  <a:cxn ang="0">
                    <a:pos x="7" y="4"/>
                  </a:cxn>
                  <a:cxn ang="0">
                    <a:pos x="7" y="4"/>
                  </a:cxn>
                  <a:cxn ang="0">
                    <a:pos x="6" y="3"/>
                  </a:cxn>
                  <a:cxn ang="0">
                    <a:pos x="6" y="3"/>
                  </a:cxn>
                  <a:cxn ang="0">
                    <a:pos x="7" y="4"/>
                  </a:cxn>
                  <a:cxn ang="0">
                    <a:pos x="6" y="5"/>
                  </a:cxn>
                  <a:cxn ang="0">
                    <a:pos x="5" y="4"/>
                  </a:cxn>
                  <a:cxn ang="0">
                    <a:pos x="6" y="3"/>
                  </a:cxn>
                  <a:cxn ang="0">
                    <a:pos x="6" y="3"/>
                  </a:cxn>
                  <a:cxn ang="0">
                    <a:pos x="5" y="4"/>
                  </a:cxn>
                  <a:cxn ang="0">
                    <a:pos x="4" y="4"/>
                  </a:cxn>
                  <a:cxn ang="0">
                    <a:pos x="4" y="4"/>
                  </a:cxn>
                  <a:cxn ang="0">
                    <a:pos x="4" y="4"/>
                  </a:cxn>
                  <a:cxn ang="0">
                    <a:pos x="5" y="6"/>
                  </a:cxn>
                  <a:cxn ang="0">
                    <a:pos x="7" y="14"/>
                  </a:cxn>
                  <a:cxn ang="0">
                    <a:pos x="15" y="21"/>
                  </a:cxn>
                  <a:cxn ang="0">
                    <a:pos x="23" y="24"/>
                  </a:cxn>
                  <a:cxn ang="0">
                    <a:pos x="24" y="24"/>
                  </a:cxn>
                  <a:cxn ang="0">
                    <a:pos x="24" y="24"/>
                  </a:cxn>
                  <a:cxn ang="0">
                    <a:pos x="24" y="24"/>
                  </a:cxn>
                  <a:cxn ang="0">
                    <a:pos x="24" y="24"/>
                  </a:cxn>
                  <a:cxn ang="0">
                    <a:pos x="24" y="24"/>
                  </a:cxn>
                  <a:cxn ang="0">
                    <a:pos x="24" y="24"/>
                  </a:cxn>
                  <a:cxn ang="0">
                    <a:pos x="25" y="27"/>
                  </a:cxn>
                  <a:cxn ang="0">
                    <a:pos x="25" y="29"/>
                  </a:cxn>
                  <a:cxn ang="0">
                    <a:pos x="19" y="29"/>
                  </a:cxn>
                  <a:cxn ang="0">
                    <a:pos x="7" y="22"/>
                  </a:cxn>
                  <a:cxn ang="0">
                    <a:pos x="5" y="17"/>
                  </a:cxn>
                  <a:cxn ang="0">
                    <a:pos x="7" y="6"/>
                  </a:cxn>
                  <a:cxn ang="0">
                    <a:pos x="3" y="5"/>
                  </a:cxn>
                  <a:cxn ang="0">
                    <a:pos x="0" y="17"/>
                  </a:cxn>
                  <a:cxn ang="0">
                    <a:pos x="5" y="26"/>
                  </a:cxn>
                  <a:cxn ang="0">
                    <a:pos x="18" y="33"/>
                  </a:cxn>
                  <a:cxn ang="0">
                    <a:pos x="28" y="32"/>
                  </a:cxn>
                  <a:cxn ang="0">
                    <a:pos x="30" y="26"/>
                  </a:cxn>
                  <a:cxn ang="0">
                    <a:pos x="24" y="20"/>
                  </a:cxn>
                  <a:cxn ang="0">
                    <a:pos x="23" y="20"/>
                  </a:cxn>
                  <a:cxn ang="0">
                    <a:pos x="20" y="19"/>
                  </a:cxn>
                  <a:cxn ang="0">
                    <a:pos x="13" y="15"/>
                  </a:cxn>
                  <a:cxn ang="0">
                    <a:pos x="9" y="7"/>
                  </a:cxn>
                  <a:cxn ang="0">
                    <a:pos x="8" y="3"/>
                  </a:cxn>
                  <a:cxn ang="0">
                    <a:pos x="7" y="1"/>
                  </a:cxn>
                  <a:cxn ang="0">
                    <a:pos x="5" y="1"/>
                  </a:cxn>
                  <a:cxn ang="0">
                    <a:pos x="3" y="5"/>
                  </a:cxn>
                </a:cxnLst>
                <a:rect l="0" t="0" r="r" b="b"/>
                <a:pathLst>
                  <a:path w="30" h="34">
                    <a:moveTo>
                      <a:pt x="5" y="5"/>
                    </a:moveTo>
                    <a:cubicBezTo>
                      <a:pt x="7" y="6"/>
                      <a:pt x="7" y="6"/>
                      <a:pt x="7" y="6"/>
                    </a:cubicBezTo>
                    <a:cubicBezTo>
                      <a:pt x="7" y="5"/>
                      <a:pt x="7" y="4"/>
                      <a:pt x="7" y="4"/>
                    </a:cubicBezTo>
                    <a:cubicBezTo>
                      <a:pt x="7" y="4"/>
                      <a:pt x="7" y="4"/>
                      <a:pt x="7" y="4"/>
                    </a:cubicBezTo>
                    <a:cubicBezTo>
                      <a:pt x="6" y="3"/>
                      <a:pt x="6" y="3"/>
                      <a:pt x="6" y="3"/>
                    </a:cubicBezTo>
                    <a:cubicBezTo>
                      <a:pt x="7" y="4"/>
                      <a:pt x="7" y="4"/>
                      <a:pt x="7" y="4"/>
                    </a:cubicBezTo>
                    <a:cubicBezTo>
                      <a:pt x="7" y="4"/>
                      <a:pt x="7" y="4"/>
                      <a:pt x="7" y="4"/>
                    </a:cubicBezTo>
                    <a:cubicBezTo>
                      <a:pt x="6" y="3"/>
                      <a:pt x="6" y="3"/>
                      <a:pt x="6" y="3"/>
                    </a:cubicBezTo>
                    <a:cubicBezTo>
                      <a:pt x="7" y="4"/>
                      <a:pt x="7" y="4"/>
                      <a:pt x="7" y="4"/>
                    </a:cubicBezTo>
                    <a:cubicBezTo>
                      <a:pt x="6" y="3"/>
                      <a:pt x="6" y="3"/>
                      <a:pt x="6" y="3"/>
                    </a:cubicBezTo>
                    <a:cubicBezTo>
                      <a:pt x="6" y="5"/>
                      <a:pt x="6" y="5"/>
                      <a:pt x="6" y="5"/>
                    </a:cubicBezTo>
                    <a:cubicBezTo>
                      <a:pt x="7" y="4"/>
                      <a:pt x="7" y="4"/>
                      <a:pt x="7" y="4"/>
                    </a:cubicBezTo>
                    <a:cubicBezTo>
                      <a:pt x="6" y="3"/>
                      <a:pt x="6" y="3"/>
                      <a:pt x="6" y="3"/>
                    </a:cubicBezTo>
                    <a:cubicBezTo>
                      <a:pt x="6" y="5"/>
                      <a:pt x="6" y="5"/>
                      <a:pt x="6" y="5"/>
                    </a:cubicBezTo>
                    <a:cubicBezTo>
                      <a:pt x="6" y="3"/>
                      <a:pt x="6" y="3"/>
                      <a:pt x="6" y="3"/>
                    </a:cubicBezTo>
                    <a:cubicBezTo>
                      <a:pt x="5" y="4"/>
                      <a:pt x="5" y="4"/>
                      <a:pt x="5" y="4"/>
                    </a:cubicBezTo>
                    <a:cubicBezTo>
                      <a:pt x="5" y="5"/>
                      <a:pt x="5" y="5"/>
                      <a:pt x="6" y="5"/>
                    </a:cubicBezTo>
                    <a:cubicBezTo>
                      <a:pt x="6" y="3"/>
                      <a:pt x="6" y="3"/>
                      <a:pt x="6" y="3"/>
                    </a:cubicBezTo>
                    <a:cubicBezTo>
                      <a:pt x="5" y="4"/>
                      <a:pt x="5" y="4"/>
                      <a:pt x="5" y="4"/>
                    </a:cubicBezTo>
                    <a:cubicBezTo>
                      <a:pt x="6" y="3"/>
                      <a:pt x="6" y="3"/>
                      <a:pt x="6" y="3"/>
                    </a:cubicBezTo>
                    <a:cubicBezTo>
                      <a:pt x="4" y="4"/>
                      <a:pt x="4" y="4"/>
                      <a:pt x="4" y="4"/>
                    </a:cubicBezTo>
                    <a:cubicBezTo>
                      <a:pt x="4" y="4"/>
                      <a:pt x="4" y="4"/>
                      <a:pt x="5" y="4"/>
                    </a:cubicBezTo>
                    <a:cubicBezTo>
                      <a:pt x="6" y="3"/>
                      <a:pt x="6" y="3"/>
                      <a:pt x="6"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5"/>
                      <a:pt x="5" y="6"/>
                    </a:cubicBezTo>
                    <a:cubicBezTo>
                      <a:pt x="5" y="8"/>
                      <a:pt x="5" y="8"/>
                      <a:pt x="5" y="8"/>
                    </a:cubicBezTo>
                    <a:cubicBezTo>
                      <a:pt x="5" y="10"/>
                      <a:pt x="6" y="12"/>
                      <a:pt x="7" y="14"/>
                    </a:cubicBezTo>
                    <a:cubicBezTo>
                      <a:pt x="8" y="16"/>
                      <a:pt x="9" y="18"/>
                      <a:pt x="11" y="19"/>
                    </a:cubicBezTo>
                    <a:cubicBezTo>
                      <a:pt x="15" y="21"/>
                      <a:pt x="15" y="21"/>
                      <a:pt x="15" y="21"/>
                    </a:cubicBezTo>
                    <a:cubicBezTo>
                      <a:pt x="16" y="22"/>
                      <a:pt x="17" y="23"/>
                      <a:pt x="19" y="23"/>
                    </a:cubicBezTo>
                    <a:cubicBezTo>
                      <a:pt x="20" y="24"/>
                      <a:pt x="22" y="24"/>
                      <a:pt x="23"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5" y="25"/>
                    </a:cubicBezTo>
                    <a:cubicBezTo>
                      <a:pt x="25" y="25"/>
                      <a:pt x="25" y="26"/>
                      <a:pt x="25" y="27"/>
                    </a:cubicBezTo>
                    <a:cubicBezTo>
                      <a:pt x="26" y="27"/>
                      <a:pt x="26" y="27"/>
                      <a:pt x="26" y="27"/>
                    </a:cubicBezTo>
                    <a:cubicBezTo>
                      <a:pt x="26" y="28"/>
                      <a:pt x="25" y="29"/>
                      <a:pt x="25" y="29"/>
                    </a:cubicBezTo>
                    <a:cubicBezTo>
                      <a:pt x="25" y="30"/>
                      <a:pt x="24" y="30"/>
                      <a:pt x="24" y="30"/>
                    </a:cubicBezTo>
                    <a:cubicBezTo>
                      <a:pt x="22" y="30"/>
                      <a:pt x="21" y="29"/>
                      <a:pt x="19" y="29"/>
                    </a:cubicBezTo>
                    <a:cubicBezTo>
                      <a:pt x="18" y="29"/>
                      <a:pt x="16" y="28"/>
                      <a:pt x="15" y="27"/>
                    </a:cubicBezTo>
                    <a:cubicBezTo>
                      <a:pt x="7" y="22"/>
                      <a:pt x="7" y="22"/>
                      <a:pt x="7" y="22"/>
                    </a:cubicBezTo>
                    <a:cubicBezTo>
                      <a:pt x="7" y="22"/>
                      <a:pt x="6" y="21"/>
                      <a:pt x="5" y="20"/>
                    </a:cubicBezTo>
                    <a:cubicBezTo>
                      <a:pt x="5" y="19"/>
                      <a:pt x="5" y="18"/>
                      <a:pt x="5" y="17"/>
                    </a:cubicBezTo>
                    <a:cubicBezTo>
                      <a:pt x="5" y="16"/>
                      <a:pt x="5" y="16"/>
                      <a:pt x="5" y="15"/>
                    </a:cubicBezTo>
                    <a:cubicBezTo>
                      <a:pt x="7" y="6"/>
                      <a:pt x="7" y="6"/>
                      <a:pt x="7" y="6"/>
                    </a:cubicBezTo>
                    <a:cubicBezTo>
                      <a:pt x="5" y="5"/>
                      <a:pt x="5" y="5"/>
                      <a:pt x="5" y="5"/>
                    </a:cubicBezTo>
                    <a:cubicBezTo>
                      <a:pt x="3" y="5"/>
                      <a:pt x="3" y="5"/>
                      <a:pt x="3" y="5"/>
                    </a:cubicBezTo>
                    <a:cubicBezTo>
                      <a:pt x="1" y="14"/>
                      <a:pt x="1" y="14"/>
                      <a:pt x="1" y="14"/>
                    </a:cubicBezTo>
                    <a:cubicBezTo>
                      <a:pt x="0" y="15"/>
                      <a:pt x="0" y="16"/>
                      <a:pt x="0" y="17"/>
                    </a:cubicBezTo>
                    <a:cubicBezTo>
                      <a:pt x="0" y="18"/>
                      <a:pt x="1" y="20"/>
                      <a:pt x="2" y="22"/>
                    </a:cubicBezTo>
                    <a:cubicBezTo>
                      <a:pt x="2" y="24"/>
                      <a:pt x="3" y="25"/>
                      <a:pt x="5" y="26"/>
                    </a:cubicBezTo>
                    <a:cubicBezTo>
                      <a:pt x="13" y="31"/>
                      <a:pt x="13" y="31"/>
                      <a:pt x="13" y="31"/>
                    </a:cubicBezTo>
                    <a:cubicBezTo>
                      <a:pt x="14" y="32"/>
                      <a:pt x="16" y="33"/>
                      <a:pt x="18" y="33"/>
                    </a:cubicBezTo>
                    <a:cubicBezTo>
                      <a:pt x="20" y="34"/>
                      <a:pt x="22" y="34"/>
                      <a:pt x="24" y="34"/>
                    </a:cubicBezTo>
                    <a:cubicBezTo>
                      <a:pt x="25" y="34"/>
                      <a:pt x="27" y="33"/>
                      <a:pt x="28" y="32"/>
                    </a:cubicBezTo>
                    <a:cubicBezTo>
                      <a:pt x="29" y="31"/>
                      <a:pt x="30" y="29"/>
                      <a:pt x="30" y="27"/>
                    </a:cubicBezTo>
                    <a:cubicBezTo>
                      <a:pt x="30" y="27"/>
                      <a:pt x="30" y="27"/>
                      <a:pt x="30" y="26"/>
                    </a:cubicBezTo>
                    <a:cubicBezTo>
                      <a:pt x="29" y="25"/>
                      <a:pt x="29" y="23"/>
                      <a:pt x="28" y="22"/>
                    </a:cubicBezTo>
                    <a:cubicBezTo>
                      <a:pt x="27" y="21"/>
                      <a:pt x="26" y="20"/>
                      <a:pt x="24" y="20"/>
                    </a:cubicBezTo>
                    <a:cubicBezTo>
                      <a:pt x="23" y="20"/>
                      <a:pt x="23" y="20"/>
                      <a:pt x="23" y="20"/>
                    </a:cubicBezTo>
                    <a:cubicBezTo>
                      <a:pt x="23" y="20"/>
                      <a:pt x="23" y="20"/>
                      <a:pt x="23" y="20"/>
                    </a:cubicBezTo>
                    <a:cubicBezTo>
                      <a:pt x="23" y="20"/>
                      <a:pt x="23" y="20"/>
                      <a:pt x="23" y="20"/>
                    </a:cubicBezTo>
                    <a:cubicBezTo>
                      <a:pt x="22" y="20"/>
                      <a:pt x="21" y="20"/>
                      <a:pt x="20" y="19"/>
                    </a:cubicBezTo>
                    <a:cubicBezTo>
                      <a:pt x="19" y="19"/>
                      <a:pt x="18" y="18"/>
                      <a:pt x="17" y="18"/>
                    </a:cubicBezTo>
                    <a:cubicBezTo>
                      <a:pt x="13" y="15"/>
                      <a:pt x="13" y="15"/>
                      <a:pt x="13" y="15"/>
                    </a:cubicBezTo>
                    <a:cubicBezTo>
                      <a:pt x="13" y="15"/>
                      <a:pt x="12" y="14"/>
                      <a:pt x="11" y="12"/>
                    </a:cubicBezTo>
                    <a:cubicBezTo>
                      <a:pt x="10" y="10"/>
                      <a:pt x="9" y="9"/>
                      <a:pt x="9" y="7"/>
                    </a:cubicBezTo>
                    <a:cubicBezTo>
                      <a:pt x="9" y="5"/>
                      <a:pt x="9" y="5"/>
                      <a:pt x="9" y="5"/>
                    </a:cubicBezTo>
                    <a:cubicBezTo>
                      <a:pt x="9" y="4"/>
                      <a:pt x="9" y="3"/>
                      <a:pt x="8" y="3"/>
                    </a:cubicBezTo>
                    <a:cubicBezTo>
                      <a:pt x="8" y="2"/>
                      <a:pt x="8" y="2"/>
                      <a:pt x="8" y="1"/>
                    </a:cubicBezTo>
                    <a:cubicBezTo>
                      <a:pt x="7" y="1"/>
                      <a:pt x="7" y="1"/>
                      <a:pt x="7" y="1"/>
                    </a:cubicBezTo>
                    <a:cubicBezTo>
                      <a:pt x="6" y="0"/>
                      <a:pt x="6" y="0"/>
                      <a:pt x="6" y="0"/>
                    </a:cubicBezTo>
                    <a:cubicBezTo>
                      <a:pt x="5" y="0"/>
                      <a:pt x="5" y="1"/>
                      <a:pt x="5" y="1"/>
                    </a:cubicBezTo>
                    <a:cubicBezTo>
                      <a:pt x="4" y="1"/>
                      <a:pt x="4" y="1"/>
                      <a:pt x="4" y="2"/>
                    </a:cubicBezTo>
                    <a:cubicBezTo>
                      <a:pt x="3" y="3"/>
                      <a:pt x="3" y="4"/>
                      <a:pt x="3" y="5"/>
                    </a:cubicBezTo>
                    <a:lnTo>
                      <a:pt x="5" y="5"/>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7" name="Freeform 293"/>
              <p:cNvSpPr>
                <a:spLocks/>
              </p:cNvSpPr>
              <p:nvPr/>
            </p:nvSpPr>
            <p:spPr bwMode="auto">
              <a:xfrm>
                <a:off x="-5126413" y="2482569"/>
                <a:ext cx="52957" cy="61496"/>
              </a:xfrm>
              <a:custGeom>
                <a:avLst/>
                <a:gdLst/>
                <a:ahLst/>
                <a:cxnLst>
                  <a:cxn ang="0">
                    <a:pos x="2" y="8"/>
                  </a:cxn>
                  <a:cxn ang="0">
                    <a:pos x="4" y="8"/>
                  </a:cxn>
                  <a:cxn ang="0">
                    <a:pos x="5" y="6"/>
                  </a:cxn>
                  <a:cxn ang="0">
                    <a:pos x="7" y="4"/>
                  </a:cxn>
                  <a:cxn ang="0">
                    <a:pos x="9" y="5"/>
                  </a:cxn>
                  <a:cxn ang="0">
                    <a:pos x="10" y="8"/>
                  </a:cxn>
                  <a:cxn ang="0">
                    <a:pos x="10" y="8"/>
                  </a:cxn>
                  <a:cxn ang="0">
                    <a:pos x="8" y="11"/>
                  </a:cxn>
                  <a:cxn ang="0">
                    <a:pos x="6" y="12"/>
                  </a:cxn>
                  <a:cxn ang="0">
                    <a:pos x="5" y="11"/>
                  </a:cxn>
                  <a:cxn ang="0">
                    <a:pos x="4" y="9"/>
                  </a:cxn>
                  <a:cxn ang="0">
                    <a:pos x="4" y="8"/>
                  </a:cxn>
                  <a:cxn ang="0">
                    <a:pos x="2" y="8"/>
                  </a:cxn>
                  <a:cxn ang="0">
                    <a:pos x="0" y="8"/>
                  </a:cxn>
                  <a:cxn ang="0">
                    <a:pos x="0" y="9"/>
                  </a:cxn>
                  <a:cxn ang="0">
                    <a:pos x="2" y="14"/>
                  </a:cxn>
                  <a:cxn ang="0">
                    <a:pos x="6" y="16"/>
                  </a:cxn>
                  <a:cxn ang="0">
                    <a:pos x="12" y="14"/>
                  </a:cxn>
                  <a:cxn ang="0">
                    <a:pos x="14" y="8"/>
                  </a:cxn>
                  <a:cxn ang="0">
                    <a:pos x="14" y="8"/>
                  </a:cxn>
                  <a:cxn ang="0">
                    <a:pos x="12" y="3"/>
                  </a:cxn>
                  <a:cxn ang="0">
                    <a:pos x="7" y="0"/>
                  </a:cxn>
                  <a:cxn ang="0">
                    <a:pos x="2" y="3"/>
                  </a:cxn>
                  <a:cxn ang="0">
                    <a:pos x="0" y="8"/>
                  </a:cxn>
                  <a:cxn ang="0">
                    <a:pos x="2" y="8"/>
                  </a:cxn>
                </a:cxnLst>
                <a:rect l="0" t="0" r="r" b="b"/>
                <a:pathLst>
                  <a:path w="14" h="16">
                    <a:moveTo>
                      <a:pt x="2" y="8"/>
                    </a:moveTo>
                    <a:cubicBezTo>
                      <a:pt x="4" y="8"/>
                      <a:pt x="4" y="8"/>
                      <a:pt x="4" y="8"/>
                    </a:cubicBezTo>
                    <a:cubicBezTo>
                      <a:pt x="4" y="7"/>
                      <a:pt x="5" y="6"/>
                      <a:pt x="5" y="6"/>
                    </a:cubicBezTo>
                    <a:cubicBezTo>
                      <a:pt x="6" y="5"/>
                      <a:pt x="7" y="4"/>
                      <a:pt x="7" y="4"/>
                    </a:cubicBezTo>
                    <a:cubicBezTo>
                      <a:pt x="8" y="4"/>
                      <a:pt x="8" y="5"/>
                      <a:pt x="9" y="5"/>
                    </a:cubicBezTo>
                    <a:cubicBezTo>
                      <a:pt x="9" y="6"/>
                      <a:pt x="10" y="7"/>
                      <a:pt x="10" y="8"/>
                    </a:cubicBezTo>
                    <a:cubicBezTo>
                      <a:pt x="10" y="8"/>
                      <a:pt x="10" y="8"/>
                      <a:pt x="10" y="8"/>
                    </a:cubicBezTo>
                    <a:cubicBezTo>
                      <a:pt x="10" y="9"/>
                      <a:pt x="9" y="10"/>
                      <a:pt x="8" y="11"/>
                    </a:cubicBezTo>
                    <a:cubicBezTo>
                      <a:pt x="8" y="12"/>
                      <a:pt x="7" y="12"/>
                      <a:pt x="6" y="12"/>
                    </a:cubicBezTo>
                    <a:cubicBezTo>
                      <a:pt x="6" y="12"/>
                      <a:pt x="5" y="12"/>
                      <a:pt x="5" y="11"/>
                    </a:cubicBezTo>
                    <a:cubicBezTo>
                      <a:pt x="4" y="11"/>
                      <a:pt x="4" y="10"/>
                      <a:pt x="4" y="9"/>
                    </a:cubicBezTo>
                    <a:cubicBezTo>
                      <a:pt x="4" y="8"/>
                      <a:pt x="4" y="8"/>
                      <a:pt x="4" y="8"/>
                    </a:cubicBezTo>
                    <a:cubicBezTo>
                      <a:pt x="2" y="8"/>
                      <a:pt x="2" y="8"/>
                      <a:pt x="2" y="8"/>
                    </a:cubicBezTo>
                    <a:cubicBezTo>
                      <a:pt x="0" y="8"/>
                      <a:pt x="0" y="8"/>
                      <a:pt x="0" y="8"/>
                    </a:cubicBezTo>
                    <a:cubicBezTo>
                      <a:pt x="0" y="9"/>
                      <a:pt x="0" y="9"/>
                      <a:pt x="0" y="9"/>
                    </a:cubicBezTo>
                    <a:cubicBezTo>
                      <a:pt x="0" y="11"/>
                      <a:pt x="0" y="13"/>
                      <a:pt x="2" y="14"/>
                    </a:cubicBezTo>
                    <a:cubicBezTo>
                      <a:pt x="3" y="15"/>
                      <a:pt x="4" y="16"/>
                      <a:pt x="6" y="16"/>
                    </a:cubicBezTo>
                    <a:cubicBezTo>
                      <a:pt x="9" y="16"/>
                      <a:pt x="10" y="15"/>
                      <a:pt x="12" y="14"/>
                    </a:cubicBezTo>
                    <a:cubicBezTo>
                      <a:pt x="13" y="12"/>
                      <a:pt x="14" y="11"/>
                      <a:pt x="14" y="8"/>
                    </a:cubicBezTo>
                    <a:cubicBezTo>
                      <a:pt x="14" y="8"/>
                      <a:pt x="14" y="8"/>
                      <a:pt x="14" y="8"/>
                    </a:cubicBezTo>
                    <a:cubicBezTo>
                      <a:pt x="14" y="6"/>
                      <a:pt x="13" y="4"/>
                      <a:pt x="12" y="3"/>
                    </a:cubicBezTo>
                    <a:cubicBezTo>
                      <a:pt x="11" y="1"/>
                      <a:pt x="9" y="0"/>
                      <a:pt x="7" y="0"/>
                    </a:cubicBezTo>
                    <a:cubicBezTo>
                      <a:pt x="5" y="0"/>
                      <a:pt x="3" y="1"/>
                      <a:pt x="2" y="3"/>
                    </a:cubicBezTo>
                    <a:cubicBezTo>
                      <a:pt x="1" y="4"/>
                      <a:pt x="0" y="6"/>
                      <a:pt x="0" y="8"/>
                    </a:cubicBezTo>
                    <a:lnTo>
                      <a:pt x="2" y="8"/>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8" name="Freeform 294"/>
              <p:cNvSpPr>
                <a:spLocks/>
              </p:cNvSpPr>
              <p:nvPr/>
            </p:nvSpPr>
            <p:spPr bwMode="auto">
              <a:xfrm>
                <a:off x="-4844781" y="3505842"/>
                <a:ext cx="117949" cy="98392"/>
              </a:xfrm>
              <a:custGeom>
                <a:avLst/>
                <a:gdLst/>
                <a:ahLst/>
                <a:cxnLst>
                  <a:cxn ang="0">
                    <a:pos x="4" y="6"/>
                  </a:cxn>
                  <a:cxn ang="0">
                    <a:pos x="5" y="4"/>
                  </a:cxn>
                  <a:cxn ang="0">
                    <a:pos x="4" y="4"/>
                  </a:cxn>
                  <a:cxn ang="0">
                    <a:pos x="4" y="3"/>
                  </a:cxn>
                  <a:cxn ang="0">
                    <a:pos x="4" y="4"/>
                  </a:cxn>
                  <a:cxn ang="0">
                    <a:pos x="4" y="4"/>
                  </a:cxn>
                  <a:cxn ang="0">
                    <a:pos x="4" y="3"/>
                  </a:cxn>
                  <a:cxn ang="0">
                    <a:pos x="4" y="4"/>
                  </a:cxn>
                  <a:cxn ang="0">
                    <a:pos x="4" y="4"/>
                  </a:cxn>
                  <a:cxn ang="0">
                    <a:pos x="3" y="4"/>
                  </a:cxn>
                  <a:cxn ang="0">
                    <a:pos x="4" y="5"/>
                  </a:cxn>
                  <a:cxn ang="0">
                    <a:pos x="4" y="4"/>
                  </a:cxn>
                  <a:cxn ang="0">
                    <a:pos x="3" y="4"/>
                  </a:cxn>
                  <a:cxn ang="0">
                    <a:pos x="4" y="5"/>
                  </a:cxn>
                  <a:cxn ang="0">
                    <a:pos x="3" y="4"/>
                  </a:cxn>
                  <a:cxn ang="0">
                    <a:pos x="4" y="5"/>
                  </a:cxn>
                  <a:cxn ang="0">
                    <a:pos x="4" y="5"/>
                  </a:cxn>
                  <a:cxn ang="0">
                    <a:pos x="3" y="4"/>
                  </a:cxn>
                  <a:cxn ang="0">
                    <a:pos x="4" y="5"/>
                  </a:cxn>
                  <a:cxn ang="0">
                    <a:pos x="4" y="5"/>
                  </a:cxn>
                  <a:cxn ang="0">
                    <a:pos x="4" y="5"/>
                  </a:cxn>
                  <a:cxn ang="0">
                    <a:pos x="15" y="6"/>
                  </a:cxn>
                  <a:cxn ang="0">
                    <a:pos x="18" y="8"/>
                  </a:cxn>
                  <a:cxn ang="0">
                    <a:pos x="22" y="11"/>
                  </a:cxn>
                  <a:cxn ang="0">
                    <a:pos x="26" y="17"/>
                  </a:cxn>
                  <a:cxn ang="0">
                    <a:pos x="27" y="19"/>
                  </a:cxn>
                  <a:cxn ang="0">
                    <a:pos x="26" y="21"/>
                  </a:cxn>
                  <a:cxn ang="0">
                    <a:pos x="25" y="22"/>
                  </a:cxn>
                  <a:cxn ang="0">
                    <a:pos x="21" y="20"/>
                  </a:cxn>
                  <a:cxn ang="0">
                    <a:pos x="5" y="4"/>
                  </a:cxn>
                  <a:cxn ang="0">
                    <a:pos x="4" y="6"/>
                  </a:cxn>
                  <a:cxn ang="0">
                    <a:pos x="2" y="7"/>
                  </a:cxn>
                  <a:cxn ang="0">
                    <a:pos x="18" y="23"/>
                  </a:cxn>
                  <a:cxn ang="0">
                    <a:pos x="25" y="26"/>
                  </a:cxn>
                  <a:cxn ang="0">
                    <a:pos x="29" y="25"/>
                  </a:cxn>
                  <a:cxn ang="0">
                    <a:pos x="31" y="19"/>
                  </a:cxn>
                  <a:cxn ang="0">
                    <a:pos x="30" y="14"/>
                  </a:cxn>
                  <a:cxn ang="0">
                    <a:pos x="25" y="9"/>
                  </a:cxn>
                  <a:cxn ang="0">
                    <a:pos x="21" y="4"/>
                  </a:cxn>
                  <a:cxn ang="0">
                    <a:pos x="15" y="2"/>
                  </a:cxn>
                  <a:cxn ang="0">
                    <a:pos x="5" y="1"/>
                  </a:cxn>
                  <a:cxn ang="0">
                    <a:pos x="4" y="0"/>
                  </a:cxn>
                  <a:cxn ang="0">
                    <a:pos x="1" y="1"/>
                  </a:cxn>
                  <a:cxn ang="0">
                    <a:pos x="0" y="4"/>
                  </a:cxn>
                  <a:cxn ang="0">
                    <a:pos x="1" y="6"/>
                  </a:cxn>
                  <a:cxn ang="0">
                    <a:pos x="2" y="7"/>
                  </a:cxn>
                  <a:cxn ang="0">
                    <a:pos x="4" y="6"/>
                  </a:cxn>
                </a:cxnLst>
                <a:rect l="0" t="0" r="r" b="b"/>
                <a:pathLst>
                  <a:path w="31" h="26">
                    <a:moveTo>
                      <a:pt x="4" y="6"/>
                    </a:moveTo>
                    <a:cubicBezTo>
                      <a:pt x="5" y="4"/>
                      <a:pt x="5" y="4"/>
                      <a:pt x="5" y="4"/>
                    </a:cubicBezTo>
                    <a:cubicBezTo>
                      <a:pt x="5" y="4"/>
                      <a:pt x="5"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3" y="4"/>
                      <a:pt x="3" y="4"/>
                      <a:pt x="3" y="4"/>
                    </a:cubicBezTo>
                    <a:cubicBezTo>
                      <a:pt x="4" y="5"/>
                      <a:pt x="4" y="5"/>
                      <a:pt x="4" y="5"/>
                    </a:cubicBezTo>
                    <a:cubicBezTo>
                      <a:pt x="4" y="4"/>
                      <a:pt x="4" y="4"/>
                      <a:pt x="4" y="4"/>
                    </a:cubicBezTo>
                    <a:cubicBezTo>
                      <a:pt x="3" y="4"/>
                      <a:pt x="3" y="4"/>
                      <a:pt x="3" y="4"/>
                    </a:cubicBezTo>
                    <a:cubicBezTo>
                      <a:pt x="4" y="5"/>
                      <a:pt x="4" y="5"/>
                      <a:pt x="4" y="5"/>
                    </a:cubicBezTo>
                    <a:cubicBezTo>
                      <a:pt x="3" y="4"/>
                      <a:pt x="3" y="4"/>
                      <a:pt x="3" y="4"/>
                    </a:cubicBezTo>
                    <a:cubicBezTo>
                      <a:pt x="4" y="5"/>
                      <a:pt x="4" y="5"/>
                      <a:pt x="4" y="5"/>
                    </a:cubicBezTo>
                    <a:cubicBezTo>
                      <a:pt x="4" y="5"/>
                      <a:pt x="4" y="5"/>
                      <a:pt x="4" y="5"/>
                    </a:cubicBezTo>
                    <a:cubicBezTo>
                      <a:pt x="3" y="4"/>
                      <a:pt x="3" y="4"/>
                      <a:pt x="3" y="4"/>
                    </a:cubicBezTo>
                    <a:cubicBezTo>
                      <a:pt x="4" y="5"/>
                      <a:pt x="4" y="5"/>
                      <a:pt x="4" y="5"/>
                    </a:cubicBezTo>
                    <a:cubicBezTo>
                      <a:pt x="4" y="5"/>
                      <a:pt x="4" y="5"/>
                      <a:pt x="4" y="5"/>
                    </a:cubicBezTo>
                    <a:cubicBezTo>
                      <a:pt x="4" y="5"/>
                      <a:pt x="4" y="5"/>
                      <a:pt x="4" y="5"/>
                    </a:cubicBezTo>
                    <a:cubicBezTo>
                      <a:pt x="15" y="6"/>
                      <a:pt x="15" y="6"/>
                      <a:pt x="15" y="6"/>
                    </a:cubicBezTo>
                    <a:cubicBezTo>
                      <a:pt x="16" y="7"/>
                      <a:pt x="17" y="7"/>
                      <a:pt x="18" y="8"/>
                    </a:cubicBezTo>
                    <a:cubicBezTo>
                      <a:pt x="20" y="9"/>
                      <a:pt x="21" y="10"/>
                      <a:pt x="22" y="11"/>
                    </a:cubicBezTo>
                    <a:cubicBezTo>
                      <a:pt x="26" y="17"/>
                      <a:pt x="26" y="17"/>
                      <a:pt x="26" y="17"/>
                    </a:cubicBezTo>
                    <a:cubicBezTo>
                      <a:pt x="27" y="18"/>
                      <a:pt x="27" y="18"/>
                      <a:pt x="27" y="19"/>
                    </a:cubicBezTo>
                    <a:cubicBezTo>
                      <a:pt x="27" y="20"/>
                      <a:pt x="27" y="21"/>
                      <a:pt x="26" y="21"/>
                    </a:cubicBezTo>
                    <a:cubicBezTo>
                      <a:pt x="25" y="22"/>
                      <a:pt x="25" y="22"/>
                      <a:pt x="25" y="22"/>
                    </a:cubicBezTo>
                    <a:cubicBezTo>
                      <a:pt x="23" y="22"/>
                      <a:pt x="22" y="21"/>
                      <a:pt x="21" y="20"/>
                    </a:cubicBezTo>
                    <a:cubicBezTo>
                      <a:pt x="5" y="4"/>
                      <a:pt x="5" y="4"/>
                      <a:pt x="5" y="4"/>
                    </a:cubicBezTo>
                    <a:cubicBezTo>
                      <a:pt x="4" y="6"/>
                      <a:pt x="4" y="6"/>
                      <a:pt x="4" y="6"/>
                    </a:cubicBezTo>
                    <a:cubicBezTo>
                      <a:pt x="2" y="7"/>
                      <a:pt x="2" y="7"/>
                      <a:pt x="2" y="7"/>
                    </a:cubicBezTo>
                    <a:cubicBezTo>
                      <a:pt x="18" y="23"/>
                      <a:pt x="18" y="23"/>
                      <a:pt x="18" y="23"/>
                    </a:cubicBezTo>
                    <a:cubicBezTo>
                      <a:pt x="20" y="25"/>
                      <a:pt x="22" y="26"/>
                      <a:pt x="25" y="26"/>
                    </a:cubicBezTo>
                    <a:cubicBezTo>
                      <a:pt x="26" y="26"/>
                      <a:pt x="28" y="25"/>
                      <a:pt x="29" y="25"/>
                    </a:cubicBezTo>
                    <a:cubicBezTo>
                      <a:pt x="31" y="23"/>
                      <a:pt x="31" y="21"/>
                      <a:pt x="31" y="19"/>
                    </a:cubicBezTo>
                    <a:cubicBezTo>
                      <a:pt x="31" y="17"/>
                      <a:pt x="31" y="16"/>
                      <a:pt x="30" y="14"/>
                    </a:cubicBezTo>
                    <a:cubicBezTo>
                      <a:pt x="25" y="9"/>
                      <a:pt x="25" y="9"/>
                      <a:pt x="25" y="9"/>
                    </a:cubicBezTo>
                    <a:cubicBezTo>
                      <a:pt x="24" y="7"/>
                      <a:pt x="23" y="6"/>
                      <a:pt x="21" y="4"/>
                    </a:cubicBezTo>
                    <a:cubicBezTo>
                      <a:pt x="19" y="3"/>
                      <a:pt x="17" y="2"/>
                      <a:pt x="15" y="2"/>
                    </a:cubicBezTo>
                    <a:cubicBezTo>
                      <a:pt x="5" y="1"/>
                      <a:pt x="5" y="1"/>
                      <a:pt x="5" y="1"/>
                    </a:cubicBezTo>
                    <a:cubicBezTo>
                      <a:pt x="4" y="0"/>
                      <a:pt x="4" y="0"/>
                      <a:pt x="4" y="0"/>
                    </a:cubicBezTo>
                    <a:cubicBezTo>
                      <a:pt x="3" y="0"/>
                      <a:pt x="2" y="1"/>
                      <a:pt x="1" y="1"/>
                    </a:cubicBezTo>
                    <a:cubicBezTo>
                      <a:pt x="1" y="2"/>
                      <a:pt x="0" y="3"/>
                      <a:pt x="0" y="4"/>
                    </a:cubicBezTo>
                    <a:cubicBezTo>
                      <a:pt x="0" y="4"/>
                      <a:pt x="0" y="5"/>
                      <a:pt x="1" y="6"/>
                    </a:cubicBezTo>
                    <a:cubicBezTo>
                      <a:pt x="2" y="7"/>
                      <a:pt x="2" y="7"/>
                      <a:pt x="2" y="7"/>
                    </a:cubicBezTo>
                    <a:lnTo>
                      <a:pt x="4" y="6"/>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39" name="Freeform 295"/>
              <p:cNvSpPr>
                <a:spLocks/>
              </p:cNvSpPr>
              <p:nvPr/>
            </p:nvSpPr>
            <p:spPr bwMode="auto">
              <a:xfrm>
                <a:off x="-4454828" y="2664594"/>
                <a:ext cx="96285" cy="56576"/>
              </a:xfrm>
              <a:custGeom>
                <a:avLst/>
                <a:gdLst/>
                <a:ahLst/>
                <a:cxnLst>
                  <a:cxn ang="0">
                    <a:pos x="3" y="7"/>
                  </a:cxn>
                  <a:cxn ang="0">
                    <a:pos x="5" y="7"/>
                  </a:cxn>
                  <a:cxn ang="0">
                    <a:pos x="5" y="6"/>
                  </a:cxn>
                  <a:cxn ang="0">
                    <a:pos x="5" y="4"/>
                  </a:cxn>
                  <a:cxn ang="0">
                    <a:pos x="7" y="4"/>
                  </a:cxn>
                  <a:cxn ang="0">
                    <a:pos x="17" y="4"/>
                  </a:cxn>
                  <a:cxn ang="0">
                    <a:pos x="19" y="5"/>
                  </a:cxn>
                  <a:cxn ang="0">
                    <a:pos x="20" y="7"/>
                  </a:cxn>
                  <a:cxn ang="0">
                    <a:pos x="20" y="8"/>
                  </a:cxn>
                  <a:cxn ang="0">
                    <a:pos x="20" y="10"/>
                  </a:cxn>
                  <a:cxn ang="0">
                    <a:pos x="18" y="11"/>
                  </a:cxn>
                  <a:cxn ang="0">
                    <a:pos x="9" y="11"/>
                  </a:cxn>
                  <a:cxn ang="0">
                    <a:pos x="6" y="10"/>
                  </a:cxn>
                  <a:cxn ang="0">
                    <a:pos x="5" y="7"/>
                  </a:cxn>
                  <a:cxn ang="0">
                    <a:pos x="3" y="7"/>
                  </a:cxn>
                  <a:cxn ang="0">
                    <a:pos x="1" y="8"/>
                  </a:cxn>
                  <a:cxn ang="0">
                    <a:pos x="4" y="13"/>
                  </a:cxn>
                  <a:cxn ang="0">
                    <a:pos x="9" y="15"/>
                  </a:cxn>
                  <a:cxn ang="0">
                    <a:pos x="18" y="15"/>
                  </a:cxn>
                  <a:cxn ang="0">
                    <a:pos x="23" y="13"/>
                  </a:cxn>
                  <a:cxn ang="0">
                    <a:pos x="25" y="8"/>
                  </a:cxn>
                  <a:cxn ang="0">
                    <a:pos x="25" y="7"/>
                  </a:cxn>
                  <a:cxn ang="0">
                    <a:pos x="22" y="2"/>
                  </a:cxn>
                  <a:cxn ang="0">
                    <a:pos x="17" y="0"/>
                  </a:cxn>
                  <a:cxn ang="0">
                    <a:pos x="7" y="0"/>
                  </a:cxn>
                  <a:cxn ang="0">
                    <a:pos x="2" y="1"/>
                  </a:cxn>
                  <a:cxn ang="0">
                    <a:pos x="0" y="6"/>
                  </a:cxn>
                  <a:cxn ang="0">
                    <a:pos x="1" y="8"/>
                  </a:cxn>
                  <a:cxn ang="0">
                    <a:pos x="3" y="7"/>
                  </a:cxn>
                </a:cxnLst>
                <a:rect l="0" t="0" r="r" b="b"/>
                <a:pathLst>
                  <a:path w="25" h="15">
                    <a:moveTo>
                      <a:pt x="3" y="7"/>
                    </a:moveTo>
                    <a:cubicBezTo>
                      <a:pt x="5" y="7"/>
                      <a:pt x="5" y="7"/>
                      <a:pt x="5" y="7"/>
                    </a:cubicBezTo>
                    <a:cubicBezTo>
                      <a:pt x="5" y="6"/>
                      <a:pt x="5" y="6"/>
                      <a:pt x="5" y="6"/>
                    </a:cubicBezTo>
                    <a:cubicBezTo>
                      <a:pt x="5" y="5"/>
                      <a:pt x="5" y="5"/>
                      <a:pt x="5" y="4"/>
                    </a:cubicBezTo>
                    <a:cubicBezTo>
                      <a:pt x="6" y="4"/>
                      <a:pt x="6" y="4"/>
                      <a:pt x="7" y="4"/>
                    </a:cubicBezTo>
                    <a:cubicBezTo>
                      <a:pt x="17" y="4"/>
                      <a:pt x="17" y="4"/>
                      <a:pt x="17" y="4"/>
                    </a:cubicBezTo>
                    <a:cubicBezTo>
                      <a:pt x="18" y="4"/>
                      <a:pt x="18" y="4"/>
                      <a:pt x="19" y="5"/>
                    </a:cubicBezTo>
                    <a:cubicBezTo>
                      <a:pt x="20" y="6"/>
                      <a:pt x="20" y="6"/>
                      <a:pt x="20" y="7"/>
                    </a:cubicBezTo>
                    <a:cubicBezTo>
                      <a:pt x="20" y="8"/>
                      <a:pt x="20" y="8"/>
                      <a:pt x="20" y="8"/>
                    </a:cubicBezTo>
                    <a:cubicBezTo>
                      <a:pt x="20" y="9"/>
                      <a:pt x="20" y="9"/>
                      <a:pt x="20" y="10"/>
                    </a:cubicBezTo>
                    <a:cubicBezTo>
                      <a:pt x="19" y="10"/>
                      <a:pt x="19" y="11"/>
                      <a:pt x="18" y="11"/>
                    </a:cubicBezTo>
                    <a:cubicBezTo>
                      <a:pt x="9" y="11"/>
                      <a:pt x="9" y="11"/>
                      <a:pt x="9" y="11"/>
                    </a:cubicBezTo>
                    <a:cubicBezTo>
                      <a:pt x="8" y="11"/>
                      <a:pt x="7" y="10"/>
                      <a:pt x="6" y="10"/>
                    </a:cubicBezTo>
                    <a:cubicBezTo>
                      <a:pt x="6" y="9"/>
                      <a:pt x="5" y="8"/>
                      <a:pt x="5" y="7"/>
                    </a:cubicBezTo>
                    <a:cubicBezTo>
                      <a:pt x="3" y="7"/>
                      <a:pt x="3" y="7"/>
                      <a:pt x="3" y="7"/>
                    </a:cubicBezTo>
                    <a:cubicBezTo>
                      <a:pt x="1" y="8"/>
                      <a:pt x="1" y="8"/>
                      <a:pt x="1" y="8"/>
                    </a:cubicBezTo>
                    <a:cubicBezTo>
                      <a:pt x="1" y="10"/>
                      <a:pt x="2" y="11"/>
                      <a:pt x="4" y="13"/>
                    </a:cubicBezTo>
                    <a:cubicBezTo>
                      <a:pt x="5" y="14"/>
                      <a:pt x="7" y="15"/>
                      <a:pt x="9" y="15"/>
                    </a:cubicBezTo>
                    <a:cubicBezTo>
                      <a:pt x="18" y="15"/>
                      <a:pt x="18" y="15"/>
                      <a:pt x="18" y="15"/>
                    </a:cubicBezTo>
                    <a:cubicBezTo>
                      <a:pt x="20" y="15"/>
                      <a:pt x="22" y="14"/>
                      <a:pt x="23" y="13"/>
                    </a:cubicBezTo>
                    <a:cubicBezTo>
                      <a:pt x="24" y="12"/>
                      <a:pt x="25" y="10"/>
                      <a:pt x="25" y="8"/>
                    </a:cubicBezTo>
                    <a:cubicBezTo>
                      <a:pt x="25" y="7"/>
                      <a:pt x="25" y="7"/>
                      <a:pt x="25" y="7"/>
                    </a:cubicBezTo>
                    <a:cubicBezTo>
                      <a:pt x="24" y="5"/>
                      <a:pt x="24" y="3"/>
                      <a:pt x="22" y="2"/>
                    </a:cubicBezTo>
                    <a:cubicBezTo>
                      <a:pt x="21" y="0"/>
                      <a:pt x="19" y="0"/>
                      <a:pt x="17" y="0"/>
                    </a:cubicBezTo>
                    <a:cubicBezTo>
                      <a:pt x="7" y="0"/>
                      <a:pt x="7" y="0"/>
                      <a:pt x="7" y="0"/>
                    </a:cubicBezTo>
                    <a:cubicBezTo>
                      <a:pt x="5" y="0"/>
                      <a:pt x="3" y="0"/>
                      <a:pt x="2" y="1"/>
                    </a:cubicBezTo>
                    <a:cubicBezTo>
                      <a:pt x="1" y="3"/>
                      <a:pt x="0" y="4"/>
                      <a:pt x="0" y="6"/>
                    </a:cubicBezTo>
                    <a:cubicBezTo>
                      <a:pt x="0" y="7"/>
                      <a:pt x="0" y="7"/>
                      <a:pt x="1" y="8"/>
                    </a:cubicBezTo>
                    <a:lnTo>
                      <a:pt x="3" y="7"/>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0" name="Freeform 296"/>
              <p:cNvSpPr>
                <a:spLocks/>
              </p:cNvSpPr>
              <p:nvPr/>
            </p:nvSpPr>
            <p:spPr bwMode="auto">
              <a:xfrm>
                <a:off x="-3431802" y="2822020"/>
                <a:ext cx="86656" cy="164807"/>
              </a:xfrm>
              <a:custGeom>
                <a:avLst/>
                <a:gdLst/>
                <a:ahLst/>
                <a:cxnLst>
                  <a:cxn ang="0">
                    <a:pos x="3" y="9"/>
                  </a:cxn>
                  <a:cxn ang="0">
                    <a:pos x="1" y="15"/>
                  </a:cxn>
                  <a:cxn ang="0">
                    <a:pos x="6" y="21"/>
                  </a:cxn>
                  <a:cxn ang="0">
                    <a:pos x="6" y="23"/>
                  </a:cxn>
                  <a:cxn ang="0">
                    <a:pos x="2" y="34"/>
                  </a:cxn>
                  <a:cxn ang="0">
                    <a:pos x="0" y="40"/>
                  </a:cxn>
                  <a:cxn ang="0">
                    <a:pos x="0" y="42"/>
                  </a:cxn>
                  <a:cxn ang="0">
                    <a:pos x="2" y="44"/>
                  </a:cxn>
                  <a:cxn ang="0">
                    <a:pos x="4" y="43"/>
                  </a:cxn>
                  <a:cxn ang="0">
                    <a:pos x="15" y="37"/>
                  </a:cxn>
                  <a:cxn ang="0">
                    <a:pos x="23" y="24"/>
                  </a:cxn>
                  <a:cxn ang="0">
                    <a:pos x="14" y="7"/>
                  </a:cxn>
                  <a:cxn ang="0">
                    <a:pos x="12" y="4"/>
                  </a:cxn>
                  <a:cxn ang="0">
                    <a:pos x="12" y="4"/>
                  </a:cxn>
                  <a:cxn ang="0">
                    <a:pos x="12" y="4"/>
                  </a:cxn>
                  <a:cxn ang="0">
                    <a:pos x="12" y="4"/>
                  </a:cxn>
                  <a:cxn ang="0">
                    <a:pos x="12" y="4"/>
                  </a:cxn>
                  <a:cxn ang="0">
                    <a:pos x="12" y="3"/>
                  </a:cxn>
                  <a:cxn ang="0">
                    <a:pos x="10" y="0"/>
                  </a:cxn>
                  <a:cxn ang="0">
                    <a:pos x="4" y="4"/>
                  </a:cxn>
                  <a:cxn ang="0">
                    <a:pos x="5" y="9"/>
                  </a:cxn>
                  <a:cxn ang="0">
                    <a:pos x="8" y="6"/>
                  </a:cxn>
                  <a:cxn ang="0">
                    <a:pos x="10" y="5"/>
                  </a:cxn>
                  <a:cxn ang="0">
                    <a:pos x="10" y="4"/>
                  </a:cxn>
                  <a:cxn ang="0">
                    <a:pos x="10" y="5"/>
                  </a:cxn>
                  <a:cxn ang="0">
                    <a:pos x="10" y="5"/>
                  </a:cxn>
                  <a:cxn ang="0">
                    <a:pos x="9" y="4"/>
                  </a:cxn>
                  <a:cxn ang="0">
                    <a:pos x="10" y="3"/>
                  </a:cxn>
                  <a:cxn ang="0">
                    <a:pos x="10" y="3"/>
                  </a:cxn>
                  <a:cxn ang="0">
                    <a:pos x="9" y="4"/>
                  </a:cxn>
                  <a:cxn ang="0">
                    <a:pos x="8" y="3"/>
                  </a:cxn>
                  <a:cxn ang="0">
                    <a:pos x="8" y="3"/>
                  </a:cxn>
                  <a:cxn ang="0">
                    <a:pos x="9" y="3"/>
                  </a:cxn>
                  <a:cxn ang="0">
                    <a:pos x="8" y="3"/>
                  </a:cxn>
                  <a:cxn ang="0">
                    <a:pos x="9" y="7"/>
                  </a:cxn>
                  <a:cxn ang="0">
                    <a:pos x="19" y="24"/>
                  </a:cxn>
                  <a:cxn ang="0">
                    <a:pos x="10" y="35"/>
                  </a:cxn>
                  <a:cxn ang="0">
                    <a:pos x="2" y="40"/>
                  </a:cxn>
                  <a:cxn ang="0">
                    <a:pos x="2" y="41"/>
                  </a:cxn>
                  <a:cxn ang="0">
                    <a:pos x="2" y="40"/>
                  </a:cxn>
                  <a:cxn ang="0">
                    <a:pos x="2" y="40"/>
                  </a:cxn>
                  <a:cxn ang="0">
                    <a:pos x="4" y="41"/>
                  </a:cxn>
                  <a:cxn ang="0">
                    <a:pos x="2" y="42"/>
                  </a:cxn>
                  <a:cxn ang="0">
                    <a:pos x="2" y="42"/>
                  </a:cxn>
                  <a:cxn ang="0">
                    <a:pos x="4" y="41"/>
                  </a:cxn>
                  <a:cxn ang="0">
                    <a:pos x="4" y="42"/>
                  </a:cxn>
                  <a:cxn ang="0">
                    <a:pos x="4" y="42"/>
                  </a:cxn>
                  <a:cxn ang="0">
                    <a:pos x="3" y="42"/>
                  </a:cxn>
                  <a:cxn ang="0">
                    <a:pos x="5" y="41"/>
                  </a:cxn>
                  <a:cxn ang="0">
                    <a:pos x="7" y="34"/>
                  </a:cxn>
                  <a:cxn ang="0">
                    <a:pos x="10" y="23"/>
                  </a:cxn>
                  <a:cxn ang="0">
                    <a:pos x="9" y="18"/>
                  </a:cxn>
                  <a:cxn ang="0">
                    <a:pos x="6" y="16"/>
                  </a:cxn>
                  <a:cxn ang="0">
                    <a:pos x="6" y="13"/>
                  </a:cxn>
                  <a:cxn ang="0">
                    <a:pos x="5" y="9"/>
                  </a:cxn>
                </a:cxnLst>
                <a:rect l="0" t="0" r="r" b="b"/>
                <a:pathLst>
                  <a:path w="23" h="44">
                    <a:moveTo>
                      <a:pt x="5" y="9"/>
                    </a:moveTo>
                    <a:cubicBezTo>
                      <a:pt x="3" y="9"/>
                      <a:pt x="3" y="9"/>
                      <a:pt x="3" y="9"/>
                    </a:cubicBezTo>
                    <a:cubicBezTo>
                      <a:pt x="3" y="10"/>
                      <a:pt x="2" y="11"/>
                      <a:pt x="2" y="11"/>
                    </a:cubicBezTo>
                    <a:cubicBezTo>
                      <a:pt x="2" y="12"/>
                      <a:pt x="1" y="13"/>
                      <a:pt x="1" y="15"/>
                    </a:cubicBezTo>
                    <a:cubicBezTo>
                      <a:pt x="1" y="16"/>
                      <a:pt x="2" y="18"/>
                      <a:pt x="3" y="19"/>
                    </a:cubicBezTo>
                    <a:cubicBezTo>
                      <a:pt x="4" y="20"/>
                      <a:pt x="5" y="21"/>
                      <a:pt x="6" y="21"/>
                    </a:cubicBezTo>
                    <a:cubicBezTo>
                      <a:pt x="6" y="21"/>
                      <a:pt x="6" y="21"/>
                      <a:pt x="6" y="21"/>
                    </a:cubicBezTo>
                    <a:cubicBezTo>
                      <a:pt x="6" y="22"/>
                      <a:pt x="6" y="22"/>
                      <a:pt x="6" y="23"/>
                    </a:cubicBezTo>
                    <a:cubicBezTo>
                      <a:pt x="6" y="24"/>
                      <a:pt x="5" y="26"/>
                      <a:pt x="4" y="28"/>
                    </a:cubicBezTo>
                    <a:cubicBezTo>
                      <a:pt x="3" y="30"/>
                      <a:pt x="2" y="32"/>
                      <a:pt x="2" y="34"/>
                    </a:cubicBezTo>
                    <a:cubicBezTo>
                      <a:pt x="2" y="35"/>
                      <a:pt x="2" y="36"/>
                      <a:pt x="1" y="38"/>
                    </a:cubicBezTo>
                    <a:cubicBezTo>
                      <a:pt x="1" y="38"/>
                      <a:pt x="1" y="39"/>
                      <a:pt x="0" y="40"/>
                    </a:cubicBezTo>
                    <a:cubicBezTo>
                      <a:pt x="0" y="41"/>
                      <a:pt x="0" y="41"/>
                      <a:pt x="0" y="41"/>
                    </a:cubicBezTo>
                    <a:cubicBezTo>
                      <a:pt x="0" y="41"/>
                      <a:pt x="0" y="41"/>
                      <a:pt x="0" y="42"/>
                    </a:cubicBezTo>
                    <a:cubicBezTo>
                      <a:pt x="0" y="43"/>
                      <a:pt x="0" y="43"/>
                      <a:pt x="0" y="43"/>
                    </a:cubicBezTo>
                    <a:cubicBezTo>
                      <a:pt x="1" y="44"/>
                      <a:pt x="2" y="44"/>
                      <a:pt x="2" y="44"/>
                    </a:cubicBezTo>
                    <a:cubicBezTo>
                      <a:pt x="3" y="44"/>
                      <a:pt x="3" y="44"/>
                      <a:pt x="3" y="44"/>
                    </a:cubicBezTo>
                    <a:cubicBezTo>
                      <a:pt x="4" y="43"/>
                      <a:pt x="4" y="43"/>
                      <a:pt x="4" y="43"/>
                    </a:cubicBezTo>
                    <a:cubicBezTo>
                      <a:pt x="5" y="43"/>
                      <a:pt x="6" y="42"/>
                      <a:pt x="7" y="41"/>
                    </a:cubicBezTo>
                    <a:cubicBezTo>
                      <a:pt x="10" y="40"/>
                      <a:pt x="12" y="39"/>
                      <a:pt x="15" y="37"/>
                    </a:cubicBezTo>
                    <a:cubicBezTo>
                      <a:pt x="18" y="35"/>
                      <a:pt x="20" y="33"/>
                      <a:pt x="21" y="31"/>
                    </a:cubicBezTo>
                    <a:cubicBezTo>
                      <a:pt x="23" y="29"/>
                      <a:pt x="23" y="26"/>
                      <a:pt x="23" y="24"/>
                    </a:cubicBezTo>
                    <a:cubicBezTo>
                      <a:pt x="23" y="19"/>
                      <a:pt x="22" y="15"/>
                      <a:pt x="19" y="12"/>
                    </a:cubicBezTo>
                    <a:cubicBezTo>
                      <a:pt x="17" y="10"/>
                      <a:pt x="16" y="9"/>
                      <a:pt x="14" y="7"/>
                    </a:cubicBezTo>
                    <a:cubicBezTo>
                      <a:pt x="14" y="6"/>
                      <a:pt x="13" y="5"/>
                      <a:pt x="13" y="5"/>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3"/>
                      <a:pt x="12" y="3"/>
                      <a:pt x="12" y="3"/>
                    </a:cubicBezTo>
                    <a:cubicBezTo>
                      <a:pt x="12" y="2"/>
                      <a:pt x="12" y="2"/>
                      <a:pt x="12" y="1"/>
                    </a:cubicBezTo>
                    <a:cubicBezTo>
                      <a:pt x="11" y="1"/>
                      <a:pt x="10" y="0"/>
                      <a:pt x="10" y="0"/>
                    </a:cubicBezTo>
                    <a:cubicBezTo>
                      <a:pt x="9" y="1"/>
                      <a:pt x="8" y="1"/>
                      <a:pt x="7" y="1"/>
                    </a:cubicBezTo>
                    <a:cubicBezTo>
                      <a:pt x="6" y="2"/>
                      <a:pt x="5" y="3"/>
                      <a:pt x="4" y="4"/>
                    </a:cubicBezTo>
                    <a:cubicBezTo>
                      <a:pt x="3" y="6"/>
                      <a:pt x="3" y="7"/>
                      <a:pt x="3" y="9"/>
                    </a:cubicBezTo>
                    <a:cubicBezTo>
                      <a:pt x="5" y="9"/>
                      <a:pt x="5" y="9"/>
                      <a:pt x="5" y="9"/>
                    </a:cubicBezTo>
                    <a:cubicBezTo>
                      <a:pt x="7" y="9"/>
                      <a:pt x="7" y="9"/>
                      <a:pt x="7" y="9"/>
                    </a:cubicBezTo>
                    <a:cubicBezTo>
                      <a:pt x="7" y="8"/>
                      <a:pt x="8" y="7"/>
                      <a:pt x="8" y="6"/>
                    </a:cubicBezTo>
                    <a:cubicBezTo>
                      <a:pt x="9" y="6"/>
                      <a:pt x="9" y="5"/>
                      <a:pt x="10" y="5"/>
                    </a:cubicBezTo>
                    <a:cubicBezTo>
                      <a:pt x="10" y="5"/>
                      <a:pt x="10" y="5"/>
                      <a:pt x="10" y="5"/>
                    </a:cubicBezTo>
                    <a:cubicBezTo>
                      <a:pt x="10" y="5"/>
                      <a:pt x="10" y="5"/>
                      <a:pt x="10" y="5"/>
                    </a:cubicBezTo>
                    <a:cubicBezTo>
                      <a:pt x="10" y="4"/>
                      <a:pt x="10" y="4"/>
                      <a:pt x="10" y="4"/>
                    </a:cubicBezTo>
                    <a:cubicBezTo>
                      <a:pt x="10" y="5"/>
                      <a:pt x="10" y="5"/>
                      <a:pt x="10" y="5"/>
                    </a:cubicBezTo>
                    <a:cubicBezTo>
                      <a:pt x="10" y="5"/>
                      <a:pt x="10" y="5"/>
                      <a:pt x="10" y="5"/>
                    </a:cubicBezTo>
                    <a:cubicBezTo>
                      <a:pt x="10" y="4"/>
                      <a:pt x="10" y="4"/>
                      <a:pt x="10" y="4"/>
                    </a:cubicBezTo>
                    <a:cubicBezTo>
                      <a:pt x="10" y="5"/>
                      <a:pt x="10" y="5"/>
                      <a:pt x="10" y="5"/>
                    </a:cubicBezTo>
                    <a:cubicBezTo>
                      <a:pt x="10" y="3"/>
                      <a:pt x="10" y="3"/>
                      <a:pt x="10" y="3"/>
                    </a:cubicBezTo>
                    <a:cubicBezTo>
                      <a:pt x="9" y="4"/>
                      <a:pt x="9" y="4"/>
                      <a:pt x="9" y="4"/>
                    </a:cubicBezTo>
                    <a:cubicBezTo>
                      <a:pt x="9" y="5"/>
                      <a:pt x="10" y="5"/>
                      <a:pt x="10" y="5"/>
                    </a:cubicBezTo>
                    <a:cubicBezTo>
                      <a:pt x="10" y="3"/>
                      <a:pt x="10" y="3"/>
                      <a:pt x="10" y="3"/>
                    </a:cubicBezTo>
                    <a:cubicBezTo>
                      <a:pt x="9" y="4"/>
                      <a:pt x="9" y="4"/>
                      <a:pt x="9" y="4"/>
                    </a:cubicBezTo>
                    <a:cubicBezTo>
                      <a:pt x="10" y="3"/>
                      <a:pt x="10" y="3"/>
                      <a:pt x="10" y="3"/>
                    </a:cubicBezTo>
                    <a:cubicBezTo>
                      <a:pt x="8" y="3"/>
                      <a:pt x="8" y="3"/>
                      <a:pt x="8" y="3"/>
                    </a:cubicBezTo>
                    <a:cubicBezTo>
                      <a:pt x="8" y="3"/>
                      <a:pt x="8" y="4"/>
                      <a:pt x="9" y="4"/>
                    </a:cubicBezTo>
                    <a:cubicBezTo>
                      <a:pt x="10" y="3"/>
                      <a:pt x="10" y="3"/>
                      <a:pt x="10" y="3"/>
                    </a:cubicBezTo>
                    <a:cubicBezTo>
                      <a:pt x="8" y="3"/>
                      <a:pt x="8" y="3"/>
                      <a:pt x="8" y="3"/>
                    </a:cubicBezTo>
                    <a:cubicBezTo>
                      <a:pt x="9" y="3"/>
                      <a:pt x="9" y="3"/>
                      <a:pt x="9" y="3"/>
                    </a:cubicBezTo>
                    <a:cubicBezTo>
                      <a:pt x="8" y="3"/>
                      <a:pt x="8" y="3"/>
                      <a:pt x="8" y="3"/>
                    </a:cubicBezTo>
                    <a:cubicBezTo>
                      <a:pt x="8" y="3"/>
                      <a:pt x="8" y="3"/>
                      <a:pt x="8" y="3"/>
                    </a:cubicBezTo>
                    <a:cubicBezTo>
                      <a:pt x="9" y="3"/>
                      <a:pt x="9" y="3"/>
                      <a:pt x="9" y="3"/>
                    </a:cubicBezTo>
                    <a:cubicBezTo>
                      <a:pt x="8" y="3"/>
                      <a:pt x="8" y="3"/>
                      <a:pt x="8" y="3"/>
                    </a:cubicBezTo>
                    <a:cubicBezTo>
                      <a:pt x="8" y="3"/>
                      <a:pt x="8" y="3"/>
                      <a:pt x="8" y="3"/>
                    </a:cubicBezTo>
                    <a:cubicBezTo>
                      <a:pt x="8" y="4"/>
                      <a:pt x="8" y="4"/>
                      <a:pt x="8" y="4"/>
                    </a:cubicBezTo>
                    <a:cubicBezTo>
                      <a:pt x="8" y="5"/>
                      <a:pt x="8" y="6"/>
                      <a:pt x="9" y="7"/>
                    </a:cubicBezTo>
                    <a:cubicBezTo>
                      <a:pt x="10" y="9"/>
                      <a:pt x="13" y="12"/>
                      <a:pt x="16" y="15"/>
                    </a:cubicBezTo>
                    <a:cubicBezTo>
                      <a:pt x="18" y="17"/>
                      <a:pt x="19" y="20"/>
                      <a:pt x="19" y="24"/>
                    </a:cubicBezTo>
                    <a:cubicBezTo>
                      <a:pt x="19" y="26"/>
                      <a:pt x="19" y="27"/>
                      <a:pt x="18" y="29"/>
                    </a:cubicBezTo>
                    <a:cubicBezTo>
                      <a:pt x="17" y="30"/>
                      <a:pt x="13" y="33"/>
                      <a:pt x="10" y="35"/>
                    </a:cubicBezTo>
                    <a:cubicBezTo>
                      <a:pt x="9" y="36"/>
                      <a:pt x="7" y="37"/>
                      <a:pt x="5" y="38"/>
                    </a:cubicBezTo>
                    <a:cubicBezTo>
                      <a:pt x="4" y="39"/>
                      <a:pt x="3" y="39"/>
                      <a:pt x="2" y="40"/>
                    </a:cubicBezTo>
                    <a:cubicBezTo>
                      <a:pt x="2" y="40"/>
                      <a:pt x="2" y="40"/>
                      <a:pt x="2" y="40"/>
                    </a:cubicBezTo>
                    <a:cubicBezTo>
                      <a:pt x="2" y="41"/>
                      <a:pt x="2" y="41"/>
                      <a:pt x="2" y="41"/>
                    </a:cubicBezTo>
                    <a:cubicBezTo>
                      <a:pt x="2" y="40"/>
                      <a:pt x="2" y="40"/>
                      <a:pt x="2" y="40"/>
                    </a:cubicBezTo>
                    <a:cubicBezTo>
                      <a:pt x="2" y="40"/>
                      <a:pt x="2" y="40"/>
                      <a:pt x="2" y="40"/>
                    </a:cubicBezTo>
                    <a:cubicBezTo>
                      <a:pt x="2" y="41"/>
                      <a:pt x="2" y="41"/>
                      <a:pt x="2" y="41"/>
                    </a:cubicBezTo>
                    <a:cubicBezTo>
                      <a:pt x="2" y="40"/>
                      <a:pt x="2" y="40"/>
                      <a:pt x="2" y="40"/>
                    </a:cubicBezTo>
                    <a:cubicBezTo>
                      <a:pt x="2" y="42"/>
                      <a:pt x="2" y="42"/>
                      <a:pt x="2" y="42"/>
                    </a:cubicBezTo>
                    <a:cubicBezTo>
                      <a:pt x="4" y="41"/>
                      <a:pt x="4" y="41"/>
                      <a:pt x="4" y="41"/>
                    </a:cubicBezTo>
                    <a:cubicBezTo>
                      <a:pt x="3" y="40"/>
                      <a:pt x="3" y="40"/>
                      <a:pt x="2" y="40"/>
                    </a:cubicBezTo>
                    <a:cubicBezTo>
                      <a:pt x="2" y="42"/>
                      <a:pt x="2" y="42"/>
                      <a:pt x="2" y="42"/>
                    </a:cubicBezTo>
                    <a:cubicBezTo>
                      <a:pt x="4" y="41"/>
                      <a:pt x="4" y="41"/>
                      <a:pt x="4" y="41"/>
                    </a:cubicBezTo>
                    <a:cubicBezTo>
                      <a:pt x="2" y="42"/>
                      <a:pt x="2" y="42"/>
                      <a:pt x="2" y="42"/>
                    </a:cubicBezTo>
                    <a:cubicBezTo>
                      <a:pt x="4" y="42"/>
                      <a:pt x="4" y="42"/>
                      <a:pt x="4" y="42"/>
                    </a:cubicBezTo>
                    <a:cubicBezTo>
                      <a:pt x="4" y="41"/>
                      <a:pt x="4" y="41"/>
                      <a:pt x="4" y="41"/>
                    </a:cubicBezTo>
                    <a:cubicBezTo>
                      <a:pt x="2" y="42"/>
                      <a:pt x="2" y="42"/>
                      <a:pt x="2" y="42"/>
                    </a:cubicBezTo>
                    <a:cubicBezTo>
                      <a:pt x="4" y="42"/>
                      <a:pt x="4" y="42"/>
                      <a:pt x="4" y="42"/>
                    </a:cubicBezTo>
                    <a:cubicBezTo>
                      <a:pt x="3" y="42"/>
                      <a:pt x="3" y="42"/>
                      <a:pt x="3" y="42"/>
                    </a:cubicBezTo>
                    <a:cubicBezTo>
                      <a:pt x="4" y="42"/>
                      <a:pt x="4" y="42"/>
                      <a:pt x="4" y="42"/>
                    </a:cubicBezTo>
                    <a:cubicBezTo>
                      <a:pt x="4" y="42"/>
                      <a:pt x="4" y="42"/>
                      <a:pt x="4" y="42"/>
                    </a:cubicBezTo>
                    <a:cubicBezTo>
                      <a:pt x="3" y="42"/>
                      <a:pt x="3" y="42"/>
                      <a:pt x="3" y="42"/>
                    </a:cubicBezTo>
                    <a:cubicBezTo>
                      <a:pt x="4" y="42"/>
                      <a:pt x="4" y="42"/>
                      <a:pt x="4" y="42"/>
                    </a:cubicBezTo>
                    <a:cubicBezTo>
                      <a:pt x="4" y="42"/>
                      <a:pt x="4" y="42"/>
                      <a:pt x="5" y="41"/>
                    </a:cubicBezTo>
                    <a:cubicBezTo>
                      <a:pt x="5" y="40"/>
                      <a:pt x="5" y="39"/>
                      <a:pt x="6" y="38"/>
                    </a:cubicBezTo>
                    <a:cubicBezTo>
                      <a:pt x="6" y="37"/>
                      <a:pt x="7" y="36"/>
                      <a:pt x="7" y="34"/>
                    </a:cubicBezTo>
                    <a:cubicBezTo>
                      <a:pt x="7" y="33"/>
                      <a:pt x="7" y="32"/>
                      <a:pt x="8" y="30"/>
                    </a:cubicBezTo>
                    <a:cubicBezTo>
                      <a:pt x="9" y="28"/>
                      <a:pt x="10" y="26"/>
                      <a:pt x="10" y="23"/>
                    </a:cubicBezTo>
                    <a:cubicBezTo>
                      <a:pt x="10" y="22"/>
                      <a:pt x="10" y="21"/>
                      <a:pt x="10" y="20"/>
                    </a:cubicBezTo>
                    <a:cubicBezTo>
                      <a:pt x="10" y="20"/>
                      <a:pt x="9" y="19"/>
                      <a:pt x="9" y="18"/>
                    </a:cubicBezTo>
                    <a:cubicBezTo>
                      <a:pt x="8" y="18"/>
                      <a:pt x="8" y="17"/>
                      <a:pt x="7" y="17"/>
                    </a:cubicBezTo>
                    <a:cubicBezTo>
                      <a:pt x="6" y="16"/>
                      <a:pt x="6" y="16"/>
                      <a:pt x="6" y="16"/>
                    </a:cubicBezTo>
                    <a:cubicBezTo>
                      <a:pt x="5" y="15"/>
                      <a:pt x="5" y="15"/>
                      <a:pt x="5" y="15"/>
                    </a:cubicBezTo>
                    <a:cubicBezTo>
                      <a:pt x="5" y="15"/>
                      <a:pt x="5" y="14"/>
                      <a:pt x="6" y="13"/>
                    </a:cubicBezTo>
                    <a:cubicBezTo>
                      <a:pt x="6" y="12"/>
                      <a:pt x="7" y="11"/>
                      <a:pt x="7" y="9"/>
                    </a:cubicBezTo>
                    <a:lnTo>
                      <a:pt x="5" y="9"/>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1" name="Freeform 297"/>
              <p:cNvSpPr>
                <a:spLocks/>
              </p:cNvSpPr>
              <p:nvPr/>
            </p:nvSpPr>
            <p:spPr bwMode="auto">
              <a:xfrm>
                <a:off x="-3487167" y="2888436"/>
                <a:ext cx="64993" cy="66414"/>
              </a:xfrm>
              <a:custGeom>
                <a:avLst/>
                <a:gdLst/>
                <a:ahLst/>
                <a:cxnLst>
                  <a:cxn ang="0">
                    <a:pos x="10" y="2"/>
                  </a:cxn>
                  <a:cxn ang="0">
                    <a:pos x="10" y="4"/>
                  </a:cxn>
                  <a:cxn ang="0">
                    <a:pos x="13" y="5"/>
                  </a:cxn>
                  <a:cxn ang="0">
                    <a:pos x="14" y="6"/>
                  </a:cxn>
                  <a:cxn ang="0">
                    <a:pos x="14" y="6"/>
                  </a:cxn>
                  <a:cxn ang="0">
                    <a:pos x="14" y="6"/>
                  </a:cxn>
                  <a:cxn ang="0">
                    <a:pos x="14" y="6"/>
                  </a:cxn>
                  <a:cxn ang="0">
                    <a:pos x="14" y="6"/>
                  </a:cxn>
                  <a:cxn ang="0">
                    <a:pos x="14" y="6"/>
                  </a:cxn>
                  <a:cxn ang="0">
                    <a:pos x="14" y="6"/>
                  </a:cxn>
                  <a:cxn ang="0">
                    <a:pos x="14" y="6"/>
                  </a:cxn>
                  <a:cxn ang="0">
                    <a:pos x="12" y="10"/>
                  </a:cxn>
                  <a:cxn ang="0">
                    <a:pos x="11" y="11"/>
                  </a:cxn>
                  <a:cxn ang="0">
                    <a:pos x="10" y="12"/>
                  </a:cxn>
                  <a:cxn ang="0">
                    <a:pos x="6" y="12"/>
                  </a:cxn>
                  <a:cxn ang="0">
                    <a:pos x="4" y="12"/>
                  </a:cxn>
                  <a:cxn ang="0">
                    <a:pos x="4" y="12"/>
                  </a:cxn>
                  <a:cxn ang="0">
                    <a:pos x="4" y="11"/>
                  </a:cxn>
                  <a:cxn ang="0">
                    <a:pos x="7" y="6"/>
                  </a:cxn>
                  <a:cxn ang="0">
                    <a:pos x="10" y="4"/>
                  </a:cxn>
                  <a:cxn ang="0">
                    <a:pos x="10" y="2"/>
                  </a:cxn>
                  <a:cxn ang="0">
                    <a:pos x="10" y="0"/>
                  </a:cxn>
                  <a:cxn ang="0">
                    <a:pos x="4" y="3"/>
                  </a:cxn>
                  <a:cxn ang="0">
                    <a:pos x="0" y="10"/>
                  </a:cxn>
                  <a:cxn ang="0">
                    <a:pos x="0" y="12"/>
                  </a:cxn>
                  <a:cxn ang="0">
                    <a:pos x="2" y="16"/>
                  </a:cxn>
                  <a:cxn ang="0">
                    <a:pos x="6" y="17"/>
                  </a:cxn>
                  <a:cxn ang="0">
                    <a:pos x="11" y="16"/>
                  </a:cxn>
                  <a:cxn ang="0">
                    <a:pos x="14" y="14"/>
                  </a:cxn>
                  <a:cxn ang="0">
                    <a:pos x="16" y="11"/>
                  </a:cxn>
                  <a:cxn ang="0">
                    <a:pos x="18" y="8"/>
                  </a:cxn>
                  <a:cxn ang="0">
                    <a:pos x="18" y="6"/>
                  </a:cxn>
                  <a:cxn ang="0">
                    <a:pos x="17" y="3"/>
                  </a:cxn>
                  <a:cxn ang="0">
                    <a:pos x="13" y="1"/>
                  </a:cxn>
                  <a:cxn ang="0">
                    <a:pos x="10" y="0"/>
                  </a:cxn>
                  <a:cxn ang="0">
                    <a:pos x="10" y="2"/>
                  </a:cxn>
                </a:cxnLst>
                <a:rect l="0" t="0" r="r" b="b"/>
                <a:pathLst>
                  <a:path w="18" h="17">
                    <a:moveTo>
                      <a:pt x="10" y="2"/>
                    </a:moveTo>
                    <a:cubicBezTo>
                      <a:pt x="10" y="4"/>
                      <a:pt x="10" y="4"/>
                      <a:pt x="10" y="4"/>
                    </a:cubicBezTo>
                    <a:cubicBezTo>
                      <a:pt x="10" y="4"/>
                      <a:pt x="12" y="4"/>
                      <a:pt x="13" y="5"/>
                    </a:cubicBezTo>
                    <a:cubicBezTo>
                      <a:pt x="13" y="5"/>
                      <a:pt x="14" y="5"/>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3" y="8"/>
                      <a:pt x="12" y="9"/>
                      <a:pt x="12" y="10"/>
                    </a:cubicBezTo>
                    <a:cubicBezTo>
                      <a:pt x="12" y="10"/>
                      <a:pt x="12" y="11"/>
                      <a:pt x="11" y="11"/>
                    </a:cubicBezTo>
                    <a:cubicBezTo>
                      <a:pt x="11" y="11"/>
                      <a:pt x="11" y="11"/>
                      <a:pt x="10" y="12"/>
                    </a:cubicBezTo>
                    <a:cubicBezTo>
                      <a:pt x="8" y="12"/>
                      <a:pt x="7" y="12"/>
                      <a:pt x="6" y="12"/>
                    </a:cubicBezTo>
                    <a:cubicBezTo>
                      <a:pt x="5" y="12"/>
                      <a:pt x="4" y="12"/>
                      <a:pt x="4" y="12"/>
                    </a:cubicBezTo>
                    <a:cubicBezTo>
                      <a:pt x="4" y="12"/>
                      <a:pt x="4" y="12"/>
                      <a:pt x="4" y="12"/>
                    </a:cubicBezTo>
                    <a:cubicBezTo>
                      <a:pt x="4" y="11"/>
                      <a:pt x="4" y="11"/>
                      <a:pt x="4" y="11"/>
                    </a:cubicBezTo>
                    <a:cubicBezTo>
                      <a:pt x="5" y="9"/>
                      <a:pt x="6" y="7"/>
                      <a:pt x="7" y="6"/>
                    </a:cubicBezTo>
                    <a:cubicBezTo>
                      <a:pt x="8" y="5"/>
                      <a:pt x="9" y="4"/>
                      <a:pt x="10" y="4"/>
                    </a:cubicBezTo>
                    <a:cubicBezTo>
                      <a:pt x="10" y="2"/>
                      <a:pt x="10" y="2"/>
                      <a:pt x="10" y="2"/>
                    </a:cubicBezTo>
                    <a:cubicBezTo>
                      <a:pt x="10" y="0"/>
                      <a:pt x="10" y="0"/>
                      <a:pt x="10" y="0"/>
                    </a:cubicBezTo>
                    <a:cubicBezTo>
                      <a:pt x="8" y="0"/>
                      <a:pt x="6" y="1"/>
                      <a:pt x="4" y="3"/>
                    </a:cubicBezTo>
                    <a:cubicBezTo>
                      <a:pt x="2" y="4"/>
                      <a:pt x="1" y="7"/>
                      <a:pt x="0" y="10"/>
                    </a:cubicBezTo>
                    <a:cubicBezTo>
                      <a:pt x="0" y="10"/>
                      <a:pt x="0" y="11"/>
                      <a:pt x="0" y="12"/>
                    </a:cubicBezTo>
                    <a:cubicBezTo>
                      <a:pt x="0" y="13"/>
                      <a:pt x="1" y="15"/>
                      <a:pt x="2" y="16"/>
                    </a:cubicBezTo>
                    <a:cubicBezTo>
                      <a:pt x="3" y="17"/>
                      <a:pt x="5" y="17"/>
                      <a:pt x="6" y="17"/>
                    </a:cubicBezTo>
                    <a:cubicBezTo>
                      <a:pt x="8" y="17"/>
                      <a:pt x="9" y="16"/>
                      <a:pt x="11" y="16"/>
                    </a:cubicBezTo>
                    <a:cubicBezTo>
                      <a:pt x="12" y="15"/>
                      <a:pt x="13" y="15"/>
                      <a:pt x="14" y="14"/>
                    </a:cubicBezTo>
                    <a:cubicBezTo>
                      <a:pt x="15" y="13"/>
                      <a:pt x="16" y="12"/>
                      <a:pt x="16" y="11"/>
                    </a:cubicBezTo>
                    <a:cubicBezTo>
                      <a:pt x="17" y="10"/>
                      <a:pt x="17" y="9"/>
                      <a:pt x="18" y="8"/>
                    </a:cubicBezTo>
                    <a:cubicBezTo>
                      <a:pt x="18" y="7"/>
                      <a:pt x="18" y="7"/>
                      <a:pt x="18" y="6"/>
                    </a:cubicBezTo>
                    <a:cubicBezTo>
                      <a:pt x="18" y="5"/>
                      <a:pt x="18" y="3"/>
                      <a:pt x="17" y="3"/>
                    </a:cubicBezTo>
                    <a:cubicBezTo>
                      <a:pt x="16" y="2"/>
                      <a:pt x="15" y="1"/>
                      <a:pt x="13" y="1"/>
                    </a:cubicBezTo>
                    <a:cubicBezTo>
                      <a:pt x="12" y="0"/>
                      <a:pt x="11" y="0"/>
                      <a:pt x="10" y="0"/>
                    </a:cubicBezTo>
                    <a:lnTo>
                      <a:pt x="10" y="2"/>
                    </a:lnTo>
                    <a:close/>
                  </a:path>
                </a:pathLst>
              </a:custGeom>
              <a:solidFill>
                <a:srgbClr val="FFFFFF"/>
              </a:solidFill>
              <a:ln w="9525">
                <a:noFill/>
                <a:round/>
                <a:headEnd/>
                <a:tailEnd/>
              </a:ln>
            </p:spPr>
            <p:txBody>
              <a:bodyPr/>
              <a:lstStyle/>
              <a:p>
                <a:pPr defTabSz="1710840" fontAlgn="auto">
                  <a:spcBef>
                    <a:spcPts val="0"/>
                  </a:spcBef>
                  <a:spcAft>
                    <a:spcPts val="0"/>
                  </a:spcAft>
                  <a:defRPr/>
                </a:pPr>
                <a:endParaRPr lang="en-US" dirty="0">
                  <a:latin typeface="+mn-lt"/>
                  <a:cs typeface="+mn-cs"/>
                </a:endParaRPr>
              </a:p>
            </p:txBody>
          </p:sp>
          <p:sp>
            <p:nvSpPr>
              <p:cNvPr id="142" name="Freeform 298"/>
              <p:cNvSpPr>
                <a:spLocks/>
              </p:cNvSpPr>
              <p:nvPr/>
            </p:nvSpPr>
            <p:spPr bwMode="auto">
              <a:xfrm>
                <a:off x="-5085493" y="2418615"/>
                <a:ext cx="9628" cy="1584105"/>
              </a:xfrm>
              <a:custGeom>
                <a:avLst/>
                <a:gdLst/>
                <a:ahLst/>
                <a:cxnLst>
                  <a:cxn ang="0">
                    <a:pos x="2" y="421"/>
                  </a:cxn>
                  <a:cxn ang="0">
                    <a:pos x="0" y="0"/>
                  </a:cxn>
                </a:cxnLst>
                <a:rect l="0" t="0" r="r" b="b"/>
                <a:pathLst>
                  <a:path w="2" h="421">
                    <a:moveTo>
                      <a:pt x="2" y="421"/>
                    </a:moveTo>
                    <a:cubicBezTo>
                      <a:pt x="0" y="340"/>
                      <a:pt x="0" y="0"/>
                      <a:pt x="0" y="0"/>
                    </a:cubicBezTo>
                  </a:path>
                </a:pathLst>
              </a:custGeom>
              <a:noFill/>
              <a:ln w="6350" cap="flat">
                <a:solidFill>
                  <a:srgbClr val="FFFFFF"/>
                </a:solidFill>
                <a:prstDash val="solid"/>
                <a:miter lim="800000"/>
                <a:headEnd/>
                <a:tailEnd/>
              </a:ln>
            </p:spPr>
            <p:txBody>
              <a:bodyPr/>
              <a:lstStyle/>
              <a:p>
                <a:pPr defTabSz="1710840" fontAlgn="auto">
                  <a:spcBef>
                    <a:spcPts val="0"/>
                  </a:spcBef>
                  <a:spcAft>
                    <a:spcPts val="0"/>
                  </a:spcAft>
                  <a:defRPr/>
                </a:pPr>
                <a:endParaRPr lang="en-US" dirty="0">
                  <a:latin typeface="+mn-lt"/>
                  <a:cs typeface="+mn-cs"/>
                </a:endParaRPr>
              </a:p>
            </p:txBody>
          </p:sp>
          <p:sp>
            <p:nvSpPr>
              <p:cNvPr id="143" name="Freeform 299"/>
              <p:cNvSpPr>
                <a:spLocks/>
              </p:cNvSpPr>
              <p:nvPr/>
            </p:nvSpPr>
            <p:spPr bwMode="auto">
              <a:xfrm>
                <a:off x="-2902237" y="2418615"/>
                <a:ext cx="647514" cy="1648059"/>
              </a:xfrm>
              <a:custGeom>
                <a:avLst/>
                <a:gdLst/>
                <a:ahLst/>
                <a:cxnLst>
                  <a:cxn ang="0">
                    <a:pos x="0" y="0"/>
                  </a:cxn>
                  <a:cxn ang="0">
                    <a:pos x="136" y="198"/>
                  </a:cxn>
                  <a:cxn ang="0">
                    <a:pos x="170" y="438"/>
                  </a:cxn>
                </a:cxnLst>
                <a:rect l="0" t="0" r="r" b="b"/>
                <a:pathLst>
                  <a:path w="172" h="438">
                    <a:moveTo>
                      <a:pt x="0" y="0"/>
                    </a:moveTo>
                    <a:cubicBezTo>
                      <a:pt x="73" y="63"/>
                      <a:pt x="120" y="122"/>
                      <a:pt x="136" y="198"/>
                    </a:cubicBezTo>
                    <a:cubicBezTo>
                      <a:pt x="152" y="274"/>
                      <a:pt x="172" y="418"/>
                      <a:pt x="170" y="438"/>
                    </a:cubicBezTo>
                  </a:path>
                </a:pathLst>
              </a:custGeom>
              <a:noFill/>
              <a:ln w="6350" cap="flat">
                <a:solidFill>
                  <a:srgbClr val="FFFFFF"/>
                </a:solidFill>
                <a:prstDash val="solid"/>
                <a:miter lim="800000"/>
                <a:headEnd/>
                <a:tailEnd/>
              </a:ln>
            </p:spPr>
            <p:txBody>
              <a:bodyPr/>
              <a:lstStyle/>
              <a:p>
                <a:pPr defTabSz="1710840" fontAlgn="auto">
                  <a:spcBef>
                    <a:spcPts val="0"/>
                  </a:spcBef>
                  <a:spcAft>
                    <a:spcPts val="0"/>
                  </a:spcAft>
                  <a:defRPr/>
                </a:pPr>
                <a:endParaRPr lang="en-US" dirty="0">
                  <a:latin typeface="+mn-lt"/>
                  <a:cs typeface="+mn-cs"/>
                </a:endParaRPr>
              </a:p>
            </p:txBody>
          </p:sp>
        </p:grpSp>
        <p:grpSp>
          <p:nvGrpSpPr>
            <p:cNvPr id="49" name="Group 21"/>
            <p:cNvGrpSpPr>
              <a:grpSpLocks/>
            </p:cNvGrpSpPr>
            <p:nvPr userDrawn="1">
              <p:custDataLst>
                <p:tags r:id="rId17"/>
              </p:custDataLst>
            </p:nvPr>
          </p:nvGrpSpPr>
          <p:grpSpPr bwMode="auto">
            <a:xfrm>
              <a:off x="6450012" y="3926681"/>
              <a:ext cx="3425033" cy="1653383"/>
              <a:chOff x="6450011" y="3926681"/>
              <a:chExt cx="3425034" cy="1653383"/>
            </a:xfrm>
          </p:grpSpPr>
          <p:sp>
            <p:nvSpPr>
              <p:cNvPr id="17" name="Oval 22"/>
              <p:cNvSpPr/>
              <p:nvPr/>
            </p:nvSpPr>
            <p:spPr>
              <a:xfrm>
                <a:off x="6821694" y="4042484"/>
                <a:ext cx="55785" cy="57006"/>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18" name="Oval 23"/>
              <p:cNvSpPr/>
              <p:nvPr/>
            </p:nvSpPr>
            <p:spPr>
              <a:xfrm>
                <a:off x="6449799" y="4283171"/>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19" name="Oval 24"/>
              <p:cNvSpPr/>
              <p:nvPr/>
            </p:nvSpPr>
            <p:spPr>
              <a:xfrm>
                <a:off x="6528310" y="4500635"/>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0" name="Oval 25"/>
              <p:cNvSpPr/>
              <p:nvPr/>
            </p:nvSpPr>
            <p:spPr>
              <a:xfrm>
                <a:off x="6685332" y="4680095"/>
                <a:ext cx="55785" cy="57006"/>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1" name="Oval 26"/>
              <p:cNvSpPr/>
              <p:nvPr/>
            </p:nvSpPr>
            <p:spPr>
              <a:xfrm>
                <a:off x="7234911" y="5150914"/>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2" name="Oval 27"/>
              <p:cNvSpPr/>
              <p:nvPr/>
            </p:nvSpPr>
            <p:spPr>
              <a:xfrm>
                <a:off x="6968386" y="5484499"/>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3" name="Oval 28"/>
              <p:cNvSpPr/>
              <p:nvPr/>
            </p:nvSpPr>
            <p:spPr>
              <a:xfrm>
                <a:off x="7121277" y="5524613"/>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4" name="Oval 29"/>
              <p:cNvSpPr/>
              <p:nvPr/>
            </p:nvSpPr>
            <p:spPr>
              <a:xfrm>
                <a:off x="9819582" y="5476054"/>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5" name="Oval 30"/>
              <p:cNvSpPr/>
              <p:nvPr/>
            </p:nvSpPr>
            <p:spPr>
              <a:xfrm>
                <a:off x="9272069" y="4965120"/>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6" name="Oval 31"/>
              <p:cNvSpPr/>
              <p:nvPr/>
            </p:nvSpPr>
            <p:spPr>
              <a:xfrm>
                <a:off x="9323722" y="4696985"/>
                <a:ext cx="55784" cy="57006"/>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7" name="Oval 32"/>
              <p:cNvSpPr/>
              <p:nvPr/>
            </p:nvSpPr>
            <p:spPr>
              <a:xfrm>
                <a:off x="9410497" y="4726543"/>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8" name="Oval 33"/>
              <p:cNvSpPr/>
              <p:nvPr/>
            </p:nvSpPr>
            <p:spPr>
              <a:xfrm>
                <a:off x="9418761" y="4589310"/>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29" name="Oval 34"/>
              <p:cNvSpPr/>
              <p:nvPr/>
            </p:nvSpPr>
            <p:spPr>
              <a:xfrm>
                <a:off x="9096452" y="4399293"/>
                <a:ext cx="55784" cy="5700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0" name="Oval 35"/>
              <p:cNvSpPr/>
              <p:nvPr/>
            </p:nvSpPr>
            <p:spPr>
              <a:xfrm>
                <a:off x="8933231" y="4684318"/>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1" name="Oval 36"/>
              <p:cNvSpPr/>
              <p:nvPr/>
            </p:nvSpPr>
            <p:spPr>
              <a:xfrm>
                <a:off x="8600592" y="4547084"/>
                <a:ext cx="55784" cy="5700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2" name="Oval 37"/>
              <p:cNvSpPr/>
              <p:nvPr/>
            </p:nvSpPr>
            <p:spPr>
              <a:xfrm>
                <a:off x="8612989" y="4673762"/>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3" name="Oval 38"/>
              <p:cNvSpPr/>
              <p:nvPr/>
            </p:nvSpPr>
            <p:spPr>
              <a:xfrm>
                <a:off x="8369191" y="4378180"/>
                <a:ext cx="55784" cy="5700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4" name="Oval 39"/>
              <p:cNvSpPr/>
              <p:nvPr/>
            </p:nvSpPr>
            <p:spPr>
              <a:xfrm>
                <a:off x="7844406" y="4437297"/>
                <a:ext cx="55784" cy="5700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5" name="Oval 40"/>
              <p:cNvSpPr/>
              <p:nvPr/>
            </p:nvSpPr>
            <p:spPr>
              <a:xfrm>
                <a:off x="7914653" y="4259948"/>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6" name="Oval 41"/>
              <p:cNvSpPr/>
              <p:nvPr/>
            </p:nvSpPr>
            <p:spPr>
              <a:xfrm>
                <a:off x="7982833" y="4259948"/>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7" name="Oval 42"/>
              <p:cNvSpPr/>
              <p:nvPr/>
            </p:nvSpPr>
            <p:spPr>
              <a:xfrm>
                <a:off x="8053080" y="4173384"/>
                <a:ext cx="55785" cy="57006"/>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8" name="Oval 43"/>
              <p:cNvSpPr/>
              <p:nvPr/>
            </p:nvSpPr>
            <p:spPr>
              <a:xfrm>
                <a:off x="8030353" y="4048818"/>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39" name="Oval 44"/>
              <p:cNvSpPr/>
              <p:nvPr/>
            </p:nvSpPr>
            <p:spPr>
              <a:xfrm>
                <a:off x="8137790" y="3926363"/>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0" name="Oval 45"/>
              <p:cNvSpPr/>
              <p:nvPr/>
            </p:nvSpPr>
            <p:spPr>
              <a:xfrm>
                <a:off x="8212169" y="3966477"/>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1" name="Oval 46"/>
              <p:cNvSpPr/>
              <p:nvPr/>
            </p:nvSpPr>
            <p:spPr>
              <a:xfrm>
                <a:off x="8146054" y="4034039"/>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2" name="Oval 47"/>
              <p:cNvSpPr/>
              <p:nvPr/>
            </p:nvSpPr>
            <p:spPr>
              <a:xfrm>
                <a:off x="8086137" y="4124825"/>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3" name="Oval 48"/>
              <p:cNvSpPr/>
              <p:nvPr/>
            </p:nvSpPr>
            <p:spPr>
              <a:xfrm>
                <a:off x="8150186" y="4116380"/>
                <a:ext cx="55784" cy="5700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4" name="Oval 49"/>
              <p:cNvSpPr/>
              <p:nvPr/>
            </p:nvSpPr>
            <p:spPr>
              <a:xfrm>
                <a:off x="8205970" y="4148048"/>
                <a:ext cx="53718"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5" name="Oval 50"/>
              <p:cNvSpPr/>
              <p:nvPr/>
            </p:nvSpPr>
            <p:spPr>
              <a:xfrm>
                <a:off x="8241094" y="4198720"/>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6" name="Oval 51"/>
              <p:cNvSpPr/>
              <p:nvPr/>
            </p:nvSpPr>
            <p:spPr>
              <a:xfrm>
                <a:off x="8243159" y="4259948"/>
                <a:ext cx="55785"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7" name="Oval 52"/>
              <p:cNvSpPr/>
              <p:nvPr/>
            </p:nvSpPr>
            <p:spPr>
              <a:xfrm>
                <a:off x="8170847" y="4276838"/>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sp>
            <p:nvSpPr>
              <p:cNvPr id="48" name="Oval 53"/>
              <p:cNvSpPr/>
              <p:nvPr/>
            </p:nvSpPr>
            <p:spPr>
              <a:xfrm>
                <a:off x="8129525" y="4202942"/>
                <a:ext cx="55784" cy="5489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710840" fontAlgn="auto">
                  <a:spcBef>
                    <a:spcPts val="0"/>
                  </a:spcBef>
                  <a:spcAft>
                    <a:spcPts val="0"/>
                  </a:spcAft>
                  <a:defRPr/>
                </a:pPr>
                <a:endParaRPr lang="en-US" sz="2300" dirty="0"/>
              </a:p>
            </p:txBody>
          </p:sp>
        </p:grpSp>
      </p:grpSp>
      <p:sp>
        <p:nvSpPr>
          <p:cNvPr id="344" name="Rectangle 9"/>
          <p:cNvSpPr>
            <a:spLocks noChangeArrowheads="1"/>
          </p:cNvSpPr>
          <p:nvPr userDrawn="1">
            <p:custDataLst>
              <p:tags r:id="rId15"/>
            </p:custDataLst>
          </p:nvPr>
        </p:nvSpPr>
        <p:spPr bwMode="gray">
          <a:xfrm>
            <a:off x="2063932" y="5430750"/>
            <a:ext cx="7864320" cy="3568301"/>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lIns="643068" tIns="91014" rIns="385841" bIns="257227" anchor="b"/>
          <a:lstStyle/>
          <a:p>
            <a:pPr algn="just" defTabSz="1863050" fontAlgn="auto">
              <a:spcBef>
                <a:spcPts val="0"/>
              </a:spcBef>
              <a:spcAft>
                <a:spcPts val="0"/>
              </a:spcAft>
              <a:defRPr/>
            </a:pPr>
            <a:r>
              <a:rPr lang="en-US" sz="3200" b="1" dirty="0">
                <a:solidFill>
                  <a:schemeClr val="bg1"/>
                </a:solidFill>
                <a:latin typeface="Arial"/>
                <a:cs typeface="Arial"/>
              </a:rPr>
              <a:t>About Capgemini</a:t>
            </a:r>
            <a:endParaRPr lang="en-US" sz="1800" dirty="0">
              <a:solidFill>
                <a:schemeClr val="bg1"/>
              </a:solidFill>
            </a:endParaRPr>
          </a:p>
          <a:p>
            <a:pPr algn="just" defTabSz="1710840" fontAlgn="auto">
              <a:spcBef>
                <a:spcPts val="0"/>
              </a:spcBef>
              <a:spcAft>
                <a:spcPts val="0"/>
              </a:spcAft>
              <a:defRPr/>
            </a:pPr>
            <a:endParaRPr lang="en-US" sz="1800" dirty="0">
              <a:solidFill>
                <a:schemeClr val="bg1"/>
              </a:solidFill>
            </a:endParaRPr>
          </a:p>
          <a:p>
            <a:pPr algn="just" defTabSz="1710840" fontAlgn="auto">
              <a:spcBef>
                <a:spcPts val="0"/>
              </a:spcBef>
              <a:spcAft>
                <a:spcPts val="0"/>
              </a:spcAft>
              <a:defRPr/>
            </a:pPr>
            <a:r>
              <a:rPr lang="en-US" sz="1800" dirty="0">
                <a:solidFill>
                  <a:schemeClr val="bg1"/>
                </a:solidFill>
              </a:rPr>
              <a:t>With more than 120,000 people in 40 countries, Capgemini is one of the world's foremost providers of consulting, technology and outsourcing services. The Group reported 2011 global revenues of EUR 9.7 billion.</a:t>
            </a:r>
          </a:p>
          <a:p>
            <a:pPr algn="just" defTabSz="1710840" fontAlgn="auto">
              <a:spcBef>
                <a:spcPts val="0"/>
              </a:spcBef>
              <a:spcAft>
                <a:spcPts val="0"/>
              </a:spcAft>
              <a:defRPr/>
            </a:pPr>
            <a:r>
              <a:rPr lang="en-US" sz="1800" dirty="0">
                <a:solidFill>
                  <a:schemeClr val="bg1"/>
                </a:solidFill>
              </a:rPr>
              <a:t>Together with its clients, Capgemini creates and delivers business and technology solutions that fit their needs and drive the results they want. A deeply multicultural organization, Capgemini has developed its own way of working, the Collaborative Business </a:t>
            </a:r>
            <a:r>
              <a:rPr lang="en-US" sz="1800" dirty="0" err="1">
                <a:solidFill>
                  <a:schemeClr val="bg1"/>
                </a:solidFill>
              </a:rPr>
              <a:t>Experience</a:t>
            </a:r>
            <a:r>
              <a:rPr lang="en-US" sz="1800" baseline="30000" dirty="0" err="1">
                <a:solidFill>
                  <a:schemeClr val="bg1"/>
                </a:solidFill>
              </a:rPr>
              <a:t>TM</a:t>
            </a:r>
            <a:r>
              <a:rPr lang="en-US" sz="1800" dirty="0">
                <a:solidFill>
                  <a:schemeClr val="bg1"/>
                </a:solidFill>
              </a:rPr>
              <a:t>, and draws on </a:t>
            </a:r>
            <a:r>
              <a:rPr lang="en-US" sz="1800" dirty="0" err="1">
                <a:solidFill>
                  <a:schemeClr val="bg1"/>
                </a:solidFill>
              </a:rPr>
              <a:t>Rightshore</a:t>
            </a:r>
            <a:r>
              <a:rPr lang="en-US" sz="1800" b="1" baseline="30000" dirty="0">
                <a:solidFill>
                  <a:schemeClr val="bg1"/>
                </a:solidFill>
              </a:rPr>
              <a:t> ®</a:t>
            </a:r>
            <a:r>
              <a:rPr lang="en-US" sz="1800" dirty="0">
                <a:solidFill>
                  <a:schemeClr val="bg1"/>
                </a:solidFill>
              </a:rPr>
              <a:t>, its worldwide delivery model.</a:t>
            </a:r>
          </a:p>
          <a:p>
            <a:pPr algn="just" defTabSz="1710840" fontAlgn="auto">
              <a:spcBef>
                <a:spcPts val="0"/>
              </a:spcBef>
              <a:spcAft>
                <a:spcPts val="0"/>
              </a:spcAft>
              <a:defRPr/>
            </a:pPr>
            <a:endParaRPr lang="en-US" sz="1900" dirty="0">
              <a:solidFill>
                <a:schemeClr val="bg1"/>
              </a:solidFill>
            </a:endParaRPr>
          </a:p>
          <a:p>
            <a:pPr algn="just" defTabSz="1710840" fontAlgn="auto">
              <a:spcBef>
                <a:spcPts val="0"/>
              </a:spcBef>
              <a:spcAft>
                <a:spcPts val="0"/>
              </a:spcAft>
              <a:defRPr/>
            </a:pPr>
            <a:r>
              <a:rPr lang="en-US" sz="1600" i="1" dirty="0" err="1">
                <a:solidFill>
                  <a:schemeClr val="bg1"/>
                </a:solidFill>
              </a:rPr>
              <a:t>Rightshore</a:t>
            </a:r>
            <a:r>
              <a:rPr lang="en-US" sz="1600" i="1" baseline="30000" dirty="0">
                <a:solidFill>
                  <a:schemeClr val="bg1"/>
                </a:solidFill>
              </a:rPr>
              <a:t>®</a:t>
            </a:r>
            <a:r>
              <a:rPr lang="en-US" sz="1600" i="1" dirty="0">
                <a:solidFill>
                  <a:schemeClr val="bg1"/>
                </a:solidFill>
              </a:rPr>
              <a:t> is a trademark belonging to Capgemini</a:t>
            </a:r>
            <a:endParaRPr lang="en-US" sz="1600" b="1" kern="0" noProof="1">
              <a:solidFill>
                <a:schemeClr val="bg1"/>
              </a:solidFill>
            </a:endParaRPr>
          </a:p>
        </p:txBody>
      </p:sp>
      <p:pic>
        <p:nvPicPr>
          <p:cNvPr id="345" name="Image 351" descr="CBE_Label_ppt.png"/>
          <p:cNvPicPr>
            <a:picLocks noChangeAspect="1"/>
          </p:cNvPicPr>
          <p:nvPr userDrawn="1"/>
        </p:nvPicPr>
        <p:blipFill>
          <a:blip r:embed="rId34" cstate="print"/>
          <a:srcRect/>
          <a:stretch>
            <a:fillRect/>
          </a:stretch>
        </p:blipFill>
        <p:spPr bwMode="auto">
          <a:xfrm>
            <a:off x="1603132" y="5207852"/>
            <a:ext cx="958360" cy="784156"/>
          </a:xfrm>
          <a:prstGeom prst="rect">
            <a:avLst/>
          </a:prstGeom>
          <a:noFill/>
          <a:ln w="9525">
            <a:noFill/>
            <a:miter lim="800000"/>
            <a:headEnd/>
            <a:tailEnd/>
          </a:ln>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7" cstate="screen"/>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412339"/>
            <a:ext cx="16459200" cy="1716088"/>
          </a:xfrm>
          <a:prstGeom prst="rect">
            <a:avLst/>
          </a:prstGeom>
        </p:spPr>
        <p:txBody>
          <a:bodyPr vert="horz" lIns="91241" tIns="45640" rIns="91241" bIns="45640" rtlCol="0" anchor="ctr">
            <a:normAutofit/>
          </a:body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Text Placeholder 2"/>
          <p:cNvSpPr>
            <a:spLocks noGrp="1"/>
          </p:cNvSpPr>
          <p:nvPr>
            <p:ph type="body" idx="1"/>
          </p:nvPr>
        </p:nvSpPr>
        <p:spPr>
          <a:xfrm>
            <a:off x="914400" y="2402525"/>
            <a:ext cx="16459200" cy="6795230"/>
          </a:xfrm>
          <a:prstGeom prst="rect">
            <a:avLst/>
          </a:prstGeom>
        </p:spPr>
        <p:txBody>
          <a:bodyPr vert="horz" lIns="91241" tIns="45640" rIns="91241" bIns="45640" rtlCol="0">
            <a:normAutofit/>
          </a:bodyPr>
          <a:lstStyle/>
          <a:p>
            <a:pPr lvl="0"/>
            <a:r>
              <a:rPr lang="fr-FR" dirty="0" smtClean="0"/>
              <a:t>Click to </a:t>
            </a:r>
            <a:r>
              <a:rPr lang="fr-FR" dirty="0" err="1" smtClean="0"/>
              <a:t>edit</a:t>
            </a:r>
            <a:r>
              <a:rPr lang="fr-FR" dirty="0" smtClean="0"/>
              <a:t> Master </a:t>
            </a:r>
            <a:r>
              <a:rPr lang="fr-FR" dirty="0" err="1" smtClean="0"/>
              <a:t>text</a:t>
            </a:r>
            <a:r>
              <a:rPr lang="fr-FR" dirty="0" smtClean="0"/>
              <a:t> styles</a:t>
            </a:r>
          </a:p>
          <a:p>
            <a:pPr lvl="1"/>
            <a:r>
              <a:rPr lang="fr-FR" dirty="0" smtClean="0"/>
              <a:t>Second </a:t>
            </a:r>
            <a:r>
              <a:rPr lang="fr-FR" dirty="0" err="1" smtClean="0"/>
              <a:t>level</a:t>
            </a:r>
            <a:endParaRPr lang="fr-FR" dirty="0" smtClean="0"/>
          </a:p>
          <a:p>
            <a:pPr lvl="2"/>
            <a:r>
              <a:rPr lang="fr-FR" dirty="0" err="1" smtClean="0"/>
              <a:t>Third</a:t>
            </a:r>
            <a:r>
              <a:rPr lang="fr-FR" dirty="0" smtClean="0"/>
              <a:t> </a:t>
            </a:r>
            <a:r>
              <a:rPr lang="fr-FR" dirty="0" err="1" smtClean="0"/>
              <a:t>level</a:t>
            </a:r>
            <a:endParaRPr lang="fr-FR" dirty="0" smtClean="0"/>
          </a:p>
          <a:p>
            <a:pPr lvl="3"/>
            <a:r>
              <a:rPr lang="fr-FR" dirty="0" err="1" smtClean="0"/>
              <a:t>Fourth</a:t>
            </a:r>
            <a:r>
              <a:rPr lang="fr-FR" dirty="0" smtClean="0"/>
              <a:t> </a:t>
            </a:r>
            <a:r>
              <a:rPr lang="fr-FR" dirty="0" err="1" smtClean="0"/>
              <a:t>level</a:t>
            </a:r>
            <a:endParaRPr lang="fr-FR" dirty="0" smtClean="0"/>
          </a:p>
          <a:p>
            <a:pPr lvl="4"/>
            <a:r>
              <a:rPr lang="fr-FR" dirty="0" err="1" smtClean="0"/>
              <a:t>Fifth</a:t>
            </a:r>
            <a:r>
              <a:rPr lang="fr-FR" dirty="0" smtClean="0"/>
              <a:t> </a:t>
            </a:r>
            <a:r>
              <a:rPr lang="fr-FR" dirty="0" err="1" smtClean="0"/>
              <a:t>level</a:t>
            </a:r>
            <a:endParaRPr lang="en-US" dirty="0"/>
          </a:p>
        </p:txBody>
      </p:sp>
      <p:pic>
        <p:nvPicPr>
          <p:cNvPr id="4" name="image5.png" descr="D:\Users\jehiggin\Documents\My Received Files\capblanc.png"/>
          <p:cNvPicPr/>
          <p:nvPr userDrawn="1"/>
        </p:nvPicPr>
        <p:blipFill>
          <a:blip r:embed="rId28" cstate="print">
            <a:duotone>
              <a:prstClr val="black"/>
              <a:schemeClr val="tx2">
                <a:tint val="45000"/>
                <a:satMod val="400000"/>
              </a:schemeClr>
            </a:duotone>
            <a:lum bright="-40000" contrast="-40000"/>
            <a:extLst/>
          </a:blip>
          <a:stretch>
            <a:fillRect/>
          </a:stretch>
        </p:blipFill>
        <p:spPr>
          <a:xfrm>
            <a:off x="1175658" y="9384549"/>
            <a:ext cx="2448272" cy="568094"/>
          </a:xfrm>
          <a:prstGeom prst="rect">
            <a:avLst/>
          </a:prstGeom>
          <a:ln w="12700">
            <a:miter lim="400000"/>
          </a:ln>
        </p:spPr>
      </p:pic>
      <p:sp>
        <p:nvSpPr>
          <p:cNvPr id="5" name="Shape 23"/>
          <p:cNvSpPr/>
          <p:nvPr userDrawn="1"/>
        </p:nvSpPr>
        <p:spPr>
          <a:xfrm>
            <a:off x="3239344" y="9499715"/>
            <a:ext cx="13537504" cy="452928"/>
          </a:xfrm>
          <a:prstGeom prst="rect">
            <a:avLst/>
          </a:prstGeom>
          <a:ln w="12700">
            <a:miter lim="400000"/>
          </a:ln>
          <a:extLst>
            <a:ext uri="{C572A759-6A51-4108-AA02-DFA0A04FC94B}">
              <ma14:wrappingTextBoxFlag xmlns:ma14="http://schemas.microsoft.com/office/mac/drawingml/2011/main" xmlns="" val="1"/>
            </a:ext>
          </a:extLst>
        </p:spPr>
        <p:txBody>
          <a:bodyPr wrap="square" lIns="71874" tIns="71874" rIns="71874" bIns="71874" anchor="b">
            <a:spAutoFit/>
          </a:bodyPr>
          <a:lstStyle>
            <a:lvl1pPr algn="ctr" defTabSz="995362">
              <a:lnSpc>
                <a:spcPct val="90000"/>
              </a:lnSpc>
              <a:defRPr sz="700">
                <a:solidFill>
                  <a:srgbClr val="595959"/>
                </a:solidFill>
              </a:defRPr>
            </a:lvl1pPr>
          </a:lstStyle>
          <a:p>
            <a:pPr marL="0" marR="0" lvl="0" indent="0" algn="ctr" defTabSz="912560" rtl="0" eaLnBrk="1" fontAlgn="auto" latinLnBrk="0" hangingPunct="1">
              <a:lnSpc>
                <a:spcPct val="100000"/>
              </a:lnSpc>
              <a:spcBef>
                <a:spcPts val="0"/>
              </a:spcBef>
              <a:spcAft>
                <a:spcPts val="0"/>
              </a:spcAft>
              <a:buClrTx/>
              <a:buSzTx/>
              <a:buFontTx/>
              <a:buNone/>
              <a:tabLst/>
              <a:defRPr/>
            </a:pPr>
            <a:r>
              <a:rPr lang="en-US" sz="2000" dirty="0" err="1" smtClean="0">
                <a:solidFill>
                  <a:schemeClr val="tx1">
                    <a:lumMod val="60000"/>
                    <a:lumOff val="40000"/>
                  </a:schemeClr>
                </a:solidFill>
                <a:latin typeface="Calibri" pitchFamily="34" charset="0"/>
              </a:rPr>
              <a:t>Soutenance</a:t>
            </a:r>
            <a:r>
              <a:rPr lang="en-US" sz="2000" baseline="0" dirty="0" smtClean="0">
                <a:solidFill>
                  <a:schemeClr val="tx1">
                    <a:lumMod val="60000"/>
                    <a:lumOff val="40000"/>
                  </a:schemeClr>
                </a:solidFill>
                <a:latin typeface="Calibri" pitchFamily="34" charset="0"/>
              </a:rPr>
              <a:t> de fin </a:t>
            </a:r>
            <a:r>
              <a:rPr lang="en-US" sz="2000" baseline="0" dirty="0" err="1" smtClean="0">
                <a:solidFill>
                  <a:schemeClr val="tx1">
                    <a:lumMod val="60000"/>
                    <a:lumOff val="40000"/>
                  </a:schemeClr>
                </a:solidFill>
                <a:latin typeface="Calibri" pitchFamily="34" charset="0"/>
              </a:rPr>
              <a:t>d’études</a:t>
            </a:r>
            <a:r>
              <a:rPr lang="en-US" sz="2000" baseline="0" dirty="0" smtClean="0">
                <a:solidFill>
                  <a:schemeClr val="tx1">
                    <a:lumMod val="60000"/>
                    <a:lumOff val="40000"/>
                  </a:schemeClr>
                </a:solidFill>
                <a:latin typeface="Calibri" pitchFamily="34" charset="0"/>
              </a:rPr>
              <a:t> – Tantely RANDRIA. – </a:t>
            </a:r>
            <a:r>
              <a:rPr lang="fr-FR" sz="2000" baseline="0" smtClean="0">
                <a:solidFill>
                  <a:schemeClr val="tx1">
                    <a:lumMod val="60000"/>
                    <a:lumOff val="40000"/>
                  </a:schemeClr>
                </a:solidFill>
                <a:latin typeface="Calibri" pitchFamily="34" charset="0"/>
              </a:rPr>
              <a:t>UFR Sciences et techniques Nantes</a:t>
            </a:r>
            <a:r>
              <a:rPr lang="en-US" sz="2000" baseline="0" smtClean="0">
                <a:solidFill>
                  <a:schemeClr val="tx1">
                    <a:lumMod val="60000"/>
                    <a:lumOff val="40000"/>
                  </a:schemeClr>
                </a:solidFill>
                <a:latin typeface="Calibri" pitchFamily="34" charset="0"/>
              </a:rPr>
              <a:t> – 07 juillet 2017</a:t>
            </a:r>
            <a:endParaRPr lang="en-US" sz="2000" dirty="0">
              <a:solidFill>
                <a:schemeClr val="tx1">
                  <a:lumMod val="60000"/>
                  <a:lumOff val="40000"/>
                </a:schemeClr>
              </a:solidFill>
              <a:latin typeface="Calibri" pitchFamily="34" charset="0"/>
            </a:endParaRPr>
          </a:p>
        </p:txBody>
      </p:sp>
      <p:sp>
        <p:nvSpPr>
          <p:cNvPr id="6" name="Slide Number Placeholder 5"/>
          <p:cNvSpPr txBox="1">
            <a:spLocks/>
          </p:cNvSpPr>
          <p:nvPr userDrawn="1"/>
        </p:nvSpPr>
        <p:spPr>
          <a:xfrm>
            <a:off x="13106400" y="9424604"/>
            <a:ext cx="4267200" cy="548195"/>
          </a:xfrm>
          <a:prstGeom prst="rect">
            <a:avLst/>
          </a:prstGeom>
        </p:spPr>
        <p:txBody>
          <a:bodyPr vert="horz" lIns="182519" tIns="91241" rIns="182519" bIns="91241" rtlCol="0" anchor="ctr"/>
          <a:lstStyle>
            <a:lvl1pPr algn="r">
              <a:defRPr sz="1200">
                <a:solidFill>
                  <a:schemeClr val="tx1">
                    <a:tint val="75000"/>
                  </a:schemeClr>
                </a:solidFill>
              </a:defRPr>
            </a:lvl1pPr>
          </a:lstStyle>
          <a:p>
            <a:pPr>
              <a:defRPr/>
            </a:pPr>
            <a:fld id="{EAFEDC55-65C2-4245-A27D-13D7DF09935A}" type="slidenum">
              <a:rPr lang="en-US" sz="2000" smtClean="0">
                <a:solidFill>
                  <a:prstClr val="black">
                    <a:tint val="75000"/>
                  </a:prstClr>
                </a:solidFill>
              </a:rPr>
              <a:pPr>
                <a:defRPr/>
              </a:pPr>
              <a:t>‹N°›</a:t>
            </a:fld>
            <a:endParaRPr lang="en-US" sz="1400" dirty="0">
              <a:solidFill>
                <a:prstClr val="black">
                  <a:tint val="75000"/>
                </a:prstClr>
              </a:solidFill>
            </a:endParaRPr>
          </a:p>
        </p:txBody>
      </p:sp>
    </p:spTree>
    <p:extLst>
      <p:ext uri="{BB962C8B-B14F-4D97-AF65-F5344CB8AC3E}">
        <p14:creationId xmlns:p14="http://schemas.microsoft.com/office/powerpoint/2010/main" val="3802551601"/>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781" r:id="rId3"/>
    <p:sldLayoutId id="2147483830" r:id="rId4"/>
    <p:sldLayoutId id="2147483777" r:id="rId5"/>
    <p:sldLayoutId id="2147483780" r:id="rId6"/>
    <p:sldLayoutId id="2147483782" r:id="rId7"/>
    <p:sldLayoutId id="2147483779" r:id="rId8"/>
    <p:sldLayoutId id="2147483778" r:id="rId9"/>
    <p:sldLayoutId id="2147483737" r:id="rId10"/>
    <p:sldLayoutId id="2147483774" r:id="rId11"/>
    <p:sldLayoutId id="2147483775" r:id="rId12"/>
    <p:sldLayoutId id="2147483825" r:id="rId13"/>
    <p:sldLayoutId id="2147483826" r:id="rId14"/>
    <p:sldLayoutId id="2147483812" r:id="rId15"/>
    <p:sldLayoutId id="2147483813" r:id="rId16"/>
    <p:sldLayoutId id="2147483814" r:id="rId17"/>
    <p:sldLayoutId id="2147483815" r:id="rId18"/>
    <p:sldLayoutId id="2147483816" r:id="rId19"/>
    <p:sldLayoutId id="2147483818" r:id="rId20"/>
    <p:sldLayoutId id="2147483819" r:id="rId21"/>
    <p:sldLayoutId id="2147483821" r:id="rId22"/>
    <p:sldLayoutId id="2147483822" r:id="rId23"/>
    <p:sldLayoutId id="2147483823" r:id="rId24"/>
    <p:sldLayoutId id="2147483829" r:id="rId25"/>
  </p:sldLayoutIdLst>
  <p:transition>
    <p:push/>
  </p:transition>
  <p:timing>
    <p:tnLst>
      <p:par>
        <p:cTn id="1" dur="indefinite" restart="never" nodeType="tmRoot"/>
      </p:par>
    </p:tnLst>
  </p:timing>
  <p:hf hdr="0"/>
  <p:txStyles>
    <p:titleStyle>
      <a:lvl1pPr algn="l" defTabSz="912604" rtl="0" eaLnBrk="1" latinLnBrk="0" hangingPunct="1">
        <a:spcBef>
          <a:spcPct val="0"/>
        </a:spcBef>
        <a:buNone/>
        <a:defRPr sz="6400" kern="1200">
          <a:solidFill>
            <a:srgbClr val="02AFE9"/>
          </a:solidFill>
          <a:latin typeface="+mj-lt"/>
          <a:ea typeface="+mj-ea"/>
          <a:cs typeface="Arial" pitchFamily="34" charset="0"/>
        </a:defRPr>
      </a:lvl1pPr>
    </p:titleStyle>
    <p:bodyStyle>
      <a:lvl1pPr marL="684467" indent="-684467" algn="l" defTabSz="912604" rtl="0" eaLnBrk="1" latinLnBrk="0" hangingPunct="1">
        <a:spcBef>
          <a:spcPct val="20000"/>
        </a:spcBef>
        <a:buFont typeface="Arial"/>
        <a:buChar char="•"/>
        <a:defRPr sz="5600" kern="1200">
          <a:solidFill>
            <a:schemeClr val="tx1">
              <a:lumMod val="65000"/>
              <a:lumOff val="35000"/>
            </a:schemeClr>
          </a:solidFill>
          <a:latin typeface="Segoe UI" pitchFamily="34" charset="0"/>
          <a:ea typeface="Segoe UI" pitchFamily="34" charset="0"/>
          <a:cs typeface="Segoe UI" pitchFamily="34" charset="0"/>
        </a:defRPr>
      </a:lvl1pPr>
      <a:lvl2pPr marL="1483005" indent="-570369" algn="l" defTabSz="912604" rtl="0" eaLnBrk="1" latinLnBrk="0" hangingPunct="1">
        <a:spcBef>
          <a:spcPct val="20000"/>
        </a:spcBef>
        <a:buFont typeface="Arial"/>
        <a:buChar char="–"/>
        <a:defRPr sz="4800" kern="1200">
          <a:solidFill>
            <a:schemeClr val="tx1">
              <a:lumMod val="65000"/>
              <a:lumOff val="35000"/>
            </a:schemeClr>
          </a:solidFill>
          <a:latin typeface="Segoe UI" pitchFamily="34" charset="0"/>
          <a:ea typeface="Segoe UI" pitchFamily="34" charset="0"/>
          <a:cs typeface="Segoe UI" pitchFamily="34"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pitchFamily="34" charset="0"/>
          <a:ea typeface="Segoe UI" pitchFamily="34" charset="0"/>
          <a:cs typeface="Segoe UI" pitchFamily="34" charset="0"/>
        </a:defRPr>
      </a:lvl3pPr>
      <a:lvl4pPr marL="3194154" indent="-456303" algn="l" defTabSz="912604" rtl="0" eaLnBrk="1" latinLnBrk="0" hangingPunct="1">
        <a:spcBef>
          <a:spcPct val="20000"/>
        </a:spcBef>
        <a:buFont typeface="Arial"/>
        <a:buChar char="–"/>
        <a:defRPr sz="3600" kern="1200">
          <a:solidFill>
            <a:schemeClr val="tx1">
              <a:lumMod val="65000"/>
              <a:lumOff val="35000"/>
            </a:schemeClr>
          </a:solidFill>
          <a:latin typeface="Segoe UI" pitchFamily="34" charset="0"/>
          <a:ea typeface="Segoe UI" pitchFamily="34" charset="0"/>
          <a:cs typeface="Segoe UI" pitchFamily="34" charset="0"/>
        </a:defRPr>
      </a:lvl4pPr>
      <a:lvl5pPr marL="4106764" indent="-456303" algn="l" defTabSz="912604" rtl="0" eaLnBrk="1" latinLnBrk="0" hangingPunct="1">
        <a:spcBef>
          <a:spcPct val="20000"/>
        </a:spcBef>
        <a:buFont typeface="Arial"/>
        <a:buChar char="»"/>
        <a:defRPr sz="3600" kern="1200">
          <a:solidFill>
            <a:schemeClr val="tx1">
              <a:lumMod val="65000"/>
              <a:lumOff val="35000"/>
            </a:schemeClr>
          </a:solidFill>
          <a:latin typeface="Segoe UI" pitchFamily="34" charset="0"/>
          <a:ea typeface="Segoe UI" pitchFamily="34" charset="0"/>
          <a:cs typeface="Segoe UI" pitchFamily="34"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p:bodyStyle>
    <p:otherStyle>
      <a:defPPr>
        <a:defRPr lang="en-US"/>
      </a:defPPr>
      <a:lvl1pPr marL="0" algn="l" defTabSz="912604" rtl="0" eaLnBrk="1" latinLnBrk="0" hangingPunct="1">
        <a:defRPr sz="3600" kern="1200">
          <a:solidFill>
            <a:schemeClr val="tx1"/>
          </a:solidFill>
          <a:latin typeface="+mn-lt"/>
          <a:ea typeface="+mn-ea"/>
          <a:cs typeface="+mn-cs"/>
        </a:defRPr>
      </a:lvl1pPr>
      <a:lvl2pPr marL="912604" algn="l" defTabSz="912604" rtl="0" eaLnBrk="1" latinLnBrk="0" hangingPunct="1">
        <a:defRPr sz="3600" kern="1200">
          <a:solidFill>
            <a:schemeClr val="tx1"/>
          </a:solidFill>
          <a:latin typeface="+mn-lt"/>
          <a:ea typeface="+mn-ea"/>
          <a:cs typeface="+mn-cs"/>
        </a:defRPr>
      </a:lvl2pPr>
      <a:lvl3pPr marL="1825231" algn="l" defTabSz="912604" rtl="0" eaLnBrk="1" latinLnBrk="0" hangingPunct="1">
        <a:defRPr sz="3600" kern="1200">
          <a:solidFill>
            <a:schemeClr val="tx1"/>
          </a:solidFill>
          <a:latin typeface="+mn-lt"/>
          <a:ea typeface="+mn-ea"/>
          <a:cs typeface="+mn-cs"/>
        </a:defRPr>
      </a:lvl3pPr>
      <a:lvl4pPr marL="2737851" algn="l" defTabSz="912604" rtl="0" eaLnBrk="1" latinLnBrk="0" hangingPunct="1">
        <a:defRPr sz="3600" kern="1200">
          <a:solidFill>
            <a:schemeClr val="tx1"/>
          </a:solidFill>
          <a:latin typeface="+mn-lt"/>
          <a:ea typeface="+mn-ea"/>
          <a:cs typeface="+mn-cs"/>
        </a:defRPr>
      </a:lvl4pPr>
      <a:lvl5pPr marL="3650455" algn="l" defTabSz="912604" rtl="0" eaLnBrk="1" latinLnBrk="0" hangingPunct="1">
        <a:defRPr sz="3600" kern="1200">
          <a:solidFill>
            <a:schemeClr val="tx1"/>
          </a:solidFill>
          <a:latin typeface="+mn-lt"/>
          <a:ea typeface="+mn-ea"/>
          <a:cs typeface="+mn-cs"/>
        </a:defRPr>
      </a:lvl5pPr>
      <a:lvl6pPr marL="4563077" algn="l" defTabSz="912604" rtl="0" eaLnBrk="1" latinLnBrk="0" hangingPunct="1">
        <a:defRPr sz="3600" kern="1200">
          <a:solidFill>
            <a:schemeClr val="tx1"/>
          </a:solidFill>
          <a:latin typeface="+mn-lt"/>
          <a:ea typeface="+mn-ea"/>
          <a:cs typeface="+mn-cs"/>
        </a:defRPr>
      </a:lvl6pPr>
      <a:lvl7pPr marL="5475696" algn="l" defTabSz="912604" rtl="0" eaLnBrk="1" latinLnBrk="0" hangingPunct="1">
        <a:defRPr sz="3600" kern="1200">
          <a:solidFill>
            <a:schemeClr val="tx1"/>
          </a:solidFill>
          <a:latin typeface="+mn-lt"/>
          <a:ea typeface="+mn-ea"/>
          <a:cs typeface="+mn-cs"/>
        </a:defRPr>
      </a:lvl7pPr>
      <a:lvl8pPr marL="6388308" algn="l" defTabSz="912604" rtl="0" eaLnBrk="1" latinLnBrk="0" hangingPunct="1">
        <a:defRPr sz="3600" kern="1200">
          <a:solidFill>
            <a:schemeClr val="tx1"/>
          </a:solidFill>
          <a:latin typeface="+mn-lt"/>
          <a:ea typeface="+mn-ea"/>
          <a:cs typeface="+mn-cs"/>
        </a:defRPr>
      </a:lvl8pPr>
      <a:lvl9pPr marL="7300918" algn="l" defTabSz="912604"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6.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22.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ous-titre 2"/>
          <p:cNvSpPr txBox="1">
            <a:spLocks/>
          </p:cNvSpPr>
          <p:nvPr/>
        </p:nvSpPr>
        <p:spPr>
          <a:xfrm>
            <a:off x="919605" y="6865520"/>
            <a:ext cx="5881250" cy="2175835"/>
          </a:xfrm>
          <a:prstGeom prst="rect">
            <a:avLst/>
          </a:prstGeom>
        </p:spPr>
        <p:txBody>
          <a:bodyPr vert="horz" lIns="0" tIns="45640" rIns="792082" bIns="45640" rtlCol="0">
            <a:normAutofit/>
          </a:bodyPr>
          <a:lstStyle>
            <a:lvl1pPr marL="0" indent="0" algn="ctr" defTabSz="912604" rtl="0" eaLnBrk="1" latinLnBrk="0" hangingPunct="1">
              <a:spcBef>
                <a:spcPct val="20000"/>
              </a:spcBef>
              <a:buFont typeface="Arial"/>
              <a:buNone/>
              <a:defRPr sz="3200" kern="1200">
                <a:solidFill>
                  <a:schemeClr val="tx1">
                    <a:tint val="75000"/>
                  </a:schemeClr>
                </a:solidFill>
                <a:latin typeface="Segoe UI Light" pitchFamily="34" charset="0"/>
                <a:ea typeface="Segoe UI" pitchFamily="34" charset="0"/>
                <a:cs typeface="Segoe UI" pitchFamily="34" charset="0"/>
              </a:defRPr>
            </a:lvl1pPr>
            <a:lvl2pPr marL="914490" indent="0" algn="ctr" defTabSz="912604" rtl="0" eaLnBrk="1" latinLnBrk="0" hangingPunct="1">
              <a:spcBef>
                <a:spcPct val="20000"/>
              </a:spcBef>
              <a:buFont typeface="Arial"/>
              <a:buNone/>
              <a:defRPr sz="4800" kern="1200">
                <a:solidFill>
                  <a:schemeClr val="tx1">
                    <a:tint val="75000"/>
                  </a:schemeClr>
                </a:solidFill>
                <a:latin typeface="Segoe UI" pitchFamily="34" charset="0"/>
                <a:ea typeface="Segoe UI" pitchFamily="34" charset="0"/>
                <a:cs typeface="Segoe UI" pitchFamily="34" charset="0"/>
              </a:defRPr>
            </a:lvl2pPr>
            <a:lvl3pPr marL="1828985" indent="0" algn="ctr" defTabSz="912604" rtl="0" eaLnBrk="1" latinLnBrk="0" hangingPunct="1">
              <a:spcBef>
                <a:spcPct val="20000"/>
              </a:spcBef>
              <a:buFont typeface="Arial"/>
              <a:buNone/>
              <a:defRPr sz="4000" kern="1200">
                <a:solidFill>
                  <a:schemeClr val="tx1">
                    <a:tint val="75000"/>
                  </a:schemeClr>
                </a:solidFill>
                <a:latin typeface="Segoe UI" pitchFamily="34" charset="0"/>
                <a:ea typeface="Segoe UI" pitchFamily="34" charset="0"/>
                <a:cs typeface="Segoe UI" pitchFamily="34" charset="0"/>
              </a:defRPr>
            </a:lvl3pPr>
            <a:lvl4pPr marL="2743475" indent="0" algn="ctr" defTabSz="912604" rtl="0" eaLnBrk="1" latinLnBrk="0" hangingPunct="1">
              <a:spcBef>
                <a:spcPct val="20000"/>
              </a:spcBef>
              <a:buFont typeface="Arial"/>
              <a:buNone/>
              <a:defRPr sz="3600" kern="1200">
                <a:solidFill>
                  <a:schemeClr val="tx1">
                    <a:tint val="75000"/>
                  </a:schemeClr>
                </a:solidFill>
                <a:latin typeface="Segoe UI" pitchFamily="34" charset="0"/>
                <a:ea typeface="Segoe UI" pitchFamily="34" charset="0"/>
                <a:cs typeface="Segoe UI" pitchFamily="34" charset="0"/>
              </a:defRPr>
            </a:lvl4pPr>
            <a:lvl5pPr marL="3657965" indent="0" algn="ctr" defTabSz="912604" rtl="0" eaLnBrk="1" latinLnBrk="0" hangingPunct="1">
              <a:spcBef>
                <a:spcPct val="20000"/>
              </a:spcBef>
              <a:buFont typeface="Arial"/>
              <a:buNone/>
              <a:defRPr sz="3600" kern="1200">
                <a:solidFill>
                  <a:schemeClr val="tx1">
                    <a:tint val="75000"/>
                  </a:schemeClr>
                </a:solidFill>
                <a:latin typeface="Segoe UI" pitchFamily="34" charset="0"/>
                <a:ea typeface="Segoe UI" pitchFamily="34" charset="0"/>
                <a:cs typeface="Segoe UI" pitchFamily="34" charset="0"/>
              </a:defRPr>
            </a:lvl5pPr>
            <a:lvl6pPr marL="4572455" indent="0" algn="ctr" defTabSz="912604" rtl="0" eaLnBrk="1" latinLnBrk="0" hangingPunct="1">
              <a:spcBef>
                <a:spcPct val="20000"/>
              </a:spcBef>
              <a:buFont typeface="Arial"/>
              <a:buNone/>
              <a:defRPr sz="4000" kern="1200">
                <a:solidFill>
                  <a:schemeClr val="tx1">
                    <a:tint val="75000"/>
                  </a:schemeClr>
                </a:solidFill>
                <a:latin typeface="+mn-lt"/>
                <a:ea typeface="+mn-ea"/>
                <a:cs typeface="+mn-cs"/>
              </a:defRPr>
            </a:lvl6pPr>
            <a:lvl7pPr marL="5486948" indent="0" algn="ctr" defTabSz="912604" rtl="0" eaLnBrk="1" latinLnBrk="0" hangingPunct="1">
              <a:spcBef>
                <a:spcPct val="20000"/>
              </a:spcBef>
              <a:buFont typeface="Arial"/>
              <a:buNone/>
              <a:defRPr sz="4000" kern="1200">
                <a:solidFill>
                  <a:schemeClr val="tx1">
                    <a:tint val="75000"/>
                  </a:schemeClr>
                </a:solidFill>
                <a:latin typeface="+mn-lt"/>
                <a:ea typeface="+mn-ea"/>
                <a:cs typeface="+mn-cs"/>
              </a:defRPr>
            </a:lvl7pPr>
            <a:lvl8pPr marL="6401438" indent="0" algn="ctr" defTabSz="912604" rtl="0" eaLnBrk="1" latinLnBrk="0" hangingPunct="1">
              <a:spcBef>
                <a:spcPct val="20000"/>
              </a:spcBef>
              <a:buFont typeface="Arial"/>
              <a:buNone/>
              <a:defRPr sz="4000" kern="1200">
                <a:solidFill>
                  <a:schemeClr val="tx1">
                    <a:tint val="75000"/>
                  </a:schemeClr>
                </a:solidFill>
                <a:latin typeface="+mn-lt"/>
                <a:ea typeface="+mn-ea"/>
                <a:cs typeface="+mn-cs"/>
              </a:defRPr>
            </a:lvl8pPr>
            <a:lvl9pPr marL="7315930" indent="0" algn="ctr" defTabSz="912604" rtl="0" eaLnBrk="1" latinLnBrk="0" hangingPunct="1">
              <a:spcBef>
                <a:spcPct val="20000"/>
              </a:spcBef>
              <a:buFont typeface="Arial"/>
              <a:buNone/>
              <a:defRPr sz="4000" kern="1200">
                <a:solidFill>
                  <a:schemeClr val="tx1">
                    <a:tint val="75000"/>
                  </a:schemeClr>
                </a:solidFill>
                <a:latin typeface="+mn-lt"/>
                <a:ea typeface="+mn-ea"/>
                <a:cs typeface="+mn-cs"/>
              </a:defRPr>
            </a:lvl9pPr>
          </a:lstStyle>
          <a:p>
            <a:pPr algn="l"/>
            <a:endParaRPr lang="fr-FR" sz="2000" b="1" dirty="0" smtClean="0">
              <a:solidFill>
                <a:schemeClr val="bg1"/>
              </a:solidFill>
            </a:endParaRPr>
          </a:p>
        </p:txBody>
      </p:sp>
      <p:sp>
        <p:nvSpPr>
          <p:cNvPr id="14" name="Titre 1"/>
          <p:cNvSpPr txBox="1">
            <a:spLocks/>
          </p:cNvSpPr>
          <p:nvPr/>
        </p:nvSpPr>
        <p:spPr>
          <a:xfrm>
            <a:off x="92352" y="2411958"/>
            <a:ext cx="8423920" cy="4411231"/>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
            </a:r>
            <a:br>
              <a:rPr lang="fr-FR" sz="3200" b="1" dirty="0" smtClean="0">
                <a:ea typeface="+mn-ea"/>
                <a:cs typeface="Segoe" pitchFamily="34" charset="0"/>
              </a:rPr>
            </a:br>
            <a:r>
              <a:rPr lang="fr-FR" sz="3200" b="1" dirty="0" smtClean="0">
                <a:ea typeface="+mn-ea"/>
                <a:cs typeface="Segoe" pitchFamily="34" charset="0"/>
              </a:rPr>
              <a:t/>
            </a:r>
            <a:br>
              <a:rPr lang="fr-FR" sz="3200" b="1" dirty="0" smtClean="0">
                <a:ea typeface="+mn-ea"/>
                <a:cs typeface="Segoe" pitchFamily="34" charset="0"/>
              </a:rPr>
            </a:br>
            <a:r>
              <a:rPr lang="fr-FR" sz="5400" dirty="0" smtClean="0"/>
              <a:t>Tantely RANDRIA.</a:t>
            </a:r>
            <a:r>
              <a:rPr lang="fr-FR" sz="3200" dirty="0" smtClean="0"/>
              <a:t/>
            </a:r>
            <a:br>
              <a:rPr lang="fr-FR" sz="3200" dirty="0" smtClean="0"/>
            </a:br>
            <a:r>
              <a:rPr lang="fr-FR" sz="3200" dirty="0" smtClean="0"/>
              <a:t/>
            </a:r>
            <a:br>
              <a:rPr lang="fr-FR" sz="3200" dirty="0" smtClean="0"/>
            </a:br>
            <a:r>
              <a:rPr lang="fr-FR" sz="3200" dirty="0" smtClean="0"/>
              <a:t/>
            </a:r>
            <a:br>
              <a:rPr lang="fr-FR" sz="3200" dirty="0" smtClean="0"/>
            </a:br>
            <a:r>
              <a:rPr lang="fr-FR" sz="3200" dirty="0" smtClean="0"/>
              <a:t>Tuteur entreprise : Xavier DESNOYERS</a:t>
            </a:r>
            <a:br>
              <a:rPr lang="fr-FR" sz="3200" dirty="0" smtClean="0"/>
            </a:br>
            <a:r>
              <a:rPr lang="fr-FR" sz="3200" dirty="0" smtClean="0"/>
              <a:t>Tuteur école : </a:t>
            </a:r>
            <a:r>
              <a:rPr lang="fr-FR" sz="3200"/>
              <a:t>Mourad </a:t>
            </a:r>
            <a:r>
              <a:rPr lang="fr-FR" sz="3200" smtClean="0"/>
              <a:t>OUSSALAH</a:t>
            </a:r>
            <a:endParaRPr lang="fr-FR" sz="3200" b="1" dirty="0">
              <a:ea typeface="+mn-ea"/>
              <a:cs typeface="Segoe" pitchFamily="34" charset="0"/>
            </a:endParaRPr>
          </a:p>
        </p:txBody>
      </p:sp>
      <p:pic>
        <p:nvPicPr>
          <p:cNvPr id="10" name="image5.png" descr="D:\Users\jehiggin\Documents\My Received Files\capblanc.png"/>
          <p:cNvPicPr/>
          <p:nvPr/>
        </p:nvPicPr>
        <p:blipFill>
          <a:blip r:embed="rId3" cstate="print">
            <a:duotone>
              <a:prstClr val="black"/>
              <a:schemeClr val="tx2">
                <a:tint val="45000"/>
                <a:satMod val="400000"/>
              </a:schemeClr>
            </a:duotone>
            <a:lum bright="-40000" contrast="-40000"/>
            <a:extLst/>
          </a:blip>
          <a:stretch>
            <a:fillRect/>
          </a:stretch>
        </p:blipFill>
        <p:spPr>
          <a:xfrm>
            <a:off x="5615609" y="8638542"/>
            <a:ext cx="3888432" cy="1257444"/>
          </a:xfrm>
          <a:prstGeom prst="rect">
            <a:avLst/>
          </a:prstGeom>
          <a:ln w="12700">
            <a:miter lim="400000"/>
          </a:ln>
        </p:spPr>
      </p:pic>
      <p:pic>
        <p:nvPicPr>
          <p:cNvPr id="6" name="Image 5" descr="D:\PERSO\RAPPORT\logo.gif"/>
          <p:cNvPicPr/>
          <p:nvPr/>
        </p:nvPicPr>
        <p:blipFill>
          <a:blip r:embed="rId4">
            <a:extLst>
              <a:ext uri="{28A0092B-C50C-407E-A947-70E740481C1C}">
                <a14:useLocalDpi xmlns:a14="http://schemas.microsoft.com/office/drawing/2010/main" val="0"/>
              </a:ext>
            </a:extLst>
          </a:blip>
          <a:srcRect/>
          <a:stretch>
            <a:fillRect/>
          </a:stretch>
        </p:blipFill>
        <p:spPr bwMode="auto">
          <a:xfrm>
            <a:off x="91100" y="8214796"/>
            <a:ext cx="4300372" cy="1830009"/>
          </a:xfrm>
          <a:prstGeom prst="rect">
            <a:avLst/>
          </a:prstGeom>
          <a:solidFill>
            <a:srgbClr val="FFFFFF"/>
          </a:solidFill>
          <a:ln>
            <a:noFill/>
          </a:ln>
        </p:spPr>
      </p:pic>
      <p:sp>
        <p:nvSpPr>
          <p:cNvPr id="3" name="Rectangle 2"/>
          <p:cNvSpPr>
            <a:spLocks noChangeArrowheads="1"/>
          </p:cNvSpPr>
          <p:nvPr/>
        </p:nvSpPr>
        <p:spPr bwMode="auto">
          <a:xfrm>
            <a:off x="668310" y="424191"/>
            <a:ext cx="16969710" cy="523220"/>
          </a:xfrm>
          <a:prstGeom prst="rect">
            <a:avLst/>
          </a:prstGeom>
          <a:solidFill>
            <a:schemeClr val="tx2">
              <a:lumMod val="20000"/>
              <a:lumOff val="80000"/>
            </a:schemeClr>
          </a:solidFill>
          <a:ln>
            <a:noFill/>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fr-FR" sz="2800" b="1" i="0" u="none" strike="noStrike" cap="none" normalizeH="0" baseline="0" dirty="0" smtClean="0">
                <a:ln>
                  <a:noFill/>
                </a:ln>
                <a:solidFill>
                  <a:srgbClr val="002060"/>
                </a:solidFill>
                <a:effectLst/>
                <a:latin typeface="Arial" panose="020B0604020202020204" pitchFamily="34" charset="0"/>
                <a:ea typeface="Times New Roman" panose="02020603050405020304" pitchFamily="18" charset="0"/>
                <a:cs typeface="Arial" panose="020B0604020202020204" pitchFamily="34" charset="0"/>
              </a:rPr>
              <a:t>R</a:t>
            </a:r>
            <a:r>
              <a:rPr kumimoji="0" lang="fr-FR" altLang="fr-FR" sz="2800" b="1" i="0" u="none" strike="noStrike" cap="none" normalizeH="0" baseline="0" dirty="0" smtClean="0">
                <a:ln>
                  <a:noFill/>
                </a:ln>
                <a:solidFill>
                  <a:srgbClr val="002060"/>
                </a:solidFill>
                <a:effectLst/>
                <a:latin typeface="Calibri" panose="020F0502020204030204" pitchFamily="34" charset="0"/>
                <a:ea typeface="Times New Roman" panose="02020603050405020304" pitchFamily="18" charset="0"/>
                <a:cs typeface="Arial" panose="020B0604020202020204" pitchFamily="34" charset="0"/>
              </a:rPr>
              <a:t>é</a:t>
            </a:r>
            <a:r>
              <a:rPr kumimoji="0" lang="fr-FR" altLang="fr-FR" sz="2800" b="1" i="0" u="none" strike="noStrike" cap="none" normalizeH="0" baseline="0" dirty="0" smtClean="0">
                <a:ln>
                  <a:noFill/>
                </a:ln>
                <a:solidFill>
                  <a:srgbClr val="002060"/>
                </a:solidFill>
                <a:effectLst/>
                <a:latin typeface="Arial" panose="020B0604020202020204" pitchFamily="34" charset="0"/>
                <a:ea typeface="Times New Roman" panose="02020603050405020304" pitchFamily="18" charset="0"/>
                <a:cs typeface="Arial" panose="020B0604020202020204" pitchFamily="34" charset="0"/>
              </a:rPr>
              <a:t>alisation d</a:t>
            </a:r>
            <a:r>
              <a:rPr kumimoji="0" lang="fr-FR" altLang="fr-FR" sz="2800" b="1" i="0" u="none" strike="noStrike" cap="none" normalizeH="0" baseline="0" dirty="0" smtClean="0">
                <a:ln>
                  <a:noFill/>
                </a:ln>
                <a:solidFill>
                  <a:srgbClr val="002060"/>
                </a:solidFill>
                <a:effectLst/>
                <a:latin typeface="Calibri" panose="020F0502020204030204" pitchFamily="34" charset="0"/>
                <a:ea typeface="Times New Roman" panose="02020603050405020304" pitchFamily="18" charset="0"/>
                <a:cs typeface="Arial" panose="020B0604020202020204" pitchFamily="34" charset="0"/>
              </a:rPr>
              <a:t>’</a:t>
            </a:r>
            <a:r>
              <a:rPr kumimoji="0" lang="fr-FR" altLang="fr-FR" sz="2800" b="1" i="0" u="none" strike="noStrike" cap="none" normalizeH="0" baseline="0" dirty="0" smtClean="0">
                <a:ln>
                  <a:noFill/>
                </a:ln>
                <a:solidFill>
                  <a:srgbClr val="002060"/>
                </a:solidFill>
                <a:effectLst/>
                <a:latin typeface="Arial" panose="020B0604020202020204" pitchFamily="34" charset="0"/>
                <a:ea typeface="Times New Roman" panose="02020603050405020304" pitchFamily="18" charset="0"/>
                <a:cs typeface="Arial" panose="020B0604020202020204" pitchFamily="34" charset="0"/>
              </a:rPr>
              <a:t>une version majeure d</a:t>
            </a:r>
            <a:r>
              <a:rPr kumimoji="0" lang="fr-FR" altLang="fr-FR" sz="2800" b="1" i="0" u="none" strike="noStrike" cap="none" normalizeH="0" baseline="0" dirty="0" smtClean="0">
                <a:ln>
                  <a:noFill/>
                </a:ln>
                <a:solidFill>
                  <a:srgbClr val="002060"/>
                </a:solidFill>
                <a:effectLst/>
                <a:latin typeface="Calibri" panose="020F0502020204030204" pitchFamily="34" charset="0"/>
                <a:ea typeface="Times New Roman" panose="02020603050405020304" pitchFamily="18" charset="0"/>
                <a:cs typeface="Arial" panose="020B0604020202020204" pitchFamily="34" charset="0"/>
              </a:rPr>
              <a:t>’</a:t>
            </a:r>
            <a:r>
              <a:rPr kumimoji="0" lang="fr-FR" altLang="fr-FR" sz="2800" b="1" i="0" u="none" strike="noStrike" cap="none" normalizeH="0" baseline="0" dirty="0" smtClean="0">
                <a:ln>
                  <a:noFill/>
                </a:ln>
                <a:solidFill>
                  <a:srgbClr val="002060"/>
                </a:solidFill>
                <a:effectLst/>
                <a:latin typeface="Arial" panose="020B0604020202020204" pitchFamily="34" charset="0"/>
                <a:ea typeface="Times New Roman" panose="02020603050405020304" pitchFamily="18" charset="0"/>
                <a:cs typeface="Arial" panose="020B0604020202020204" pitchFamily="34" charset="0"/>
              </a:rPr>
              <a:t>une application de gestion de r</a:t>
            </a:r>
            <a:r>
              <a:rPr kumimoji="0" lang="fr-FR" altLang="fr-FR" sz="2800" b="1" i="0" u="none" strike="noStrike" cap="none" normalizeH="0" baseline="0" dirty="0" smtClean="0">
                <a:ln>
                  <a:noFill/>
                </a:ln>
                <a:solidFill>
                  <a:srgbClr val="002060"/>
                </a:solidFill>
                <a:effectLst/>
                <a:latin typeface="Calibri" panose="020F0502020204030204" pitchFamily="34" charset="0"/>
                <a:ea typeface="Times New Roman" panose="02020603050405020304" pitchFamily="18" charset="0"/>
                <a:cs typeface="Arial" panose="020B0604020202020204" pitchFamily="34" charset="0"/>
              </a:rPr>
              <a:t>é</a:t>
            </a:r>
            <a:r>
              <a:rPr kumimoji="0" lang="fr-FR" altLang="fr-FR" sz="2800" b="1" i="0" u="none" strike="noStrike" cap="none" normalizeH="0" baseline="0" dirty="0" smtClean="0">
                <a:ln>
                  <a:noFill/>
                </a:ln>
                <a:solidFill>
                  <a:srgbClr val="002060"/>
                </a:solidFill>
                <a:effectLst/>
                <a:latin typeface="Arial" panose="020B0604020202020204" pitchFamily="34" charset="0"/>
                <a:ea typeface="Times New Roman" panose="02020603050405020304" pitchFamily="18" charset="0"/>
                <a:cs typeface="Arial" panose="020B0604020202020204" pitchFamily="34" charset="0"/>
              </a:rPr>
              <a:t>gimes de champ de tir (SERT)</a:t>
            </a:r>
            <a:endParaRPr kumimoji="0" lang="fr-FR" altLang="fr-FR" sz="1800" b="1" i="0" u="none" strike="noStrike" cap="none" normalizeH="0" baseline="0" dirty="0" smtClean="0">
              <a:ln>
                <a:noFill/>
              </a:ln>
              <a:solidFill>
                <a:srgbClr val="002060"/>
              </a:solidFill>
              <a:effectLst/>
              <a:latin typeface="Arial" panose="020B0604020202020204" pitchFamily="34" charset="0"/>
            </a:endParaRPr>
          </a:p>
        </p:txBody>
      </p:sp>
    </p:spTree>
    <p:extLst>
      <p:ext uri="{BB962C8B-B14F-4D97-AF65-F5344CB8AC3E}">
        <p14:creationId xmlns:p14="http://schemas.microsoft.com/office/powerpoint/2010/main" val="927544685"/>
      </p:ext>
    </p:extLst>
  </p:cSld>
  <p:clrMapOvr>
    <a:masterClrMapping/>
  </p:clrMapOvr>
  <p:transition>
    <p:pu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idx="4294967295"/>
          </p:nvPr>
        </p:nvSpPr>
        <p:spPr>
          <a:xfrm>
            <a:off x="0" y="-446088"/>
            <a:ext cx="16459200" cy="1717676"/>
          </a:xfrm>
        </p:spPr>
        <p:txBody>
          <a:bodyPr/>
          <a:lstStyle/>
          <a:p>
            <a:r>
              <a:rPr lang="fr-FR" dirty="0" smtClean="0"/>
              <a:t>Plan</a:t>
            </a:r>
            <a:endParaRPr lang="fr-FR" dirty="0"/>
          </a:p>
        </p:txBody>
      </p:sp>
      <p:sp>
        <p:nvSpPr>
          <p:cNvPr id="3" name="ZoneTexte 2"/>
          <p:cNvSpPr txBox="1"/>
          <p:nvPr/>
        </p:nvSpPr>
        <p:spPr>
          <a:xfrm>
            <a:off x="806542" y="971798"/>
            <a:ext cx="17619240" cy="8833187"/>
          </a:xfrm>
          <a:prstGeom prst="rect">
            <a:avLst/>
          </a:prstGeom>
          <a:noFill/>
        </p:spPr>
        <p:txBody>
          <a:bodyPr wrap="square" rtlCol="0">
            <a:spAutoFit/>
          </a:bodyPr>
          <a:lstStyle/>
          <a:p>
            <a:pPr marL="742950" indent="-742950">
              <a:buAutoNum type="arabicPeriod"/>
            </a:pPr>
            <a:r>
              <a:rPr lang="fr-FR" dirty="0" smtClean="0"/>
              <a:t>Le groupe </a:t>
            </a:r>
            <a:r>
              <a:rPr lang="fr-FR" dirty="0" err="1" smtClean="0"/>
              <a:t>Capgemini</a:t>
            </a:r>
            <a:endParaRPr lang="fr-FR" dirty="0" smtClean="0"/>
          </a:p>
          <a:p>
            <a:pPr marL="742950" indent="-742950">
              <a:buAutoNum type="arabicPeriod"/>
            </a:pPr>
            <a:endParaRPr lang="fr-FR" dirty="0" smtClean="0"/>
          </a:p>
          <a:p>
            <a:pPr marL="742950" indent="-742950">
              <a:buAutoNum type="arabicPeriod"/>
            </a:pPr>
            <a:r>
              <a:rPr lang="fr-FR" dirty="0" smtClean="0"/>
              <a:t>Mon projet de stage</a:t>
            </a:r>
          </a:p>
          <a:p>
            <a:pPr marL="1655784" lvl="1" indent="-742950"/>
            <a:r>
              <a:rPr lang="fr-FR" sz="2800" dirty="0" smtClean="0"/>
              <a:t>2.1 Projet SERT</a:t>
            </a:r>
          </a:p>
          <a:p>
            <a:pPr marL="1655784" lvl="1" indent="-742950"/>
            <a:r>
              <a:rPr lang="fr-FR" sz="2800" dirty="0" smtClean="0"/>
              <a:t>2.2 Analyse de l’existant</a:t>
            </a:r>
          </a:p>
          <a:p>
            <a:pPr marL="1655784" lvl="1" indent="-742950"/>
            <a:r>
              <a:rPr lang="fr-FR" sz="2800" dirty="0" smtClean="0"/>
              <a:t>2.3 Objectifs du projet</a:t>
            </a:r>
          </a:p>
          <a:p>
            <a:pPr marL="1655784" lvl="1" indent="-742950"/>
            <a:r>
              <a:rPr lang="fr-FR" sz="2800" dirty="0" smtClean="0"/>
              <a:t>2.4 Missions</a:t>
            </a:r>
          </a:p>
          <a:p>
            <a:pPr marL="1655784" lvl="1" indent="-742950"/>
            <a:endParaRPr lang="fr-FR" sz="2800" dirty="0" smtClean="0"/>
          </a:p>
          <a:p>
            <a:pPr marL="742950" indent="-742950">
              <a:buAutoNum type="arabicPeriod"/>
            </a:pPr>
            <a:r>
              <a:rPr lang="fr-FR" dirty="0" smtClean="0"/>
              <a:t>Réalisation</a:t>
            </a:r>
          </a:p>
          <a:p>
            <a:pPr marL="1655784" lvl="1" indent="-742950"/>
            <a:r>
              <a:rPr lang="fr-FR" sz="2800" dirty="0" smtClean="0"/>
              <a:t>3.1 Montée en compétence sur SERT</a:t>
            </a:r>
          </a:p>
          <a:p>
            <a:pPr marL="1655784" lvl="1" indent="-742950"/>
            <a:r>
              <a:rPr lang="fr-FR" sz="2800" dirty="0" smtClean="0"/>
              <a:t>3.2 Intégration de </a:t>
            </a:r>
            <a:r>
              <a:rPr lang="fr-FR" sz="2800" dirty="0" err="1" smtClean="0"/>
              <a:t>JavaFX</a:t>
            </a:r>
            <a:r>
              <a:rPr lang="fr-FR" sz="2800" dirty="0" smtClean="0"/>
              <a:t> avec Swing</a:t>
            </a:r>
          </a:p>
          <a:p>
            <a:pPr marL="1655784" lvl="1" indent="-742950"/>
            <a:r>
              <a:rPr lang="fr-FR" sz="2800" dirty="0" smtClean="0"/>
              <a:t>3.3 Les évolutions développées</a:t>
            </a:r>
          </a:p>
          <a:p>
            <a:pPr marL="1655784" lvl="1" indent="-742950"/>
            <a:r>
              <a:rPr lang="fr-FR" sz="2800" dirty="0" smtClean="0"/>
              <a:t>3.4 Tests et correctifs</a:t>
            </a:r>
          </a:p>
          <a:p>
            <a:pPr marL="1655784" lvl="1" indent="-742950"/>
            <a:r>
              <a:rPr lang="fr-FR" sz="2800" dirty="0" smtClean="0"/>
              <a:t>3.5 Contraintes et problèmes rencontrés</a:t>
            </a:r>
          </a:p>
          <a:p>
            <a:pPr marL="1655784" lvl="1" indent="-742950"/>
            <a:endParaRPr lang="fr-FR" dirty="0" smtClean="0"/>
          </a:p>
          <a:p>
            <a:pPr marL="742950" indent="-742950">
              <a:buAutoNum type="arabicPeriod"/>
            </a:pPr>
            <a:r>
              <a:rPr lang="fr-FR" dirty="0" smtClean="0"/>
              <a:t>Conclusion</a:t>
            </a:r>
          </a:p>
          <a:p>
            <a:pPr marL="742950" indent="-742950">
              <a:buAutoNum type="arabicPeriod"/>
            </a:pPr>
            <a:endParaRPr lang="fr-FR" dirty="0" smtClean="0"/>
          </a:p>
          <a:p>
            <a:pPr marL="742950" indent="-742950">
              <a:buAutoNum type="arabicPeriod"/>
            </a:pPr>
            <a:endParaRPr lang="fr-FR"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smtClean="0"/>
              <a:t>1. Le groupe Capgemini</a:t>
            </a:r>
            <a:endParaRPr lang="fr-FR" dirty="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custDataLst>
              <p:tags r:id="rId1"/>
            </p:custDataLst>
          </p:nvPr>
        </p:nvSpPr>
        <p:spPr>
          <a:xfrm>
            <a:off x="914400" y="322656"/>
            <a:ext cx="16459200" cy="1716088"/>
          </a:xfrm>
        </p:spPr>
        <p:txBody>
          <a:bodyPr vert="horz" lIns="507148" tIns="56349" rIns="281750" bIns="56349" rtlCol="0" anchor="ctr">
            <a:noAutofit/>
          </a:bodyPr>
          <a:lstStyle/>
          <a:p>
            <a:pPr defTabSz="1558521">
              <a:lnSpc>
                <a:spcPct val="85000"/>
              </a:lnSpc>
            </a:pPr>
            <a:r>
              <a:rPr lang="fr-FR" sz="7200" dirty="0" smtClean="0"/>
              <a:t>Une entreprise en constante évolution</a:t>
            </a:r>
            <a:endParaRPr lang="fr-FR" sz="7200" dirty="0"/>
          </a:p>
        </p:txBody>
      </p:sp>
      <p:sp>
        <p:nvSpPr>
          <p:cNvPr id="684" name="Rectangle 683"/>
          <p:cNvSpPr/>
          <p:nvPr/>
        </p:nvSpPr>
        <p:spPr>
          <a:xfrm>
            <a:off x="1855958" y="2124482"/>
            <a:ext cx="15553728" cy="5262979"/>
          </a:xfrm>
          <a:prstGeom prst="rect">
            <a:avLst/>
          </a:prstGeom>
        </p:spPr>
        <p:txBody>
          <a:bodyPr wrap="square">
            <a:spAutoFit/>
          </a:bodyPr>
          <a:lstStyle/>
          <a:p>
            <a:pPr marL="165100" lvl="1" indent="-165100" algn="just">
              <a:buClr>
                <a:srgbClr val="0098C7"/>
              </a:buClr>
            </a:pPr>
            <a:r>
              <a:rPr lang="fr-FR" sz="4800" dirty="0" smtClean="0">
                <a:solidFill>
                  <a:srgbClr val="828282"/>
                </a:solidFill>
              </a:rPr>
              <a:t> 1ère ESN de France et Top 15 </a:t>
            </a:r>
            <a:r>
              <a:rPr lang="fr-FR" sz="4800" dirty="0" smtClean="0">
                <a:solidFill>
                  <a:srgbClr val="828282"/>
                </a:solidFill>
              </a:rPr>
              <a:t>mondial</a:t>
            </a:r>
          </a:p>
          <a:p>
            <a:pPr marL="165100" lvl="1" indent="-165100" algn="just">
              <a:buClr>
                <a:srgbClr val="0098C7"/>
              </a:buClr>
            </a:pPr>
            <a:endParaRPr lang="fr-FR" sz="4800" dirty="0" smtClean="0">
              <a:solidFill>
                <a:srgbClr val="828282"/>
              </a:solidFill>
            </a:endParaRPr>
          </a:p>
          <a:p>
            <a:pPr marL="165100" lvl="1" indent="-165100" algn="just">
              <a:buClr>
                <a:srgbClr val="0098C7"/>
              </a:buClr>
            </a:pPr>
            <a:endParaRPr lang="fr-FR" sz="4800" dirty="0" smtClean="0">
              <a:solidFill>
                <a:srgbClr val="828282"/>
              </a:solidFill>
            </a:endParaRPr>
          </a:p>
          <a:p>
            <a:pPr marL="165100" lvl="1" indent="-165100" algn="just">
              <a:buClr>
                <a:srgbClr val="0098C7"/>
              </a:buClr>
            </a:pPr>
            <a:r>
              <a:rPr lang="fr-FR" sz="4800" dirty="0" smtClean="0">
                <a:solidFill>
                  <a:srgbClr val="828282"/>
                </a:solidFill>
              </a:rPr>
              <a:t> </a:t>
            </a:r>
            <a:r>
              <a:rPr lang="fr-FR" sz="4800" dirty="0">
                <a:solidFill>
                  <a:srgbClr val="828282"/>
                </a:solidFill>
              </a:rPr>
              <a:t>200 000 collaborateurs </a:t>
            </a:r>
            <a:r>
              <a:rPr lang="fr-FR" sz="4800" dirty="0" smtClean="0">
                <a:solidFill>
                  <a:srgbClr val="828282"/>
                </a:solidFill>
              </a:rPr>
              <a:t>dans plus de 40 pays</a:t>
            </a:r>
          </a:p>
          <a:p>
            <a:pPr marL="165100" lvl="1" indent="-165100" algn="just">
              <a:buClr>
                <a:srgbClr val="0098C7"/>
              </a:buClr>
            </a:pPr>
            <a:endParaRPr lang="fr-FR" sz="4800" dirty="0" smtClean="0">
              <a:solidFill>
                <a:srgbClr val="828282"/>
              </a:solidFill>
            </a:endParaRPr>
          </a:p>
          <a:p>
            <a:pPr marL="165100" lvl="1" indent="-165100" algn="just">
              <a:buClr>
                <a:srgbClr val="0098C7"/>
              </a:buClr>
            </a:pPr>
            <a:endParaRPr lang="fr-FR" sz="4800" dirty="0" smtClean="0">
              <a:solidFill>
                <a:srgbClr val="828282"/>
              </a:solidFill>
            </a:endParaRPr>
          </a:p>
          <a:p>
            <a:pPr marL="165100" lvl="1" indent="-165100" algn="just">
              <a:buClr>
                <a:srgbClr val="0098C7"/>
              </a:buClr>
            </a:pPr>
            <a:r>
              <a:rPr lang="fr-FR" sz="4800" dirty="0" smtClean="0">
                <a:solidFill>
                  <a:srgbClr val="828282"/>
                </a:solidFill>
              </a:rPr>
              <a:t> Chiffre d’affaires : 12,5 milliards d’euros en 2016</a:t>
            </a:r>
          </a:p>
        </p:txBody>
      </p:sp>
      <p:sp>
        <p:nvSpPr>
          <p:cNvPr id="109570" name="AutoShape 2" descr="https://image.freepik.com/icones-gratuites/cercle-medaille-avec-une-couronne-et-le-numero-1-signe_318-47404.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109571" name="Picture 3" descr="D:\Users\mdrion\Documents\Perso\cercle-medaille-avec-une-couronne-et-le-numero-1-signe_318-47404.jpg"/>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76931" y="2110351"/>
            <a:ext cx="1304940" cy="1304940"/>
          </a:xfrm>
          <a:prstGeom prst="rect">
            <a:avLst/>
          </a:prstGeom>
          <a:noFill/>
        </p:spPr>
      </p:pic>
      <p:sp>
        <p:nvSpPr>
          <p:cNvPr id="686" name="Organigramme : Connecteur 685"/>
          <p:cNvSpPr/>
          <p:nvPr/>
        </p:nvSpPr>
        <p:spPr>
          <a:xfrm>
            <a:off x="368972" y="4309924"/>
            <a:ext cx="1101211" cy="1101208"/>
          </a:xfrm>
          <a:prstGeom prst="flowChartConnector">
            <a:avLst/>
          </a:prstGeom>
          <a:solidFill>
            <a:schemeClr val="bg1"/>
          </a:solidFill>
          <a:ln w="12700">
            <a:solidFill>
              <a:srgbClr val="828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57756" rtl="0" eaLnBrk="1" latinLnBrk="0" hangingPunct="1">
              <a:defRPr sz="1900" kern="1200">
                <a:solidFill>
                  <a:schemeClr val="lt1"/>
                </a:solidFill>
                <a:latin typeface="+mn-lt"/>
                <a:ea typeface="+mn-ea"/>
                <a:cs typeface="+mn-cs"/>
              </a:defRPr>
            </a:lvl1pPr>
            <a:lvl2pPr marL="478878" algn="l" defTabSz="957756" rtl="0" eaLnBrk="1" latinLnBrk="0" hangingPunct="1">
              <a:defRPr sz="1900" kern="1200">
                <a:solidFill>
                  <a:schemeClr val="lt1"/>
                </a:solidFill>
                <a:latin typeface="+mn-lt"/>
                <a:ea typeface="+mn-ea"/>
                <a:cs typeface="+mn-cs"/>
              </a:defRPr>
            </a:lvl2pPr>
            <a:lvl3pPr marL="957756" algn="l" defTabSz="957756" rtl="0" eaLnBrk="1" latinLnBrk="0" hangingPunct="1">
              <a:defRPr sz="1900" kern="1200">
                <a:solidFill>
                  <a:schemeClr val="lt1"/>
                </a:solidFill>
                <a:latin typeface="+mn-lt"/>
                <a:ea typeface="+mn-ea"/>
                <a:cs typeface="+mn-cs"/>
              </a:defRPr>
            </a:lvl3pPr>
            <a:lvl4pPr marL="1436634" algn="l" defTabSz="957756" rtl="0" eaLnBrk="1" latinLnBrk="0" hangingPunct="1">
              <a:defRPr sz="1900" kern="1200">
                <a:solidFill>
                  <a:schemeClr val="lt1"/>
                </a:solidFill>
                <a:latin typeface="+mn-lt"/>
                <a:ea typeface="+mn-ea"/>
                <a:cs typeface="+mn-cs"/>
              </a:defRPr>
            </a:lvl4pPr>
            <a:lvl5pPr marL="1915510" algn="l" defTabSz="957756" rtl="0" eaLnBrk="1" latinLnBrk="0" hangingPunct="1">
              <a:defRPr sz="1900" kern="1200">
                <a:solidFill>
                  <a:schemeClr val="lt1"/>
                </a:solidFill>
                <a:latin typeface="+mn-lt"/>
                <a:ea typeface="+mn-ea"/>
                <a:cs typeface="+mn-cs"/>
              </a:defRPr>
            </a:lvl5pPr>
            <a:lvl6pPr marL="2394388" algn="l" defTabSz="957756" rtl="0" eaLnBrk="1" latinLnBrk="0" hangingPunct="1">
              <a:defRPr sz="1900" kern="1200">
                <a:solidFill>
                  <a:schemeClr val="lt1"/>
                </a:solidFill>
                <a:latin typeface="+mn-lt"/>
                <a:ea typeface="+mn-ea"/>
                <a:cs typeface="+mn-cs"/>
              </a:defRPr>
            </a:lvl6pPr>
            <a:lvl7pPr marL="2873265" algn="l" defTabSz="957756" rtl="0" eaLnBrk="1" latinLnBrk="0" hangingPunct="1">
              <a:defRPr sz="1900" kern="1200">
                <a:solidFill>
                  <a:schemeClr val="lt1"/>
                </a:solidFill>
                <a:latin typeface="+mn-lt"/>
                <a:ea typeface="+mn-ea"/>
                <a:cs typeface="+mn-cs"/>
              </a:defRPr>
            </a:lvl7pPr>
            <a:lvl8pPr marL="3352143" algn="l" defTabSz="957756" rtl="0" eaLnBrk="1" latinLnBrk="0" hangingPunct="1">
              <a:defRPr sz="1900" kern="1200">
                <a:solidFill>
                  <a:schemeClr val="lt1"/>
                </a:solidFill>
                <a:latin typeface="+mn-lt"/>
                <a:ea typeface="+mn-ea"/>
                <a:cs typeface="+mn-cs"/>
              </a:defRPr>
            </a:lvl8pPr>
            <a:lvl9pPr marL="3831021" algn="l" defTabSz="957756" rtl="0" eaLnBrk="1" latinLnBrk="0" hangingPunct="1">
              <a:defRPr sz="1900" kern="1200">
                <a:solidFill>
                  <a:schemeClr val="lt1"/>
                </a:solidFill>
                <a:latin typeface="+mn-lt"/>
                <a:ea typeface="+mn-ea"/>
                <a:cs typeface="+mn-cs"/>
              </a:defRPr>
            </a:lvl9pPr>
          </a:lstStyle>
          <a:p>
            <a:pPr algn="ctr"/>
            <a:endParaRPr lang="fr-FR" sz="1600">
              <a:solidFill>
                <a:srgbClr val="828282"/>
              </a:solidFill>
            </a:endParaRPr>
          </a:p>
        </p:txBody>
      </p:sp>
      <p:grpSp>
        <p:nvGrpSpPr>
          <p:cNvPr id="687" name="Groupe 686"/>
          <p:cNvGrpSpPr/>
          <p:nvPr/>
        </p:nvGrpSpPr>
        <p:grpSpPr>
          <a:xfrm>
            <a:off x="556514" y="4538287"/>
            <a:ext cx="687427" cy="716068"/>
            <a:chOff x="7277101" y="1771650"/>
            <a:chExt cx="381000" cy="396875"/>
          </a:xfrm>
          <a:noFill/>
        </p:grpSpPr>
        <p:sp>
          <p:nvSpPr>
            <p:cNvPr id="688" name="Freeform 496"/>
            <p:cNvSpPr>
              <a:spLocks/>
            </p:cNvSpPr>
            <p:nvPr/>
          </p:nvSpPr>
          <p:spPr bwMode="auto">
            <a:xfrm>
              <a:off x="7454901" y="1771650"/>
              <a:ext cx="203200" cy="325438"/>
            </a:xfrm>
            <a:custGeom>
              <a:avLst/>
              <a:gdLst/>
              <a:ahLst/>
              <a:cxnLst>
                <a:cxn ang="0">
                  <a:pos x="0" y="132"/>
                </a:cxn>
                <a:cxn ang="0">
                  <a:pos x="39" y="56"/>
                </a:cxn>
                <a:cxn ang="0">
                  <a:pos x="24" y="29"/>
                </a:cxn>
                <a:cxn ang="0">
                  <a:pos x="50" y="0"/>
                </a:cxn>
                <a:cxn ang="0">
                  <a:pos x="74" y="29"/>
                </a:cxn>
                <a:cxn ang="0">
                  <a:pos x="61" y="56"/>
                </a:cxn>
                <a:cxn ang="0">
                  <a:pos x="100" y="132"/>
                </a:cxn>
                <a:cxn ang="0">
                  <a:pos x="82" y="168"/>
                </a:cxn>
              </a:cxnLst>
              <a:rect l="0" t="0" r="r" b="b"/>
              <a:pathLst>
                <a:path w="105" h="168">
                  <a:moveTo>
                    <a:pt x="0" y="132"/>
                  </a:moveTo>
                  <a:cubicBezTo>
                    <a:pt x="0" y="95"/>
                    <a:pt x="10" y="64"/>
                    <a:pt x="39" y="56"/>
                  </a:cubicBezTo>
                  <a:cubicBezTo>
                    <a:pt x="32" y="50"/>
                    <a:pt x="24" y="39"/>
                    <a:pt x="24" y="29"/>
                  </a:cubicBezTo>
                  <a:cubicBezTo>
                    <a:pt x="24" y="12"/>
                    <a:pt x="35" y="0"/>
                    <a:pt x="50" y="0"/>
                  </a:cubicBezTo>
                  <a:cubicBezTo>
                    <a:pt x="63" y="0"/>
                    <a:pt x="74" y="12"/>
                    <a:pt x="74" y="29"/>
                  </a:cubicBezTo>
                  <a:cubicBezTo>
                    <a:pt x="74" y="39"/>
                    <a:pt x="68" y="50"/>
                    <a:pt x="61" y="56"/>
                  </a:cubicBezTo>
                  <a:cubicBezTo>
                    <a:pt x="91" y="64"/>
                    <a:pt x="100" y="95"/>
                    <a:pt x="100" y="132"/>
                  </a:cubicBezTo>
                  <a:cubicBezTo>
                    <a:pt x="100" y="132"/>
                    <a:pt x="105" y="164"/>
                    <a:pt x="82" y="168"/>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89" name="Freeform 497"/>
            <p:cNvSpPr>
              <a:spLocks/>
            </p:cNvSpPr>
            <p:nvPr/>
          </p:nvSpPr>
          <p:spPr bwMode="auto">
            <a:xfrm>
              <a:off x="7524751" y="1892300"/>
              <a:ext cx="53975" cy="190500"/>
            </a:xfrm>
            <a:custGeom>
              <a:avLst/>
              <a:gdLst/>
              <a:ahLst/>
              <a:cxnLst>
                <a:cxn ang="0">
                  <a:pos x="14" y="98"/>
                </a:cxn>
                <a:cxn ang="0">
                  <a:pos x="1" y="84"/>
                </a:cxn>
                <a:cxn ang="0">
                  <a:pos x="9" y="10"/>
                </a:cxn>
                <a:cxn ang="0">
                  <a:pos x="6" y="0"/>
                </a:cxn>
                <a:cxn ang="0">
                  <a:pos x="21" y="0"/>
                </a:cxn>
                <a:cxn ang="0">
                  <a:pos x="19" y="10"/>
                </a:cxn>
                <a:cxn ang="0">
                  <a:pos x="28" y="85"/>
                </a:cxn>
                <a:cxn ang="0">
                  <a:pos x="21" y="92"/>
                </a:cxn>
              </a:cxnLst>
              <a:rect l="0" t="0" r="r" b="b"/>
              <a:pathLst>
                <a:path w="28" h="98">
                  <a:moveTo>
                    <a:pt x="14" y="98"/>
                  </a:moveTo>
                  <a:cubicBezTo>
                    <a:pt x="10" y="94"/>
                    <a:pt x="7" y="92"/>
                    <a:pt x="1" y="84"/>
                  </a:cubicBezTo>
                  <a:cubicBezTo>
                    <a:pt x="0" y="69"/>
                    <a:pt x="8" y="22"/>
                    <a:pt x="9" y="10"/>
                  </a:cubicBezTo>
                  <a:cubicBezTo>
                    <a:pt x="7" y="6"/>
                    <a:pt x="6" y="5"/>
                    <a:pt x="6" y="0"/>
                  </a:cubicBezTo>
                  <a:cubicBezTo>
                    <a:pt x="12" y="2"/>
                    <a:pt x="16" y="2"/>
                    <a:pt x="21" y="0"/>
                  </a:cubicBezTo>
                  <a:cubicBezTo>
                    <a:pt x="22" y="4"/>
                    <a:pt x="20" y="6"/>
                    <a:pt x="19" y="10"/>
                  </a:cubicBezTo>
                  <a:cubicBezTo>
                    <a:pt x="20" y="22"/>
                    <a:pt x="27" y="71"/>
                    <a:pt x="28" y="85"/>
                  </a:cubicBezTo>
                  <a:cubicBezTo>
                    <a:pt x="26" y="88"/>
                    <a:pt x="24" y="89"/>
                    <a:pt x="21" y="92"/>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0" name="Freeform 498"/>
            <p:cNvSpPr>
              <a:spLocks/>
            </p:cNvSpPr>
            <p:nvPr/>
          </p:nvSpPr>
          <p:spPr bwMode="auto">
            <a:xfrm>
              <a:off x="7288213" y="1819275"/>
              <a:ext cx="165100" cy="212725"/>
            </a:xfrm>
            <a:custGeom>
              <a:avLst/>
              <a:gdLst/>
              <a:ahLst/>
              <a:cxnLst>
                <a:cxn ang="0">
                  <a:pos x="0" y="105"/>
                </a:cxn>
                <a:cxn ang="0">
                  <a:pos x="33" y="47"/>
                </a:cxn>
                <a:cxn ang="0">
                  <a:pos x="21" y="24"/>
                </a:cxn>
                <a:cxn ang="0">
                  <a:pos x="42" y="0"/>
                </a:cxn>
                <a:cxn ang="0">
                  <a:pos x="63" y="24"/>
                </a:cxn>
                <a:cxn ang="0">
                  <a:pos x="52" y="47"/>
                </a:cxn>
                <a:cxn ang="0">
                  <a:pos x="85" y="110"/>
                </a:cxn>
              </a:cxnLst>
              <a:rect l="0" t="0" r="r" b="b"/>
              <a:pathLst>
                <a:path w="85" h="110">
                  <a:moveTo>
                    <a:pt x="0" y="105"/>
                  </a:moveTo>
                  <a:cubicBezTo>
                    <a:pt x="0" y="73"/>
                    <a:pt x="9" y="53"/>
                    <a:pt x="33" y="47"/>
                  </a:cubicBezTo>
                  <a:cubicBezTo>
                    <a:pt x="28" y="41"/>
                    <a:pt x="21" y="32"/>
                    <a:pt x="21" y="24"/>
                  </a:cubicBezTo>
                  <a:cubicBezTo>
                    <a:pt x="21" y="10"/>
                    <a:pt x="30" y="0"/>
                    <a:pt x="42" y="0"/>
                  </a:cubicBezTo>
                  <a:cubicBezTo>
                    <a:pt x="53" y="0"/>
                    <a:pt x="63" y="10"/>
                    <a:pt x="63" y="24"/>
                  </a:cubicBezTo>
                  <a:cubicBezTo>
                    <a:pt x="63" y="32"/>
                    <a:pt x="57" y="41"/>
                    <a:pt x="52" y="47"/>
                  </a:cubicBezTo>
                  <a:cubicBezTo>
                    <a:pt x="76" y="53"/>
                    <a:pt x="85" y="79"/>
                    <a:pt x="85" y="110"/>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1" name="Freeform 499"/>
            <p:cNvSpPr>
              <a:spLocks/>
            </p:cNvSpPr>
            <p:nvPr/>
          </p:nvSpPr>
          <p:spPr bwMode="auto">
            <a:xfrm>
              <a:off x="7277101" y="2097087"/>
              <a:ext cx="111125" cy="71438"/>
            </a:xfrm>
            <a:custGeom>
              <a:avLst/>
              <a:gdLst/>
              <a:ahLst/>
              <a:cxnLst>
                <a:cxn ang="0">
                  <a:pos x="56" y="27"/>
                </a:cxn>
                <a:cxn ang="0">
                  <a:pos x="56" y="35"/>
                </a:cxn>
                <a:cxn ang="0">
                  <a:pos x="56" y="35"/>
                </a:cxn>
                <a:cxn ang="0">
                  <a:pos x="48" y="35"/>
                </a:cxn>
                <a:cxn ang="0">
                  <a:pos x="20" y="6"/>
                </a:cxn>
                <a:cxn ang="0">
                  <a:pos x="0" y="1"/>
                </a:cxn>
              </a:cxnLst>
              <a:rect l="0" t="0" r="r" b="b"/>
              <a:pathLst>
                <a:path w="58" h="37">
                  <a:moveTo>
                    <a:pt x="56" y="27"/>
                  </a:moveTo>
                  <a:cubicBezTo>
                    <a:pt x="58" y="29"/>
                    <a:pt x="58" y="32"/>
                    <a:pt x="56" y="35"/>
                  </a:cubicBezTo>
                  <a:cubicBezTo>
                    <a:pt x="56" y="35"/>
                    <a:pt x="56" y="35"/>
                    <a:pt x="56" y="35"/>
                  </a:cubicBezTo>
                  <a:cubicBezTo>
                    <a:pt x="54" y="37"/>
                    <a:pt x="50" y="37"/>
                    <a:pt x="48" y="35"/>
                  </a:cubicBezTo>
                  <a:cubicBezTo>
                    <a:pt x="48" y="35"/>
                    <a:pt x="28" y="10"/>
                    <a:pt x="20" y="6"/>
                  </a:cubicBezTo>
                  <a:cubicBezTo>
                    <a:pt x="9" y="0"/>
                    <a:pt x="0" y="1"/>
                    <a:pt x="0" y="1"/>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2" name="Freeform 500"/>
            <p:cNvSpPr>
              <a:spLocks/>
            </p:cNvSpPr>
            <p:nvPr/>
          </p:nvSpPr>
          <p:spPr bwMode="auto">
            <a:xfrm>
              <a:off x="7353301" y="2103437"/>
              <a:ext cx="55563" cy="52388"/>
            </a:xfrm>
            <a:custGeom>
              <a:avLst/>
              <a:gdLst/>
              <a:ahLst/>
              <a:cxnLst>
                <a:cxn ang="0">
                  <a:pos x="8" y="0"/>
                </a:cxn>
                <a:cxn ang="0">
                  <a:pos x="26" y="17"/>
                </a:cxn>
                <a:cxn ang="0">
                  <a:pos x="26" y="25"/>
                </a:cxn>
                <a:cxn ang="0">
                  <a:pos x="26" y="25"/>
                </a:cxn>
                <a:cxn ang="0">
                  <a:pos x="18" y="25"/>
                </a:cxn>
                <a:cxn ang="0">
                  <a:pos x="0" y="7"/>
                </a:cxn>
              </a:cxnLst>
              <a:rect l="0" t="0" r="r" b="b"/>
              <a:pathLst>
                <a:path w="28" h="27">
                  <a:moveTo>
                    <a:pt x="8" y="0"/>
                  </a:moveTo>
                  <a:cubicBezTo>
                    <a:pt x="26" y="17"/>
                    <a:pt x="26" y="17"/>
                    <a:pt x="26" y="17"/>
                  </a:cubicBezTo>
                  <a:cubicBezTo>
                    <a:pt x="28" y="19"/>
                    <a:pt x="28" y="23"/>
                    <a:pt x="26" y="25"/>
                  </a:cubicBezTo>
                  <a:cubicBezTo>
                    <a:pt x="26" y="25"/>
                    <a:pt x="26" y="25"/>
                    <a:pt x="26" y="25"/>
                  </a:cubicBezTo>
                  <a:cubicBezTo>
                    <a:pt x="24" y="27"/>
                    <a:pt x="20" y="27"/>
                    <a:pt x="18" y="25"/>
                  </a:cubicBezTo>
                  <a:cubicBezTo>
                    <a:pt x="0" y="7"/>
                    <a:pt x="0" y="7"/>
                    <a:pt x="0" y="7"/>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3" name="Freeform 501"/>
            <p:cNvSpPr>
              <a:spLocks/>
            </p:cNvSpPr>
            <p:nvPr/>
          </p:nvSpPr>
          <p:spPr bwMode="auto">
            <a:xfrm>
              <a:off x="7385051" y="2071687"/>
              <a:ext cx="68263" cy="69850"/>
            </a:xfrm>
            <a:custGeom>
              <a:avLst/>
              <a:gdLst/>
              <a:ahLst/>
              <a:cxnLst>
                <a:cxn ang="0">
                  <a:pos x="11" y="0"/>
                </a:cxn>
                <a:cxn ang="0">
                  <a:pos x="32" y="26"/>
                </a:cxn>
                <a:cxn ang="0">
                  <a:pos x="32" y="34"/>
                </a:cxn>
                <a:cxn ang="0">
                  <a:pos x="32" y="34"/>
                </a:cxn>
                <a:cxn ang="0">
                  <a:pos x="25" y="34"/>
                </a:cxn>
                <a:cxn ang="0">
                  <a:pos x="0" y="9"/>
                </a:cxn>
              </a:cxnLst>
              <a:rect l="0" t="0" r="r" b="b"/>
              <a:pathLst>
                <a:path w="35" h="36">
                  <a:moveTo>
                    <a:pt x="11" y="0"/>
                  </a:moveTo>
                  <a:cubicBezTo>
                    <a:pt x="32" y="26"/>
                    <a:pt x="32" y="26"/>
                    <a:pt x="32" y="26"/>
                  </a:cubicBezTo>
                  <a:cubicBezTo>
                    <a:pt x="35" y="29"/>
                    <a:pt x="35" y="32"/>
                    <a:pt x="32" y="34"/>
                  </a:cubicBezTo>
                  <a:cubicBezTo>
                    <a:pt x="32" y="34"/>
                    <a:pt x="32" y="34"/>
                    <a:pt x="32" y="34"/>
                  </a:cubicBezTo>
                  <a:cubicBezTo>
                    <a:pt x="30" y="36"/>
                    <a:pt x="27" y="36"/>
                    <a:pt x="25" y="34"/>
                  </a:cubicBezTo>
                  <a:cubicBezTo>
                    <a:pt x="0" y="9"/>
                    <a:pt x="0" y="9"/>
                    <a:pt x="0" y="9"/>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4" name="Freeform 502"/>
            <p:cNvSpPr>
              <a:spLocks/>
            </p:cNvSpPr>
            <p:nvPr/>
          </p:nvSpPr>
          <p:spPr bwMode="auto">
            <a:xfrm>
              <a:off x="7331076" y="2024062"/>
              <a:ext cx="171450" cy="58738"/>
            </a:xfrm>
            <a:custGeom>
              <a:avLst/>
              <a:gdLst/>
              <a:ahLst/>
              <a:cxnLst>
                <a:cxn ang="0">
                  <a:pos x="89" y="5"/>
                </a:cxn>
                <a:cxn ang="0">
                  <a:pos x="69" y="13"/>
                </a:cxn>
                <a:cxn ang="0">
                  <a:pos x="37" y="0"/>
                </a:cxn>
                <a:cxn ang="0">
                  <a:pos x="4" y="14"/>
                </a:cxn>
                <a:cxn ang="0">
                  <a:pos x="1" y="21"/>
                </a:cxn>
                <a:cxn ang="0">
                  <a:pos x="1" y="21"/>
                </a:cxn>
                <a:cxn ang="0">
                  <a:pos x="8" y="24"/>
                </a:cxn>
                <a:cxn ang="0">
                  <a:pos x="31" y="15"/>
                </a:cxn>
                <a:cxn ang="0">
                  <a:pos x="50" y="29"/>
                </a:cxn>
                <a:cxn ang="0">
                  <a:pos x="62" y="29"/>
                </a:cxn>
              </a:cxnLst>
              <a:rect l="0" t="0" r="r" b="b"/>
              <a:pathLst>
                <a:path w="89" h="30">
                  <a:moveTo>
                    <a:pt x="89" y="5"/>
                  </a:moveTo>
                  <a:cubicBezTo>
                    <a:pt x="89" y="5"/>
                    <a:pt x="75" y="13"/>
                    <a:pt x="69" y="13"/>
                  </a:cubicBezTo>
                  <a:cubicBezTo>
                    <a:pt x="60" y="12"/>
                    <a:pt x="46" y="1"/>
                    <a:pt x="37" y="0"/>
                  </a:cubicBezTo>
                  <a:cubicBezTo>
                    <a:pt x="31" y="0"/>
                    <a:pt x="4" y="14"/>
                    <a:pt x="4" y="14"/>
                  </a:cubicBezTo>
                  <a:cubicBezTo>
                    <a:pt x="1" y="15"/>
                    <a:pt x="0" y="19"/>
                    <a:pt x="1" y="21"/>
                  </a:cubicBezTo>
                  <a:cubicBezTo>
                    <a:pt x="1" y="21"/>
                    <a:pt x="1" y="21"/>
                    <a:pt x="1" y="21"/>
                  </a:cubicBezTo>
                  <a:cubicBezTo>
                    <a:pt x="2" y="24"/>
                    <a:pt x="6" y="25"/>
                    <a:pt x="8" y="24"/>
                  </a:cubicBezTo>
                  <a:cubicBezTo>
                    <a:pt x="31" y="15"/>
                    <a:pt x="31" y="15"/>
                    <a:pt x="31" y="15"/>
                  </a:cubicBezTo>
                  <a:cubicBezTo>
                    <a:pt x="31" y="15"/>
                    <a:pt x="41" y="27"/>
                    <a:pt x="50" y="29"/>
                  </a:cubicBezTo>
                  <a:cubicBezTo>
                    <a:pt x="58" y="30"/>
                    <a:pt x="62" y="29"/>
                    <a:pt x="62" y="29"/>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5" name="Freeform 503"/>
            <p:cNvSpPr>
              <a:spLocks/>
            </p:cNvSpPr>
            <p:nvPr/>
          </p:nvSpPr>
          <p:spPr bwMode="auto">
            <a:xfrm>
              <a:off x="7405688" y="2125662"/>
              <a:ext cx="19050" cy="19050"/>
            </a:xfrm>
            <a:custGeom>
              <a:avLst/>
              <a:gdLst/>
              <a:ahLst/>
              <a:cxnLst>
                <a:cxn ang="0">
                  <a:pos x="8" y="0"/>
                </a:cxn>
                <a:cxn ang="0">
                  <a:pos x="8" y="8"/>
                </a:cxn>
                <a:cxn ang="0">
                  <a:pos x="8" y="8"/>
                </a:cxn>
                <a:cxn ang="0">
                  <a:pos x="0" y="8"/>
                </a:cxn>
              </a:cxnLst>
              <a:rect l="0" t="0" r="r" b="b"/>
              <a:pathLst>
                <a:path w="10" h="10">
                  <a:moveTo>
                    <a:pt x="8" y="0"/>
                  </a:moveTo>
                  <a:cubicBezTo>
                    <a:pt x="10" y="2"/>
                    <a:pt x="10" y="6"/>
                    <a:pt x="8" y="8"/>
                  </a:cubicBezTo>
                  <a:cubicBezTo>
                    <a:pt x="8" y="8"/>
                    <a:pt x="8" y="8"/>
                    <a:pt x="8" y="8"/>
                  </a:cubicBezTo>
                  <a:cubicBezTo>
                    <a:pt x="6" y="10"/>
                    <a:pt x="2" y="10"/>
                    <a:pt x="0" y="8"/>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6" name="Freeform 504"/>
            <p:cNvSpPr>
              <a:spLocks/>
            </p:cNvSpPr>
            <p:nvPr/>
          </p:nvSpPr>
          <p:spPr bwMode="auto">
            <a:xfrm>
              <a:off x="7445376" y="2097087"/>
              <a:ext cx="168275" cy="20638"/>
            </a:xfrm>
            <a:custGeom>
              <a:avLst/>
              <a:gdLst/>
              <a:ahLst/>
              <a:cxnLst>
                <a:cxn ang="0">
                  <a:pos x="0" y="11"/>
                </a:cxn>
                <a:cxn ang="0">
                  <a:pos x="87" y="0"/>
                </a:cxn>
              </a:cxnLst>
              <a:rect l="0" t="0" r="r" b="b"/>
              <a:pathLst>
                <a:path w="87" h="11">
                  <a:moveTo>
                    <a:pt x="0" y="11"/>
                  </a:moveTo>
                  <a:cubicBezTo>
                    <a:pt x="0" y="11"/>
                    <a:pt x="80" y="9"/>
                    <a:pt x="87" y="0"/>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97" name="Freeform 505"/>
            <p:cNvSpPr>
              <a:spLocks/>
            </p:cNvSpPr>
            <p:nvPr/>
          </p:nvSpPr>
          <p:spPr bwMode="auto">
            <a:xfrm>
              <a:off x="7286626" y="2022475"/>
              <a:ext cx="92075" cy="22225"/>
            </a:xfrm>
            <a:custGeom>
              <a:avLst/>
              <a:gdLst/>
              <a:ahLst/>
              <a:cxnLst>
                <a:cxn ang="0">
                  <a:pos x="0" y="0"/>
                </a:cxn>
                <a:cxn ang="0">
                  <a:pos x="48" y="5"/>
                </a:cxn>
              </a:cxnLst>
              <a:rect l="0" t="0" r="r" b="b"/>
              <a:pathLst>
                <a:path w="48" h="11">
                  <a:moveTo>
                    <a:pt x="0" y="0"/>
                  </a:moveTo>
                  <a:cubicBezTo>
                    <a:pt x="0" y="11"/>
                    <a:pt x="48" y="5"/>
                    <a:pt x="48" y="5"/>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grpSp>
      <p:pic>
        <p:nvPicPr>
          <p:cNvPr id="109572" name="Picture 4" descr="D:\Users\mdrion\Documents\Perso\rentabilite1-300x300.png"/>
          <p:cNvPicPr>
            <a:picLocks noChangeAspect="1" noChangeArrowheads="1"/>
          </p:cNvPicPr>
          <p:nvPr/>
        </p:nvPicPr>
        <p:blipFill>
          <a:blip r:embed="rId4"/>
          <a:srcRect/>
          <a:stretch>
            <a:fillRect/>
          </a:stretch>
        </p:blipFill>
        <p:spPr bwMode="auto">
          <a:xfrm>
            <a:off x="409496" y="6358513"/>
            <a:ext cx="1009808" cy="1009808"/>
          </a:xfrm>
          <a:prstGeom prst="rect">
            <a:avLst/>
          </a:prstGeom>
          <a:noFill/>
        </p:spPr>
      </p:pic>
    </p:spTree>
    <p:extLst>
      <p:ext uri="{BB962C8B-B14F-4D97-AF65-F5344CB8AC3E}">
        <p14:creationId xmlns:p14="http://schemas.microsoft.com/office/powerpoint/2010/main" val="678104334"/>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custDataLst>
              <p:tags r:id="rId1"/>
            </p:custDataLst>
          </p:nvPr>
        </p:nvSpPr>
        <p:spPr>
          <a:xfrm>
            <a:off x="914400" y="322656"/>
            <a:ext cx="16459200" cy="1716088"/>
          </a:xfrm>
        </p:spPr>
        <p:txBody>
          <a:bodyPr vert="horz" lIns="507148" tIns="56349" rIns="281750" bIns="56349" rtlCol="0" anchor="ctr">
            <a:noAutofit/>
          </a:bodyPr>
          <a:lstStyle/>
          <a:p>
            <a:pPr defTabSz="1558521">
              <a:lnSpc>
                <a:spcPct val="85000"/>
              </a:lnSpc>
            </a:pPr>
            <a:endParaRPr lang="fr-FR" sz="4000" dirty="0"/>
          </a:p>
        </p:txBody>
      </p:sp>
      <p:grpSp>
        <p:nvGrpSpPr>
          <p:cNvPr id="3" name="Groupe 592"/>
          <p:cNvGrpSpPr/>
          <p:nvPr/>
        </p:nvGrpSpPr>
        <p:grpSpPr>
          <a:xfrm>
            <a:off x="9144000" y="322656"/>
            <a:ext cx="1216586" cy="1173137"/>
            <a:chOff x="2322514" y="3886201"/>
            <a:chExt cx="355600" cy="342900"/>
          </a:xfrm>
        </p:grpSpPr>
        <p:sp>
          <p:nvSpPr>
            <p:cNvPr id="662" name="Freeform 294"/>
            <p:cNvSpPr>
              <a:spLocks noEditPoints="1"/>
            </p:cNvSpPr>
            <p:nvPr/>
          </p:nvSpPr>
          <p:spPr bwMode="auto">
            <a:xfrm>
              <a:off x="2322514" y="3886201"/>
              <a:ext cx="355600" cy="342900"/>
            </a:xfrm>
            <a:custGeom>
              <a:avLst/>
              <a:gdLst/>
              <a:ahLst/>
              <a:cxnLst>
                <a:cxn ang="0">
                  <a:pos x="98" y="85"/>
                </a:cxn>
                <a:cxn ang="0">
                  <a:pos x="98" y="0"/>
                </a:cxn>
                <a:cxn ang="0">
                  <a:pos x="183" y="85"/>
                </a:cxn>
                <a:cxn ang="0">
                  <a:pos x="171" y="128"/>
                </a:cxn>
                <a:cxn ang="0">
                  <a:pos x="98" y="85"/>
                </a:cxn>
                <a:cxn ang="0">
                  <a:pos x="151" y="151"/>
                </a:cxn>
                <a:cxn ang="0">
                  <a:pos x="55" y="159"/>
                </a:cxn>
                <a:cxn ang="0">
                  <a:pos x="24" y="128"/>
                </a:cxn>
                <a:cxn ang="0">
                  <a:pos x="98" y="85"/>
                </a:cxn>
                <a:cxn ang="0">
                  <a:pos x="171" y="128"/>
                </a:cxn>
                <a:cxn ang="0">
                  <a:pos x="98" y="85"/>
                </a:cxn>
                <a:cxn ang="0">
                  <a:pos x="24" y="128"/>
                </a:cxn>
                <a:cxn ang="0">
                  <a:pos x="55" y="12"/>
                </a:cxn>
                <a:cxn ang="0">
                  <a:pos x="98" y="0"/>
                </a:cxn>
                <a:cxn ang="0">
                  <a:pos x="98" y="85"/>
                </a:cxn>
              </a:cxnLst>
              <a:rect l="0" t="0" r="r" b="b"/>
              <a:pathLst>
                <a:path w="183" h="177">
                  <a:moveTo>
                    <a:pt x="98" y="85"/>
                  </a:moveTo>
                  <a:cubicBezTo>
                    <a:pt x="98" y="0"/>
                    <a:pt x="98" y="0"/>
                    <a:pt x="98" y="0"/>
                  </a:cubicBezTo>
                  <a:cubicBezTo>
                    <a:pt x="144" y="0"/>
                    <a:pt x="183" y="38"/>
                    <a:pt x="183" y="85"/>
                  </a:cubicBezTo>
                  <a:cubicBezTo>
                    <a:pt x="183" y="101"/>
                    <a:pt x="179" y="114"/>
                    <a:pt x="171" y="128"/>
                  </a:cubicBezTo>
                  <a:lnTo>
                    <a:pt x="98" y="85"/>
                  </a:lnTo>
                  <a:close/>
                  <a:moveTo>
                    <a:pt x="151" y="151"/>
                  </a:moveTo>
                  <a:cubicBezTo>
                    <a:pt x="124" y="173"/>
                    <a:pt x="86" y="177"/>
                    <a:pt x="55" y="159"/>
                  </a:cubicBezTo>
                  <a:cubicBezTo>
                    <a:pt x="41" y="151"/>
                    <a:pt x="32" y="141"/>
                    <a:pt x="24" y="128"/>
                  </a:cubicBezTo>
                  <a:cubicBezTo>
                    <a:pt x="98" y="85"/>
                    <a:pt x="98" y="85"/>
                    <a:pt x="98" y="85"/>
                  </a:cubicBezTo>
                  <a:cubicBezTo>
                    <a:pt x="171" y="128"/>
                    <a:pt x="171" y="128"/>
                    <a:pt x="171" y="128"/>
                  </a:cubicBezTo>
                  <a:moveTo>
                    <a:pt x="98" y="85"/>
                  </a:moveTo>
                  <a:cubicBezTo>
                    <a:pt x="24" y="128"/>
                    <a:pt x="24" y="128"/>
                    <a:pt x="24" y="128"/>
                  </a:cubicBezTo>
                  <a:cubicBezTo>
                    <a:pt x="0" y="87"/>
                    <a:pt x="14" y="35"/>
                    <a:pt x="55" y="12"/>
                  </a:cubicBezTo>
                  <a:cubicBezTo>
                    <a:pt x="69" y="4"/>
                    <a:pt x="82" y="0"/>
                    <a:pt x="98" y="0"/>
                  </a:cubicBezTo>
                  <a:cubicBezTo>
                    <a:pt x="98" y="85"/>
                    <a:pt x="98" y="85"/>
                    <a:pt x="98" y="85"/>
                  </a:cubicBezTo>
                </a:path>
              </a:pathLst>
            </a:custGeom>
            <a:no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p>
              <a:endParaRPr lang="en-US" sz="700">
                <a:latin typeface="Arial" pitchFamily="34" charset="0"/>
                <a:cs typeface="Arial" pitchFamily="34" charset="0"/>
              </a:endParaRPr>
            </a:p>
          </p:txBody>
        </p:sp>
        <p:sp>
          <p:nvSpPr>
            <p:cNvPr id="665" name="Freeform 295"/>
            <p:cNvSpPr>
              <a:spLocks noEditPoints="1"/>
            </p:cNvSpPr>
            <p:nvPr/>
          </p:nvSpPr>
          <p:spPr bwMode="auto">
            <a:xfrm>
              <a:off x="2546351" y="3952876"/>
              <a:ext cx="69850" cy="111125"/>
            </a:xfrm>
            <a:custGeom>
              <a:avLst/>
              <a:gdLst/>
              <a:ahLst/>
              <a:cxnLst>
                <a:cxn ang="0">
                  <a:pos x="20" y="44"/>
                </a:cxn>
                <a:cxn ang="0">
                  <a:pos x="28" y="38"/>
                </a:cxn>
                <a:cxn ang="0">
                  <a:pos x="20" y="31"/>
                </a:cxn>
                <a:cxn ang="0">
                  <a:pos x="20" y="44"/>
                </a:cxn>
                <a:cxn ang="0">
                  <a:pos x="16" y="11"/>
                </a:cxn>
                <a:cxn ang="0">
                  <a:pos x="9" y="16"/>
                </a:cxn>
                <a:cxn ang="0">
                  <a:pos x="16" y="22"/>
                </a:cxn>
                <a:cxn ang="0">
                  <a:pos x="16" y="11"/>
                </a:cxn>
                <a:cxn ang="0">
                  <a:pos x="16" y="31"/>
                </a:cxn>
                <a:cxn ang="0">
                  <a:pos x="1" y="18"/>
                </a:cxn>
                <a:cxn ang="0">
                  <a:pos x="16" y="4"/>
                </a:cxn>
                <a:cxn ang="0">
                  <a:pos x="16" y="2"/>
                </a:cxn>
                <a:cxn ang="0">
                  <a:pos x="18" y="0"/>
                </a:cxn>
                <a:cxn ang="0">
                  <a:pos x="20" y="2"/>
                </a:cxn>
                <a:cxn ang="0">
                  <a:pos x="20" y="4"/>
                </a:cxn>
                <a:cxn ang="0">
                  <a:pos x="36" y="14"/>
                </a:cxn>
                <a:cxn ang="0">
                  <a:pos x="32" y="18"/>
                </a:cxn>
                <a:cxn ang="0">
                  <a:pos x="20" y="11"/>
                </a:cxn>
                <a:cxn ang="0">
                  <a:pos x="20" y="23"/>
                </a:cxn>
                <a:cxn ang="0">
                  <a:pos x="36" y="37"/>
                </a:cxn>
                <a:cxn ang="0">
                  <a:pos x="20" y="51"/>
                </a:cxn>
                <a:cxn ang="0">
                  <a:pos x="20" y="55"/>
                </a:cxn>
                <a:cxn ang="0">
                  <a:pos x="18" y="57"/>
                </a:cxn>
                <a:cxn ang="0">
                  <a:pos x="16" y="55"/>
                </a:cxn>
                <a:cxn ang="0">
                  <a:pos x="16" y="51"/>
                </a:cxn>
                <a:cxn ang="0">
                  <a:pos x="0" y="39"/>
                </a:cxn>
                <a:cxn ang="0">
                  <a:pos x="4" y="35"/>
                </a:cxn>
                <a:cxn ang="0">
                  <a:pos x="16" y="44"/>
                </a:cxn>
                <a:cxn ang="0">
                  <a:pos x="16" y="31"/>
                </a:cxn>
              </a:cxnLst>
              <a:rect l="0" t="0" r="r" b="b"/>
              <a:pathLst>
                <a:path w="36" h="57">
                  <a:moveTo>
                    <a:pt x="20" y="44"/>
                  </a:moveTo>
                  <a:cubicBezTo>
                    <a:pt x="24" y="44"/>
                    <a:pt x="28" y="42"/>
                    <a:pt x="28" y="38"/>
                  </a:cubicBezTo>
                  <a:cubicBezTo>
                    <a:pt x="28" y="33"/>
                    <a:pt x="24" y="32"/>
                    <a:pt x="20" y="31"/>
                  </a:cubicBezTo>
                  <a:lnTo>
                    <a:pt x="20" y="44"/>
                  </a:lnTo>
                  <a:close/>
                  <a:moveTo>
                    <a:pt x="16" y="11"/>
                  </a:moveTo>
                  <a:cubicBezTo>
                    <a:pt x="12" y="11"/>
                    <a:pt x="9" y="13"/>
                    <a:pt x="9" y="16"/>
                  </a:cubicBezTo>
                  <a:cubicBezTo>
                    <a:pt x="9" y="19"/>
                    <a:pt x="12" y="21"/>
                    <a:pt x="16" y="22"/>
                  </a:cubicBezTo>
                  <a:lnTo>
                    <a:pt x="16" y="11"/>
                  </a:lnTo>
                  <a:close/>
                  <a:moveTo>
                    <a:pt x="16" y="31"/>
                  </a:moveTo>
                  <a:cubicBezTo>
                    <a:pt x="7" y="29"/>
                    <a:pt x="1" y="25"/>
                    <a:pt x="1" y="18"/>
                  </a:cubicBezTo>
                  <a:cubicBezTo>
                    <a:pt x="1" y="9"/>
                    <a:pt x="8" y="4"/>
                    <a:pt x="16" y="4"/>
                  </a:cubicBezTo>
                  <a:cubicBezTo>
                    <a:pt x="16" y="2"/>
                    <a:pt x="16" y="2"/>
                    <a:pt x="16" y="2"/>
                  </a:cubicBezTo>
                  <a:cubicBezTo>
                    <a:pt x="16" y="1"/>
                    <a:pt x="17" y="0"/>
                    <a:pt x="18" y="0"/>
                  </a:cubicBezTo>
                  <a:cubicBezTo>
                    <a:pt x="19" y="0"/>
                    <a:pt x="20" y="1"/>
                    <a:pt x="20" y="2"/>
                  </a:cubicBezTo>
                  <a:cubicBezTo>
                    <a:pt x="20" y="4"/>
                    <a:pt x="20" y="4"/>
                    <a:pt x="20" y="4"/>
                  </a:cubicBezTo>
                  <a:cubicBezTo>
                    <a:pt x="25" y="4"/>
                    <a:pt x="36" y="7"/>
                    <a:pt x="36" y="14"/>
                  </a:cubicBezTo>
                  <a:cubicBezTo>
                    <a:pt x="36" y="16"/>
                    <a:pt x="34" y="18"/>
                    <a:pt x="32" y="18"/>
                  </a:cubicBezTo>
                  <a:cubicBezTo>
                    <a:pt x="27" y="18"/>
                    <a:pt x="27" y="11"/>
                    <a:pt x="20" y="11"/>
                  </a:cubicBezTo>
                  <a:cubicBezTo>
                    <a:pt x="20" y="23"/>
                    <a:pt x="20" y="23"/>
                    <a:pt x="20" y="23"/>
                  </a:cubicBezTo>
                  <a:cubicBezTo>
                    <a:pt x="29" y="25"/>
                    <a:pt x="36" y="27"/>
                    <a:pt x="36" y="37"/>
                  </a:cubicBezTo>
                  <a:cubicBezTo>
                    <a:pt x="36" y="46"/>
                    <a:pt x="30" y="50"/>
                    <a:pt x="20" y="51"/>
                  </a:cubicBezTo>
                  <a:cubicBezTo>
                    <a:pt x="20" y="55"/>
                    <a:pt x="20" y="55"/>
                    <a:pt x="20" y="55"/>
                  </a:cubicBezTo>
                  <a:cubicBezTo>
                    <a:pt x="20" y="56"/>
                    <a:pt x="19" y="57"/>
                    <a:pt x="18" y="57"/>
                  </a:cubicBezTo>
                  <a:cubicBezTo>
                    <a:pt x="17" y="57"/>
                    <a:pt x="16" y="56"/>
                    <a:pt x="16" y="55"/>
                  </a:cubicBezTo>
                  <a:cubicBezTo>
                    <a:pt x="16" y="51"/>
                    <a:pt x="16" y="51"/>
                    <a:pt x="16" y="51"/>
                  </a:cubicBezTo>
                  <a:cubicBezTo>
                    <a:pt x="5" y="51"/>
                    <a:pt x="0" y="44"/>
                    <a:pt x="0" y="39"/>
                  </a:cubicBezTo>
                  <a:cubicBezTo>
                    <a:pt x="0" y="36"/>
                    <a:pt x="2" y="35"/>
                    <a:pt x="4" y="35"/>
                  </a:cubicBezTo>
                  <a:cubicBezTo>
                    <a:pt x="11" y="35"/>
                    <a:pt x="6" y="44"/>
                    <a:pt x="16" y="44"/>
                  </a:cubicBezTo>
                  <a:cubicBezTo>
                    <a:pt x="16" y="31"/>
                    <a:pt x="16" y="31"/>
                    <a:pt x="16" y="31"/>
                  </a:cubicBezTo>
                </a:path>
              </a:pathLst>
            </a:custGeom>
            <a:solidFill>
              <a:srgbClr val="828282"/>
            </a:solidFill>
            <a:ln w="9525">
              <a:solidFill>
                <a:srgbClr val="828282"/>
              </a:solidFill>
              <a:round/>
              <a:headEnd/>
              <a:tailEnd/>
            </a:ln>
          </p:spPr>
          <p:txBody>
            <a:bodyPr vert="horz" wrap="square" lIns="91440" tIns="45720" rIns="91440" bIns="45720" numCol="1" anchor="t" anchorCtr="0" compatLnSpc="1">
              <a:prstTxWarp prst="textNoShape">
                <a:avLst/>
              </a:prstTxWarp>
            </a:bodyPr>
            <a:lstStyle/>
            <a:p>
              <a:endParaRPr lang="en-US" sz="700">
                <a:latin typeface="Arial" pitchFamily="34" charset="0"/>
                <a:cs typeface="Arial" pitchFamily="34" charset="0"/>
              </a:endParaRPr>
            </a:p>
          </p:txBody>
        </p:sp>
        <p:sp>
          <p:nvSpPr>
            <p:cNvPr id="668" name="Freeform 296"/>
            <p:cNvSpPr>
              <a:spLocks/>
            </p:cNvSpPr>
            <p:nvPr/>
          </p:nvSpPr>
          <p:spPr bwMode="auto">
            <a:xfrm>
              <a:off x="2390776" y="3959226"/>
              <a:ext cx="88900" cy="93663"/>
            </a:xfrm>
            <a:custGeom>
              <a:avLst/>
              <a:gdLst/>
              <a:ahLst/>
              <a:cxnLst>
                <a:cxn ang="0">
                  <a:pos x="41" y="31"/>
                </a:cxn>
                <a:cxn ang="0">
                  <a:pos x="27" y="40"/>
                </a:cxn>
                <a:cxn ang="0">
                  <a:pos x="16" y="31"/>
                </a:cxn>
                <a:cxn ang="0">
                  <a:pos x="28" y="31"/>
                </a:cxn>
                <a:cxn ang="0">
                  <a:pos x="28" y="28"/>
                </a:cxn>
                <a:cxn ang="0">
                  <a:pos x="15" y="28"/>
                </a:cxn>
                <a:cxn ang="0">
                  <a:pos x="15" y="24"/>
                </a:cxn>
                <a:cxn ang="0">
                  <a:pos x="15" y="21"/>
                </a:cxn>
                <a:cxn ang="0">
                  <a:pos x="28" y="21"/>
                </a:cxn>
                <a:cxn ang="0">
                  <a:pos x="28" y="18"/>
                </a:cxn>
                <a:cxn ang="0">
                  <a:pos x="16" y="18"/>
                </a:cxn>
                <a:cxn ang="0">
                  <a:pos x="27" y="8"/>
                </a:cxn>
                <a:cxn ang="0">
                  <a:pos x="41" y="17"/>
                </a:cxn>
                <a:cxn ang="0">
                  <a:pos x="46" y="12"/>
                </a:cxn>
                <a:cxn ang="0">
                  <a:pos x="27" y="0"/>
                </a:cxn>
                <a:cxn ang="0">
                  <a:pos x="5" y="18"/>
                </a:cxn>
                <a:cxn ang="0">
                  <a:pos x="0" y="18"/>
                </a:cxn>
                <a:cxn ang="0">
                  <a:pos x="0" y="21"/>
                </a:cxn>
                <a:cxn ang="0">
                  <a:pos x="4" y="21"/>
                </a:cxn>
                <a:cxn ang="0">
                  <a:pos x="4" y="24"/>
                </a:cxn>
                <a:cxn ang="0">
                  <a:pos x="4" y="28"/>
                </a:cxn>
                <a:cxn ang="0">
                  <a:pos x="0" y="28"/>
                </a:cxn>
                <a:cxn ang="0">
                  <a:pos x="0" y="31"/>
                </a:cxn>
                <a:cxn ang="0">
                  <a:pos x="5" y="31"/>
                </a:cxn>
                <a:cxn ang="0">
                  <a:pos x="27" y="49"/>
                </a:cxn>
                <a:cxn ang="0">
                  <a:pos x="46" y="35"/>
                </a:cxn>
                <a:cxn ang="0">
                  <a:pos x="41" y="31"/>
                </a:cxn>
              </a:cxnLst>
              <a:rect l="0" t="0" r="r" b="b"/>
              <a:pathLst>
                <a:path w="46" h="49">
                  <a:moveTo>
                    <a:pt x="41" y="31"/>
                  </a:moveTo>
                  <a:cubicBezTo>
                    <a:pt x="36" y="31"/>
                    <a:pt x="36" y="40"/>
                    <a:pt x="27" y="40"/>
                  </a:cubicBezTo>
                  <a:cubicBezTo>
                    <a:pt x="21" y="40"/>
                    <a:pt x="17" y="36"/>
                    <a:pt x="16" y="31"/>
                  </a:cubicBezTo>
                  <a:cubicBezTo>
                    <a:pt x="28" y="31"/>
                    <a:pt x="28" y="31"/>
                    <a:pt x="28" y="31"/>
                  </a:cubicBezTo>
                  <a:cubicBezTo>
                    <a:pt x="28" y="28"/>
                    <a:pt x="28" y="28"/>
                    <a:pt x="28" y="28"/>
                  </a:cubicBezTo>
                  <a:cubicBezTo>
                    <a:pt x="15" y="28"/>
                    <a:pt x="15" y="28"/>
                    <a:pt x="15" y="28"/>
                  </a:cubicBezTo>
                  <a:cubicBezTo>
                    <a:pt x="15" y="26"/>
                    <a:pt x="15" y="25"/>
                    <a:pt x="15" y="24"/>
                  </a:cubicBezTo>
                  <a:cubicBezTo>
                    <a:pt x="15" y="23"/>
                    <a:pt x="15" y="22"/>
                    <a:pt x="15" y="21"/>
                  </a:cubicBezTo>
                  <a:cubicBezTo>
                    <a:pt x="28" y="21"/>
                    <a:pt x="28" y="21"/>
                    <a:pt x="28" y="21"/>
                  </a:cubicBezTo>
                  <a:cubicBezTo>
                    <a:pt x="28" y="18"/>
                    <a:pt x="28" y="18"/>
                    <a:pt x="28" y="18"/>
                  </a:cubicBezTo>
                  <a:cubicBezTo>
                    <a:pt x="16" y="18"/>
                    <a:pt x="16" y="18"/>
                    <a:pt x="16" y="18"/>
                  </a:cubicBezTo>
                  <a:cubicBezTo>
                    <a:pt x="18" y="12"/>
                    <a:pt x="22" y="8"/>
                    <a:pt x="27" y="8"/>
                  </a:cubicBezTo>
                  <a:cubicBezTo>
                    <a:pt x="37" y="8"/>
                    <a:pt x="35" y="17"/>
                    <a:pt x="41" y="17"/>
                  </a:cubicBezTo>
                  <a:cubicBezTo>
                    <a:pt x="44" y="17"/>
                    <a:pt x="46" y="15"/>
                    <a:pt x="46" y="12"/>
                  </a:cubicBezTo>
                  <a:cubicBezTo>
                    <a:pt x="46" y="7"/>
                    <a:pt x="39" y="0"/>
                    <a:pt x="27" y="0"/>
                  </a:cubicBezTo>
                  <a:cubicBezTo>
                    <a:pt x="15" y="0"/>
                    <a:pt x="7" y="7"/>
                    <a:pt x="5" y="18"/>
                  </a:cubicBezTo>
                  <a:cubicBezTo>
                    <a:pt x="0" y="18"/>
                    <a:pt x="0" y="18"/>
                    <a:pt x="0" y="18"/>
                  </a:cubicBezTo>
                  <a:cubicBezTo>
                    <a:pt x="0" y="21"/>
                    <a:pt x="0" y="21"/>
                    <a:pt x="0" y="21"/>
                  </a:cubicBezTo>
                  <a:cubicBezTo>
                    <a:pt x="4" y="21"/>
                    <a:pt x="4" y="21"/>
                    <a:pt x="4" y="21"/>
                  </a:cubicBezTo>
                  <a:cubicBezTo>
                    <a:pt x="4" y="22"/>
                    <a:pt x="4" y="23"/>
                    <a:pt x="4" y="24"/>
                  </a:cubicBezTo>
                  <a:cubicBezTo>
                    <a:pt x="4" y="25"/>
                    <a:pt x="4" y="26"/>
                    <a:pt x="4" y="28"/>
                  </a:cubicBezTo>
                  <a:cubicBezTo>
                    <a:pt x="0" y="28"/>
                    <a:pt x="0" y="28"/>
                    <a:pt x="0" y="28"/>
                  </a:cubicBezTo>
                  <a:cubicBezTo>
                    <a:pt x="0" y="31"/>
                    <a:pt x="0" y="31"/>
                    <a:pt x="0" y="31"/>
                  </a:cubicBezTo>
                  <a:cubicBezTo>
                    <a:pt x="5" y="31"/>
                    <a:pt x="5" y="31"/>
                    <a:pt x="5" y="31"/>
                  </a:cubicBezTo>
                  <a:cubicBezTo>
                    <a:pt x="7" y="43"/>
                    <a:pt x="15" y="49"/>
                    <a:pt x="27" y="49"/>
                  </a:cubicBezTo>
                  <a:cubicBezTo>
                    <a:pt x="38" y="49"/>
                    <a:pt x="46" y="42"/>
                    <a:pt x="46" y="35"/>
                  </a:cubicBezTo>
                  <a:cubicBezTo>
                    <a:pt x="46" y="33"/>
                    <a:pt x="43" y="31"/>
                    <a:pt x="41" y="31"/>
                  </a:cubicBezTo>
                </a:path>
              </a:pathLst>
            </a:custGeom>
            <a:solidFill>
              <a:srgbClr val="828282"/>
            </a:solidFill>
            <a:ln w="9525">
              <a:solidFill>
                <a:srgbClr val="828282"/>
              </a:solidFill>
              <a:round/>
              <a:headEnd/>
              <a:tailEnd/>
            </a:ln>
          </p:spPr>
          <p:txBody>
            <a:bodyPr vert="horz" wrap="square" lIns="91440" tIns="45720" rIns="91440" bIns="45720" numCol="1" anchor="t" anchorCtr="0" compatLnSpc="1">
              <a:prstTxWarp prst="textNoShape">
                <a:avLst/>
              </a:prstTxWarp>
            </a:bodyPr>
            <a:lstStyle/>
            <a:p>
              <a:endParaRPr lang="en-US" sz="700">
                <a:latin typeface="Arial" pitchFamily="34" charset="0"/>
                <a:cs typeface="Arial" pitchFamily="34" charset="0"/>
              </a:endParaRPr>
            </a:p>
          </p:txBody>
        </p:sp>
        <p:sp>
          <p:nvSpPr>
            <p:cNvPr id="669" name="Freeform 297"/>
            <p:cNvSpPr>
              <a:spLocks/>
            </p:cNvSpPr>
            <p:nvPr/>
          </p:nvSpPr>
          <p:spPr bwMode="auto">
            <a:xfrm>
              <a:off x="2481264" y="4095751"/>
              <a:ext cx="66675" cy="79375"/>
            </a:xfrm>
            <a:custGeom>
              <a:avLst/>
              <a:gdLst/>
              <a:ahLst/>
              <a:cxnLst>
                <a:cxn ang="0">
                  <a:pos x="0" y="5"/>
                </a:cxn>
                <a:cxn ang="0">
                  <a:pos x="4" y="0"/>
                </a:cxn>
                <a:cxn ang="0">
                  <a:pos x="9" y="5"/>
                </a:cxn>
                <a:cxn ang="0">
                  <a:pos x="9" y="16"/>
                </a:cxn>
                <a:cxn ang="0">
                  <a:pos x="25" y="16"/>
                </a:cxn>
                <a:cxn ang="0">
                  <a:pos x="25" y="5"/>
                </a:cxn>
                <a:cxn ang="0">
                  <a:pos x="29" y="0"/>
                </a:cxn>
                <a:cxn ang="0">
                  <a:pos x="34" y="5"/>
                </a:cxn>
                <a:cxn ang="0">
                  <a:pos x="34" y="37"/>
                </a:cxn>
                <a:cxn ang="0">
                  <a:pos x="29" y="41"/>
                </a:cxn>
                <a:cxn ang="0">
                  <a:pos x="25" y="37"/>
                </a:cxn>
                <a:cxn ang="0">
                  <a:pos x="25" y="23"/>
                </a:cxn>
                <a:cxn ang="0">
                  <a:pos x="9" y="23"/>
                </a:cxn>
                <a:cxn ang="0">
                  <a:pos x="9" y="37"/>
                </a:cxn>
                <a:cxn ang="0">
                  <a:pos x="4" y="41"/>
                </a:cxn>
                <a:cxn ang="0">
                  <a:pos x="0" y="37"/>
                </a:cxn>
                <a:cxn ang="0">
                  <a:pos x="0" y="5"/>
                </a:cxn>
              </a:cxnLst>
              <a:rect l="0" t="0" r="r" b="b"/>
              <a:pathLst>
                <a:path w="34" h="41">
                  <a:moveTo>
                    <a:pt x="0" y="5"/>
                  </a:moveTo>
                  <a:cubicBezTo>
                    <a:pt x="0" y="2"/>
                    <a:pt x="1" y="0"/>
                    <a:pt x="4" y="0"/>
                  </a:cubicBezTo>
                  <a:cubicBezTo>
                    <a:pt x="7" y="0"/>
                    <a:pt x="9" y="2"/>
                    <a:pt x="9" y="5"/>
                  </a:cubicBezTo>
                  <a:cubicBezTo>
                    <a:pt x="9" y="16"/>
                    <a:pt x="9" y="16"/>
                    <a:pt x="9" y="16"/>
                  </a:cubicBezTo>
                  <a:cubicBezTo>
                    <a:pt x="25" y="16"/>
                    <a:pt x="25" y="16"/>
                    <a:pt x="25" y="16"/>
                  </a:cubicBezTo>
                  <a:cubicBezTo>
                    <a:pt x="25" y="5"/>
                    <a:pt x="25" y="5"/>
                    <a:pt x="25" y="5"/>
                  </a:cubicBezTo>
                  <a:cubicBezTo>
                    <a:pt x="25" y="2"/>
                    <a:pt x="27" y="0"/>
                    <a:pt x="29" y="0"/>
                  </a:cubicBezTo>
                  <a:cubicBezTo>
                    <a:pt x="32" y="0"/>
                    <a:pt x="34" y="2"/>
                    <a:pt x="34" y="5"/>
                  </a:cubicBezTo>
                  <a:cubicBezTo>
                    <a:pt x="34" y="37"/>
                    <a:pt x="34" y="37"/>
                    <a:pt x="34" y="37"/>
                  </a:cubicBezTo>
                  <a:cubicBezTo>
                    <a:pt x="34" y="39"/>
                    <a:pt x="32" y="41"/>
                    <a:pt x="29" y="41"/>
                  </a:cubicBezTo>
                  <a:cubicBezTo>
                    <a:pt x="27" y="41"/>
                    <a:pt x="25" y="39"/>
                    <a:pt x="25" y="37"/>
                  </a:cubicBezTo>
                  <a:cubicBezTo>
                    <a:pt x="25" y="23"/>
                    <a:pt x="25" y="23"/>
                    <a:pt x="25" y="23"/>
                  </a:cubicBezTo>
                  <a:cubicBezTo>
                    <a:pt x="9" y="23"/>
                    <a:pt x="9" y="23"/>
                    <a:pt x="9" y="23"/>
                  </a:cubicBezTo>
                  <a:cubicBezTo>
                    <a:pt x="9" y="37"/>
                    <a:pt x="9" y="37"/>
                    <a:pt x="9" y="37"/>
                  </a:cubicBezTo>
                  <a:cubicBezTo>
                    <a:pt x="9" y="39"/>
                    <a:pt x="7" y="41"/>
                    <a:pt x="4" y="41"/>
                  </a:cubicBezTo>
                  <a:cubicBezTo>
                    <a:pt x="1" y="41"/>
                    <a:pt x="0" y="39"/>
                    <a:pt x="0" y="37"/>
                  </a:cubicBezTo>
                  <a:cubicBezTo>
                    <a:pt x="0" y="5"/>
                    <a:pt x="0" y="5"/>
                    <a:pt x="0" y="5"/>
                  </a:cubicBezTo>
                </a:path>
              </a:pathLst>
            </a:custGeom>
            <a:solidFill>
              <a:srgbClr val="828282"/>
            </a:solidFill>
            <a:ln w="9525">
              <a:solidFill>
                <a:srgbClr val="828282"/>
              </a:solidFill>
              <a:round/>
              <a:headEnd/>
              <a:tailEnd/>
            </a:ln>
          </p:spPr>
          <p:txBody>
            <a:bodyPr vert="horz" wrap="square" lIns="91440" tIns="45720" rIns="91440" bIns="45720" numCol="1" anchor="t" anchorCtr="0" compatLnSpc="1">
              <a:prstTxWarp prst="textNoShape">
                <a:avLst/>
              </a:prstTxWarp>
            </a:bodyPr>
            <a:lstStyle/>
            <a:p>
              <a:endParaRPr lang="en-US" sz="700">
                <a:latin typeface="Arial" pitchFamily="34" charset="0"/>
                <a:cs typeface="Arial" pitchFamily="34" charset="0"/>
              </a:endParaRPr>
            </a:p>
          </p:txBody>
        </p:sp>
      </p:grpSp>
      <p:sp>
        <p:nvSpPr>
          <p:cNvPr id="68" name="Rectangle 67"/>
          <p:cNvSpPr/>
          <p:nvPr/>
        </p:nvSpPr>
        <p:spPr>
          <a:xfrm>
            <a:off x="6102849" y="9000400"/>
            <a:ext cx="6082302" cy="338554"/>
          </a:xfrm>
          <a:prstGeom prst="rect">
            <a:avLst/>
          </a:prstGeom>
        </p:spPr>
        <p:txBody>
          <a:bodyPr wrap="square">
            <a:spAutoFit/>
          </a:bodyPr>
          <a:lstStyle/>
          <a:p>
            <a:pPr algn="ctr"/>
            <a:r>
              <a:rPr lang="fr-FR" sz="1600" dirty="0" smtClean="0"/>
              <a:t>Source : </a:t>
            </a:r>
            <a:r>
              <a:rPr lang="fr-FR" sz="1600" dirty="0"/>
              <a:t>https://www.fr.capgemini.com/rapport-annuel/2016  </a:t>
            </a:r>
          </a:p>
        </p:txBody>
      </p:sp>
      <p:pic>
        <p:nvPicPr>
          <p:cNvPr id="2" name="Image 1"/>
          <p:cNvPicPr>
            <a:picLocks noChangeAspect="1"/>
          </p:cNvPicPr>
          <p:nvPr/>
        </p:nvPicPr>
        <p:blipFill>
          <a:blip r:embed="rId3"/>
          <a:stretch>
            <a:fillRect/>
          </a:stretch>
        </p:blipFill>
        <p:spPr>
          <a:xfrm>
            <a:off x="716648" y="322656"/>
            <a:ext cx="17289561" cy="7129862"/>
          </a:xfrm>
          <a:prstGeom prst="rect">
            <a:avLst/>
          </a:prstGeom>
        </p:spPr>
      </p:pic>
    </p:spTree>
    <p:extLst>
      <p:ext uri="{BB962C8B-B14F-4D97-AF65-F5344CB8AC3E}">
        <p14:creationId xmlns:p14="http://schemas.microsoft.com/office/powerpoint/2010/main" val="678104334"/>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custDataLst>
              <p:tags r:id="rId1"/>
            </p:custDataLst>
          </p:nvPr>
        </p:nvSpPr>
        <p:spPr>
          <a:xfrm>
            <a:off x="914400" y="322656"/>
            <a:ext cx="16459200" cy="1716088"/>
          </a:xfrm>
        </p:spPr>
        <p:txBody>
          <a:bodyPr vert="horz" lIns="507148" tIns="56349" rIns="281750" bIns="56349" rtlCol="0" anchor="ctr">
            <a:noAutofit/>
          </a:bodyPr>
          <a:lstStyle/>
          <a:p>
            <a:pPr defTabSz="1558521">
              <a:lnSpc>
                <a:spcPct val="85000"/>
              </a:lnSpc>
            </a:pPr>
            <a:endParaRPr lang="fr-FR" sz="4000" dirty="0"/>
          </a:p>
        </p:txBody>
      </p:sp>
      <p:sp>
        <p:nvSpPr>
          <p:cNvPr id="10" name="Rectangle 9"/>
          <p:cNvSpPr/>
          <p:nvPr/>
        </p:nvSpPr>
        <p:spPr>
          <a:xfrm>
            <a:off x="6102849" y="9000400"/>
            <a:ext cx="6082302" cy="338554"/>
          </a:xfrm>
          <a:prstGeom prst="rect">
            <a:avLst/>
          </a:prstGeom>
        </p:spPr>
        <p:txBody>
          <a:bodyPr wrap="square">
            <a:spAutoFit/>
          </a:bodyPr>
          <a:lstStyle/>
          <a:p>
            <a:pPr algn="ctr"/>
            <a:r>
              <a:rPr lang="fr-FR" sz="1600" dirty="0" smtClean="0"/>
              <a:t>Source : </a:t>
            </a:r>
            <a:r>
              <a:rPr lang="fr-FR" sz="1600" dirty="0"/>
              <a:t>https://www.fr.capgemini.com/rapport-annuel/2016</a:t>
            </a:r>
          </a:p>
        </p:txBody>
      </p:sp>
      <p:pic>
        <p:nvPicPr>
          <p:cNvPr id="2" name="Image 1"/>
          <p:cNvPicPr>
            <a:picLocks noChangeAspect="1"/>
          </p:cNvPicPr>
          <p:nvPr/>
        </p:nvPicPr>
        <p:blipFill>
          <a:blip r:embed="rId3"/>
          <a:stretch>
            <a:fillRect/>
          </a:stretch>
        </p:blipFill>
        <p:spPr>
          <a:xfrm>
            <a:off x="503039" y="251718"/>
            <a:ext cx="17587263" cy="6840760"/>
          </a:xfrm>
          <a:prstGeom prst="rect">
            <a:avLst/>
          </a:prstGeom>
        </p:spPr>
      </p:pic>
    </p:spTree>
    <p:extLst>
      <p:ext uri="{BB962C8B-B14F-4D97-AF65-F5344CB8AC3E}">
        <p14:creationId xmlns:p14="http://schemas.microsoft.com/office/powerpoint/2010/main" val="678104334"/>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5" name="Shape 121"/>
          <p:cNvCxnSpPr>
            <a:endCxn id="254" idx="0"/>
          </p:cNvCxnSpPr>
          <p:nvPr/>
        </p:nvCxnSpPr>
        <p:spPr bwMode="auto">
          <a:xfrm rot="10800000">
            <a:off x="2272125" y="2415051"/>
            <a:ext cx="3253348" cy="1164825"/>
          </a:xfrm>
          <a:prstGeom prst="bentConnector4">
            <a:avLst>
              <a:gd name="adj1" fmla="val 21730"/>
              <a:gd name="adj2" fmla="val 119625"/>
            </a:avLst>
          </a:prstGeom>
          <a:solidFill>
            <a:schemeClr val="tx2"/>
          </a:solidFill>
          <a:ln w="6350" cap="flat" cmpd="sng" algn="ctr">
            <a:solidFill>
              <a:srgbClr val="C0504D"/>
            </a:solidFill>
            <a:prstDash val="dash"/>
            <a:round/>
            <a:headEnd type="none" w="med" len="med"/>
            <a:tailEnd type="triangle" w="med" len="med"/>
          </a:ln>
          <a:effectLst/>
        </p:spPr>
      </p:cxnSp>
      <p:cxnSp>
        <p:nvCxnSpPr>
          <p:cNvPr id="200" name="Elbow Connector 110"/>
          <p:cNvCxnSpPr/>
          <p:nvPr/>
        </p:nvCxnSpPr>
        <p:spPr bwMode="auto">
          <a:xfrm rot="16200000" flipH="1">
            <a:off x="13652989" y="921742"/>
            <a:ext cx="969531" cy="3727141"/>
          </a:xfrm>
          <a:prstGeom prst="bentConnector3">
            <a:avLst>
              <a:gd name="adj1" fmla="val -23578"/>
            </a:avLst>
          </a:prstGeom>
          <a:solidFill>
            <a:schemeClr val="tx2"/>
          </a:solidFill>
          <a:ln w="6350" cap="flat" cmpd="sng" algn="ctr">
            <a:solidFill>
              <a:srgbClr val="00B0F0"/>
            </a:solidFill>
            <a:prstDash val="dash"/>
            <a:round/>
            <a:headEnd type="none" w="med" len="med"/>
            <a:tailEnd type="triangle" w="med" len="med"/>
          </a:ln>
          <a:effectLst/>
        </p:spPr>
      </p:cxnSp>
      <p:sp>
        <p:nvSpPr>
          <p:cNvPr id="315" name="Freeform 144"/>
          <p:cNvSpPr>
            <a:spLocks/>
          </p:cNvSpPr>
          <p:nvPr/>
        </p:nvSpPr>
        <p:spPr bwMode="auto">
          <a:xfrm rot="12896292">
            <a:off x="11367180" y="1686985"/>
            <a:ext cx="2121745" cy="3600016"/>
          </a:xfrm>
          <a:custGeom>
            <a:avLst/>
            <a:gdLst/>
            <a:ahLst/>
            <a:cxnLst>
              <a:cxn ang="0">
                <a:pos x="50" y="0"/>
              </a:cxn>
              <a:cxn ang="0">
                <a:pos x="0" y="120"/>
              </a:cxn>
              <a:cxn ang="0">
                <a:pos x="50" y="170"/>
              </a:cxn>
              <a:cxn ang="0">
                <a:pos x="100" y="120"/>
              </a:cxn>
              <a:cxn ang="0">
                <a:pos x="67" y="44"/>
              </a:cxn>
            </a:cxnLst>
            <a:rect l="0" t="0" r="r" b="b"/>
            <a:pathLst>
              <a:path w="100" h="170">
                <a:moveTo>
                  <a:pt x="50" y="0"/>
                </a:moveTo>
                <a:cubicBezTo>
                  <a:pt x="43" y="46"/>
                  <a:pt x="0" y="79"/>
                  <a:pt x="0" y="120"/>
                </a:cubicBezTo>
                <a:cubicBezTo>
                  <a:pt x="0" y="147"/>
                  <a:pt x="22" y="170"/>
                  <a:pt x="50" y="170"/>
                </a:cubicBezTo>
                <a:cubicBezTo>
                  <a:pt x="78" y="170"/>
                  <a:pt x="100" y="147"/>
                  <a:pt x="100" y="120"/>
                </a:cubicBezTo>
                <a:cubicBezTo>
                  <a:pt x="100" y="91"/>
                  <a:pt x="81" y="69"/>
                  <a:pt x="67" y="44"/>
                </a:cubicBezTo>
              </a:path>
            </a:pathLst>
          </a:custGeom>
          <a:solidFill>
            <a:schemeClr val="bg1"/>
          </a:solidFill>
          <a:ln w="9525" cap="rnd">
            <a:solidFill>
              <a:srgbClr val="00B0F0"/>
            </a:solidFill>
            <a:prstDash val="solid"/>
            <a:round/>
            <a:headEnd/>
            <a:tailEnd/>
          </a:ln>
        </p:spPr>
        <p:txBody>
          <a:bodyPr vert="horz" wrap="square" lIns="91440" tIns="45720" rIns="91440" bIns="45720" numCol="1" anchor="t" anchorCtr="0" compatLnSpc="1">
            <a:prstTxWarp prst="textNoShape">
              <a:avLst/>
            </a:prstTxWarp>
          </a:bodyPr>
          <a:lstStyle/>
          <a:p>
            <a:endParaRPr lang="en-US" sz="700">
              <a:solidFill>
                <a:srgbClr val="4D740F"/>
              </a:solidFill>
              <a:latin typeface="Arial" pitchFamily="34" charset="0"/>
              <a:cs typeface="Arial" pitchFamily="34" charset="0"/>
            </a:endParaRPr>
          </a:p>
        </p:txBody>
      </p:sp>
      <p:cxnSp>
        <p:nvCxnSpPr>
          <p:cNvPr id="199" name="Shape 108"/>
          <p:cNvCxnSpPr>
            <a:endCxn id="197" idx="2"/>
          </p:cNvCxnSpPr>
          <p:nvPr/>
        </p:nvCxnSpPr>
        <p:spPr bwMode="auto">
          <a:xfrm flipV="1">
            <a:off x="9479411" y="7694696"/>
            <a:ext cx="6017054" cy="346857"/>
          </a:xfrm>
          <a:prstGeom prst="bentConnector2">
            <a:avLst/>
          </a:prstGeom>
          <a:solidFill>
            <a:schemeClr val="tx2"/>
          </a:solidFill>
          <a:ln w="6350" cap="flat" cmpd="sng" algn="ctr">
            <a:solidFill>
              <a:srgbClr val="F79646"/>
            </a:solidFill>
            <a:prstDash val="dash"/>
            <a:round/>
            <a:headEnd type="none" w="med" len="med"/>
            <a:tailEnd type="triangle" w="med" len="med"/>
          </a:ln>
          <a:effectLst/>
        </p:spPr>
      </p:cxnSp>
      <p:sp>
        <p:nvSpPr>
          <p:cNvPr id="313" name="Freeform 144"/>
          <p:cNvSpPr>
            <a:spLocks/>
          </p:cNvSpPr>
          <p:nvPr/>
        </p:nvSpPr>
        <p:spPr bwMode="auto">
          <a:xfrm rot="17700219">
            <a:off x="8322529" y="5576151"/>
            <a:ext cx="2121745" cy="3600016"/>
          </a:xfrm>
          <a:custGeom>
            <a:avLst/>
            <a:gdLst/>
            <a:ahLst/>
            <a:cxnLst>
              <a:cxn ang="0">
                <a:pos x="50" y="0"/>
              </a:cxn>
              <a:cxn ang="0">
                <a:pos x="0" y="120"/>
              </a:cxn>
              <a:cxn ang="0">
                <a:pos x="50" y="170"/>
              </a:cxn>
              <a:cxn ang="0">
                <a:pos x="100" y="120"/>
              </a:cxn>
              <a:cxn ang="0">
                <a:pos x="67" y="44"/>
              </a:cxn>
            </a:cxnLst>
            <a:rect l="0" t="0" r="r" b="b"/>
            <a:pathLst>
              <a:path w="100" h="170">
                <a:moveTo>
                  <a:pt x="50" y="0"/>
                </a:moveTo>
                <a:cubicBezTo>
                  <a:pt x="43" y="46"/>
                  <a:pt x="0" y="79"/>
                  <a:pt x="0" y="120"/>
                </a:cubicBezTo>
                <a:cubicBezTo>
                  <a:pt x="0" y="147"/>
                  <a:pt x="22" y="170"/>
                  <a:pt x="50" y="170"/>
                </a:cubicBezTo>
                <a:cubicBezTo>
                  <a:pt x="78" y="170"/>
                  <a:pt x="100" y="147"/>
                  <a:pt x="100" y="120"/>
                </a:cubicBezTo>
                <a:cubicBezTo>
                  <a:pt x="100" y="91"/>
                  <a:pt x="81" y="69"/>
                  <a:pt x="67" y="44"/>
                </a:cubicBezTo>
              </a:path>
            </a:pathLst>
          </a:custGeom>
          <a:solidFill>
            <a:schemeClr val="bg1"/>
          </a:solidFill>
          <a:ln w="9525" cap="rnd">
            <a:solidFill>
              <a:srgbClr val="F79646"/>
            </a:solidFill>
            <a:prstDash val="solid"/>
            <a:round/>
            <a:headEnd/>
            <a:tailEnd/>
          </a:ln>
        </p:spPr>
        <p:txBody>
          <a:bodyPr vert="horz" wrap="square" lIns="91440" tIns="45720" rIns="91440" bIns="45720" numCol="1" anchor="t" anchorCtr="0" compatLnSpc="1">
            <a:prstTxWarp prst="textNoShape">
              <a:avLst/>
            </a:prstTxWarp>
          </a:bodyPr>
          <a:lstStyle/>
          <a:p>
            <a:endParaRPr lang="en-US" sz="700">
              <a:solidFill>
                <a:srgbClr val="4D740F"/>
              </a:solidFill>
              <a:latin typeface="Arial" pitchFamily="34" charset="0"/>
              <a:cs typeface="Arial" pitchFamily="34" charset="0"/>
            </a:endParaRPr>
          </a:p>
        </p:txBody>
      </p:sp>
      <p:sp>
        <p:nvSpPr>
          <p:cNvPr id="311" name="Freeform 144"/>
          <p:cNvSpPr>
            <a:spLocks/>
          </p:cNvSpPr>
          <p:nvPr/>
        </p:nvSpPr>
        <p:spPr bwMode="auto">
          <a:xfrm rot="2482896">
            <a:off x="4834661" y="2153409"/>
            <a:ext cx="2121745" cy="3600016"/>
          </a:xfrm>
          <a:custGeom>
            <a:avLst/>
            <a:gdLst/>
            <a:ahLst/>
            <a:cxnLst>
              <a:cxn ang="0">
                <a:pos x="50" y="0"/>
              </a:cxn>
              <a:cxn ang="0">
                <a:pos x="0" y="120"/>
              </a:cxn>
              <a:cxn ang="0">
                <a:pos x="50" y="170"/>
              </a:cxn>
              <a:cxn ang="0">
                <a:pos x="100" y="120"/>
              </a:cxn>
              <a:cxn ang="0">
                <a:pos x="67" y="44"/>
              </a:cxn>
            </a:cxnLst>
            <a:rect l="0" t="0" r="r" b="b"/>
            <a:pathLst>
              <a:path w="100" h="170">
                <a:moveTo>
                  <a:pt x="50" y="0"/>
                </a:moveTo>
                <a:cubicBezTo>
                  <a:pt x="43" y="46"/>
                  <a:pt x="0" y="79"/>
                  <a:pt x="0" y="120"/>
                </a:cubicBezTo>
                <a:cubicBezTo>
                  <a:pt x="0" y="147"/>
                  <a:pt x="22" y="170"/>
                  <a:pt x="50" y="170"/>
                </a:cubicBezTo>
                <a:cubicBezTo>
                  <a:pt x="78" y="170"/>
                  <a:pt x="100" y="147"/>
                  <a:pt x="100" y="120"/>
                </a:cubicBezTo>
                <a:cubicBezTo>
                  <a:pt x="100" y="91"/>
                  <a:pt x="81" y="69"/>
                  <a:pt x="67" y="44"/>
                </a:cubicBezTo>
              </a:path>
            </a:pathLst>
          </a:custGeom>
          <a:solidFill>
            <a:schemeClr val="bg1"/>
          </a:solidFill>
          <a:ln w="9525" cap="rnd">
            <a:solidFill>
              <a:srgbClr val="C0504D"/>
            </a:solidFill>
            <a:prstDash val="solid"/>
            <a:round/>
            <a:headEnd/>
            <a:tailEnd/>
          </a:ln>
        </p:spPr>
        <p:txBody>
          <a:bodyPr vert="horz" wrap="square" lIns="91440" tIns="45720" rIns="91440" bIns="45720" numCol="1" anchor="t" anchorCtr="0" compatLnSpc="1">
            <a:prstTxWarp prst="textNoShape">
              <a:avLst/>
            </a:prstTxWarp>
          </a:bodyPr>
          <a:lstStyle/>
          <a:p>
            <a:endParaRPr lang="en-US" sz="700">
              <a:solidFill>
                <a:srgbClr val="4D740F"/>
              </a:solidFill>
              <a:latin typeface="Arial" pitchFamily="34" charset="0"/>
              <a:cs typeface="Arial" pitchFamily="34" charset="0"/>
            </a:endParaRPr>
          </a:p>
        </p:txBody>
      </p:sp>
      <p:sp>
        <p:nvSpPr>
          <p:cNvPr id="180" name="Oval 97"/>
          <p:cNvSpPr/>
          <p:nvPr/>
        </p:nvSpPr>
        <p:spPr bwMode="auto">
          <a:xfrm>
            <a:off x="6229300" y="1394897"/>
            <a:ext cx="5809740" cy="5648956"/>
          </a:xfrm>
          <a:prstGeom prst="ellipse">
            <a:avLst/>
          </a:prstGeom>
          <a:solidFill>
            <a:schemeClr val="bg1"/>
          </a:solidFill>
          <a:ln w="25400" cap="flat" cmpd="sng" algn="ctr">
            <a:solidFill>
              <a:schemeClr val="tx2">
                <a:lumMod val="50000"/>
                <a:alpha val="39000"/>
              </a:schemeClr>
            </a:solidFill>
            <a:prstDash val="solid"/>
            <a:round/>
            <a:headEnd type="none" w="med" len="med"/>
            <a:tailEnd type="none" w="med" len="med"/>
          </a:ln>
          <a:effectLst/>
        </p:spPr>
        <p:txBody>
          <a:bodyPr vert="horz" wrap="none" lIns="182935" tIns="91467" rIns="182935" bIns="91467" numCol="1" rtlCol="0" anchor="ctr" anchorCtr="0" compatLnSpc="1">
            <a:prstTxWarp prst="textNoShape">
              <a:avLst/>
            </a:prstTxWarp>
          </a:bodyPr>
          <a:lstStyle/>
          <a:p>
            <a:pPr algn="ctr" defTabSz="1829349" eaLnBrk="0" fontAlgn="base" hangingPunct="0">
              <a:lnSpc>
                <a:spcPct val="85000"/>
              </a:lnSpc>
              <a:spcBef>
                <a:spcPct val="0"/>
              </a:spcBef>
              <a:spcAft>
                <a:spcPct val="0"/>
              </a:spcAft>
            </a:pPr>
            <a:endParaRPr lang="en-US" sz="2400" b="1" dirty="0" smtClean="0">
              <a:cs typeface="Arial" charset="0"/>
            </a:endParaRPr>
          </a:p>
        </p:txBody>
      </p:sp>
      <p:sp>
        <p:nvSpPr>
          <p:cNvPr id="195" name="TextBox 99"/>
          <p:cNvSpPr txBox="1"/>
          <p:nvPr/>
        </p:nvSpPr>
        <p:spPr>
          <a:xfrm>
            <a:off x="6958092" y="2737989"/>
            <a:ext cx="4297182" cy="923384"/>
          </a:xfrm>
          <a:prstGeom prst="rect">
            <a:avLst/>
          </a:prstGeom>
          <a:noFill/>
        </p:spPr>
        <p:txBody>
          <a:bodyPr wrap="square" lIns="182935" tIns="91467" rIns="182935" bIns="91467" rtlCol="0">
            <a:spAutoFit/>
          </a:bodyPr>
          <a:lstStyle/>
          <a:p>
            <a:pPr algn="ctr"/>
            <a:r>
              <a:rPr lang="en-US" sz="4800" b="1" cap="small" dirty="0" smtClean="0">
                <a:solidFill>
                  <a:srgbClr val="828282"/>
                </a:solidFill>
                <a:latin typeface="Segoe UI" panose="020B0502040204020203" pitchFamily="34" charset="0"/>
                <a:ea typeface="Segoe UI" panose="020B0502040204020203" pitchFamily="34" charset="0"/>
                <a:cs typeface="Segoe UI" panose="020B0502040204020203" pitchFamily="34" charset="0"/>
              </a:rPr>
              <a:t>Cluster</a:t>
            </a:r>
            <a:r>
              <a:rPr lang="en-US" sz="2800" b="1" cap="small" dirty="0" smtClean="0">
                <a:solidFill>
                  <a:srgbClr val="828282"/>
                </a:solidFill>
                <a:latin typeface="Segoe UI" panose="020B0502040204020203" pitchFamily="34" charset="0"/>
                <a:ea typeface="Segoe UI" panose="020B0502040204020203" pitchFamily="34" charset="0"/>
                <a:cs typeface="Segoe UI" panose="020B0502040204020203" pitchFamily="34" charset="0"/>
              </a:rPr>
              <a:t> </a:t>
            </a:r>
            <a:r>
              <a:rPr lang="en-US" sz="4800" b="1" cap="small" dirty="0" smtClean="0">
                <a:solidFill>
                  <a:srgbClr val="828282"/>
                </a:solidFill>
                <a:latin typeface="Segoe UI" panose="020B0502040204020203" pitchFamily="34" charset="0"/>
                <a:ea typeface="Segoe UI" panose="020B0502040204020203" pitchFamily="34" charset="0"/>
                <a:cs typeface="Segoe UI" panose="020B0502040204020203" pitchFamily="34" charset="0"/>
              </a:rPr>
              <a:t>GIS</a:t>
            </a:r>
            <a:endParaRPr lang="en-US" sz="4400" b="1" cap="small" dirty="0" smtClean="0">
              <a:solidFill>
                <a:srgbClr val="828282"/>
              </a:solidFill>
              <a:latin typeface="Segoe UI" panose="020B0502040204020203" pitchFamily="34" charset="0"/>
              <a:ea typeface="Segoe UI" panose="020B0502040204020203" pitchFamily="34" charset="0"/>
              <a:cs typeface="Segoe UI" panose="020B0502040204020203" pitchFamily="34" charset="0"/>
            </a:endParaRPr>
          </a:p>
        </p:txBody>
      </p:sp>
      <p:sp>
        <p:nvSpPr>
          <p:cNvPr id="197" name="TextBox 106"/>
          <p:cNvSpPr txBox="1"/>
          <p:nvPr/>
        </p:nvSpPr>
        <p:spPr>
          <a:xfrm>
            <a:off x="13212928" y="6278869"/>
            <a:ext cx="4567073" cy="1415827"/>
          </a:xfrm>
          <a:prstGeom prst="rect">
            <a:avLst/>
          </a:prstGeom>
          <a:noFill/>
        </p:spPr>
        <p:txBody>
          <a:bodyPr wrap="square" lIns="182935" tIns="91467" rIns="182935" bIns="91467" rtlCol="0">
            <a:spAutoFit/>
          </a:bodyPr>
          <a:lstStyle/>
          <a:p>
            <a:pPr marL="333476" indent="-333476">
              <a:buClr>
                <a:schemeClr val="accent6"/>
              </a:buClr>
              <a:buFont typeface="Wingdings" pitchFamily="2" charset="2"/>
              <a:buChar char="§"/>
            </a:pPr>
            <a:r>
              <a:rPr lang="fr-FR" sz="2000" dirty="0" smtClean="0">
                <a:solidFill>
                  <a:schemeClr val="tx2">
                    <a:lumMod val="50000"/>
                  </a:schemeClr>
                </a:solidFill>
              </a:rPr>
              <a:t>Corrections d’anomalies</a:t>
            </a:r>
          </a:p>
          <a:p>
            <a:pPr marL="333476" indent="-333476">
              <a:buClr>
                <a:schemeClr val="accent6"/>
              </a:buClr>
              <a:buFont typeface="Wingdings" pitchFamily="2" charset="2"/>
              <a:buChar char="§"/>
            </a:pPr>
            <a:r>
              <a:rPr lang="fr-FR" sz="2000" dirty="0" smtClean="0">
                <a:solidFill>
                  <a:schemeClr val="tx2">
                    <a:lumMod val="50000"/>
                  </a:schemeClr>
                </a:solidFill>
              </a:rPr>
              <a:t>Petites évolutions</a:t>
            </a:r>
          </a:p>
          <a:p>
            <a:pPr marL="333476" indent="-333476">
              <a:buClr>
                <a:schemeClr val="accent6"/>
              </a:buClr>
              <a:buFont typeface="Wingdings" pitchFamily="2" charset="2"/>
              <a:buChar char="§"/>
            </a:pPr>
            <a:r>
              <a:rPr lang="fr-FR" sz="2000" dirty="0" smtClean="0">
                <a:solidFill>
                  <a:schemeClr val="tx2">
                    <a:lumMod val="50000"/>
                  </a:schemeClr>
                </a:solidFill>
              </a:rPr>
              <a:t>Versions majeures (projets à part entière)</a:t>
            </a:r>
          </a:p>
        </p:txBody>
      </p:sp>
      <p:sp>
        <p:nvSpPr>
          <p:cNvPr id="198" name="TextBox 104"/>
          <p:cNvSpPr txBox="1"/>
          <p:nvPr/>
        </p:nvSpPr>
        <p:spPr>
          <a:xfrm>
            <a:off x="13780783" y="3144734"/>
            <a:ext cx="4441085" cy="1415827"/>
          </a:xfrm>
          <a:prstGeom prst="rect">
            <a:avLst/>
          </a:prstGeom>
          <a:noFill/>
        </p:spPr>
        <p:txBody>
          <a:bodyPr wrap="square" lIns="182935" tIns="91467" rIns="182935" bIns="91467" rtlCol="0">
            <a:spAutoFit/>
          </a:bodyPr>
          <a:lstStyle/>
          <a:p>
            <a:pPr marL="333476" indent="-333476">
              <a:buClr>
                <a:schemeClr val="accent1"/>
              </a:buClr>
              <a:buFont typeface="Wingdings" pitchFamily="2" charset="2"/>
              <a:buChar char="§"/>
            </a:pPr>
            <a:r>
              <a:rPr lang="fr-FR" sz="2000" dirty="0" smtClean="0">
                <a:solidFill>
                  <a:schemeClr val="tx2">
                    <a:lumMod val="50000"/>
                  </a:schemeClr>
                </a:solidFill>
              </a:rPr>
              <a:t>15 collaborateurs</a:t>
            </a:r>
          </a:p>
          <a:p>
            <a:pPr marL="333476" indent="-333476">
              <a:buClr>
                <a:schemeClr val="accent1"/>
              </a:buClr>
              <a:buFont typeface="Wingdings" pitchFamily="2" charset="2"/>
              <a:buChar char="§"/>
            </a:pPr>
            <a:r>
              <a:rPr lang="fr-FR" sz="2000" dirty="0" smtClean="0">
                <a:solidFill>
                  <a:schemeClr val="tx2">
                    <a:lumMod val="50000"/>
                  </a:schemeClr>
                </a:solidFill>
              </a:rPr>
              <a:t>développeurs, fonctionnels, responsables d’applications, engagement manager</a:t>
            </a:r>
          </a:p>
        </p:txBody>
      </p:sp>
      <p:sp>
        <p:nvSpPr>
          <p:cNvPr id="248" name="Rectangle 247"/>
          <p:cNvSpPr/>
          <p:nvPr/>
        </p:nvSpPr>
        <p:spPr bwMode="auto">
          <a:xfrm>
            <a:off x="13368894" y="2909741"/>
            <a:ext cx="321152" cy="262519"/>
          </a:xfrm>
          <a:prstGeom prst="rect">
            <a:avLst/>
          </a:prstGeom>
          <a:noFill/>
          <a:ln w="6350" cap="flat" cmpd="sng" algn="ctr">
            <a:noFill/>
            <a:prstDash val="solid"/>
            <a:round/>
            <a:headEnd type="none" w="med" len="med"/>
            <a:tailEnd type="none" w="med" len="med"/>
          </a:ln>
          <a:effectLst/>
        </p:spPr>
        <p:txBody>
          <a:bodyPr vert="horz" wrap="none" lIns="182935" tIns="91467" rIns="182935" bIns="91467" numCol="1" rtlCol="0" anchor="ctr" anchorCtr="0" compatLnSpc="1">
            <a:prstTxWarp prst="textNoShape">
              <a:avLst/>
            </a:prstTxWarp>
          </a:bodyPr>
          <a:lstStyle/>
          <a:p>
            <a:pPr algn="ctr" defTabSz="1829349" eaLnBrk="0" fontAlgn="base" hangingPunct="0">
              <a:lnSpc>
                <a:spcPct val="85000"/>
              </a:lnSpc>
              <a:spcBef>
                <a:spcPct val="0"/>
              </a:spcBef>
              <a:spcAft>
                <a:spcPct val="0"/>
              </a:spcAft>
            </a:pPr>
            <a:endParaRPr lang="en-US" sz="2400" b="1" dirty="0" smtClean="0">
              <a:cs typeface="Arial" charset="0"/>
            </a:endParaRPr>
          </a:p>
        </p:txBody>
      </p:sp>
      <p:sp>
        <p:nvSpPr>
          <p:cNvPr id="254" name="Rectangle 253"/>
          <p:cNvSpPr/>
          <p:nvPr/>
        </p:nvSpPr>
        <p:spPr>
          <a:xfrm>
            <a:off x="432691" y="2415050"/>
            <a:ext cx="3678867" cy="1385049"/>
          </a:xfrm>
          <a:prstGeom prst="rect">
            <a:avLst/>
          </a:prstGeom>
        </p:spPr>
        <p:txBody>
          <a:bodyPr wrap="square" lIns="182935" tIns="91467" rIns="182935" bIns="91467">
            <a:spAutoFit/>
          </a:bodyPr>
          <a:lstStyle/>
          <a:p>
            <a:pPr marL="333476" indent="-333476">
              <a:buClr>
                <a:schemeClr val="accent2"/>
              </a:buClr>
              <a:buFont typeface="Wingdings" pitchFamily="2" charset="2"/>
              <a:buChar char="§"/>
            </a:pPr>
            <a:r>
              <a:rPr lang="fr-FR" sz="2000" dirty="0" smtClean="0">
                <a:solidFill>
                  <a:schemeClr val="tx2">
                    <a:lumMod val="50000"/>
                  </a:schemeClr>
                </a:solidFill>
              </a:rPr>
              <a:t>Créé il y a  3 ans et demi</a:t>
            </a:r>
          </a:p>
          <a:p>
            <a:pPr marL="333476" indent="-333476">
              <a:buClr>
                <a:schemeClr val="accent2"/>
              </a:buClr>
              <a:buFont typeface="Wingdings" pitchFamily="2" charset="2"/>
              <a:buChar char="§"/>
            </a:pPr>
            <a:r>
              <a:rPr lang="fr-FR" sz="2000" dirty="0" smtClean="0">
                <a:solidFill>
                  <a:schemeClr val="tx2">
                    <a:lumMod val="50000"/>
                  </a:schemeClr>
                </a:solidFill>
              </a:rPr>
              <a:t>Mutualiser les ressources des projets SIG</a:t>
            </a:r>
          </a:p>
          <a:p>
            <a:pPr marL="333476" indent="-333476">
              <a:buClr>
                <a:schemeClr val="accent2"/>
              </a:buClr>
              <a:buFont typeface="Wingdings" pitchFamily="2" charset="2"/>
              <a:buChar char="§"/>
            </a:pPr>
            <a:endParaRPr lang="fr-FR" sz="1800" dirty="0" smtClean="0">
              <a:solidFill>
                <a:schemeClr val="tx2">
                  <a:lumMod val="50000"/>
                </a:schemeClr>
              </a:solidFill>
            </a:endParaRPr>
          </a:p>
        </p:txBody>
      </p:sp>
      <p:grpSp>
        <p:nvGrpSpPr>
          <p:cNvPr id="289" name="Groupe 394"/>
          <p:cNvGrpSpPr/>
          <p:nvPr/>
        </p:nvGrpSpPr>
        <p:grpSpPr>
          <a:xfrm>
            <a:off x="9474336" y="7351714"/>
            <a:ext cx="910053" cy="916820"/>
            <a:chOff x="431801" y="5376863"/>
            <a:chExt cx="427037" cy="430212"/>
          </a:xfrm>
        </p:grpSpPr>
        <p:sp>
          <p:nvSpPr>
            <p:cNvPr id="290" name="Freeform 147"/>
            <p:cNvSpPr>
              <a:spLocks/>
            </p:cNvSpPr>
            <p:nvPr/>
          </p:nvSpPr>
          <p:spPr bwMode="auto">
            <a:xfrm>
              <a:off x="630238" y="5376863"/>
              <a:ext cx="228600" cy="217487"/>
            </a:xfrm>
            <a:custGeom>
              <a:avLst/>
              <a:gdLst/>
              <a:ahLst/>
              <a:cxnLst>
                <a:cxn ang="0">
                  <a:pos x="89" y="72"/>
                </a:cxn>
                <a:cxn ang="0">
                  <a:pos x="103" y="72"/>
                </a:cxn>
                <a:cxn ang="0">
                  <a:pos x="144" y="30"/>
                </a:cxn>
                <a:cxn ang="0">
                  <a:pos x="116" y="30"/>
                </a:cxn>
                <a:cxn ang="0">
                  <a:pos x="116" y="0"/>
                </a:cxn>
                <a:cxn ang="0">
                  <a:pos x="73" y="43"/>
                </a:cxn>
                <a:cxn ang="0">
                  <a:pos x="73" y="64"/>
                </a:cxn>
                <a:cxn ang="0">
                  <a:pos x="0" y="137"/>
                </a:cxn>
              </a:cxnLst>
              <a:rect l="0" t="0" r="r" b="b"/>
              <a:pathLst>
                <a:path w="144" h="137">
                  <a:moveTo>
                    <a:pt x="89" y="72"/>
                  </a:moveTo>
                  <a:lnTo>
                    <a:pt x="103" y="72"/>
                  </a:lnTo>
                  <a:lnTo>
                    <a:pt x="144" y="30"/>
                  </a:lnTo>
                  <a:lnTo>
                    <a:pt x="116" y="30"/>
                  </a:lnTo>
                  <a:lnTo>
                    <a:pt x="116" y="0"/>
                  </a:lnTo>
                  <a:lnTo>
                    <a:pt x="73" y="43"/>
                  </a:lnTo>
                  <a:lnTo>
                    <a:pt x="73" y="64"/>
                  </a:lnTo>
                  <a:lnTo>
                    <a:pt x="0" y="137"/>
                  </a:lnTo>
                </a:path>
              </a:pathLst>
            </a:custGeom>
            <a:noFill/>
            <a:ln w="12700" cap="rnd">
              <a:solidFill>
                <a:srgbClr val="F7964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148"/>
            <p:cNvSpPr>
              <a:spLocks/>
            </p:cNvSpPr>
            <p:nvPr/>
          </p:nvSpPr>
          <p:spPr bwMode="auto">
            <a:xfrm>
              <a:off x="762001" y="5521325"/>
              <a:ext cx="1588" cy="1587"/>
            </a:xfrm>
            <a:custGeom>
              <a:avLst/>
              <a:gdLst/>
              <a:ahLst/>
              <a:cxnLst>
                <a:cxn ang="0">
                  <a:pos x="0" y="0"/>
                </a:cxn>
                <a:cxn ang="0">
                  <a:pos x="0" y="0"/>
                </a:cxn>
              </a:cxnLst>
              <a:rect l="0" t="0" r="r" b="b"/>
              <a:pathLst>
                <a:path>
                  <a:moveTo>
                    <a:pt x="0" y="0"/>
                  </a:moveTo>
                  <a:cubicBezTo>
                    <a:pt x="0" y="0"/>
                    <a:pt x="0" y="0"/>
                    <a:pt x="0" y="0"/>
                  </a:cubicBezTo>
                </a:path>
              </a:pathLst>
            </a:custGeom>
            <a:noFill/>
            <a:ln w="12700" cap="rnd">
              <a:solidFill>
                <a:srgbClr val="F79646"/>
              </a:solidFill>
              <a:prstDash val="solid"/>
              <a:bevel/>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149"/>
            <p:cNvSpPr>
              <a:spLocks/>
            </p:cNvSpPr>
            <p:nvPr/>
          </p:nvSpPr>
          <p:spPr bwMode="auto">
            <a:xfrm>
              <a:off x="585788" y="5594350"/>
              <a:ext cx="57150" cy="58737"/>
            </a:xfrm>
            <a:custGeom>
              <a:avLst/>
              <a:gdLst/>
              <a:ahLst/>
              <a:cxnLst>
                <a:cxn ang="0">
                  <a:pos x="16" y="1"/>
                </a:cxn>
                <a:cxn ang="0">
                  <a:pos x="12" y="0"/>
                </a:cxn>
                <a:cxn ang="0">
                  <a:pos x="0" y="11"/>
                </a:cxn>
                <a:cxn ang="0">
                  <a:pos x="12" y="23"/>
                </a:cxn>
                <a:cxn ang="0">
                  <a:pos x="23" y="11"/>
                </a:cxn>
                <a:cxn ang="0">
                  <a:pos x="22" y="7"/>
                </a:cxn>
              </a:cxnLst>
              <a:rect l="0" t="0" r="r" b="b"/>
              <a:pathLst>
                <a:path w="23" h="23">
                  <a:moveTo>
                    <a:pt x="16" y="1"/>
                  </a:moveTo>
                  <a:cubicBezTo>
                    <a:pt x="15" y="0"/>
                    <a:pt x="13" y="0"/>
                    <a:pt x="12" y="0"/>
                  </a:cubicBezTo>
                  <a:cubicBezTo>
                    <a:pt x="5" y="0"/>
                    <a:pt x="0" y="5"/>
                    <a:pt x="0" y="11"/>
                  </a:cubicBezTo>
                  <a:cubicBezTo>
                    <a:pt x="0" y="18"/>
                    <a:pt x="5" y="23"/>
                    <a:pt x="12" y="23"/>
                  </a:cubicBezTo>
                  <a:cubicBezTo>
                    <a:pt x="18" y="23"/>
                    <a:pt x="23" y="18"/>
                    <a:pt x="23" y="11"/>
                  </a:cubicBezTo>
                  <a:cubicBezTo>
                    <a:pt x="23" y="10"/>
                    <a:pt x="23" y="8"/>
                    <a:pt x="22" y="7"/>
                  </a:cubicBezTo>
                </a:path>
              </a:pathLst>
            </a:custGeom>
            <a:noFill/>
            <a:ln w="12700" cap="rnd">
              <a:solidFill>
                <a:srgbClr val="F79646"/>
              </a:solidFill>
              <a:prstDash val="solid"/>
              <a:bevel/>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150"/>
            <p:cNvSpPr>
              <a:spLocks/>
            </p:cNvSpPr>
            <p:nvPr/>
          </p:nvSpPr>
          <p:spPr bwMode="auto">
            <a:xfrm>
              <a:off x="431801" y="5441950"/>
              <a:ext cx="361950" cy="365125"/>
            </a:xfrm>
            <a:custGeom>
              <a:avLst/>
              <a:gdLst/>
              <a:ahLst/>
              <a:cxnLst>
                <a:cxn ang="0">
                  <a:pos x="89" y="38"/>
                </a:cxn>
                <a:cxn ang="0">
                  <a:pos x="72" y="34"/>
                </a:cxn>
                <a:cxn ang="0">
                  <a:pos x="35" y="71"/>
                </a:cxn>
                <a:cxn ang="0">
                  <a:pos x="72" y="109"/>
                </a:cxn>
                <a:cxn ang="0">
                  <a:pos x="109" y="71"/>
                </a:cxn>
                <a:cxn ang="0">
                  <a:pos x="106" y="56"/>
                </a:cxn>
                <a:cxn ang="0">
                  <a:pos x="131" y="31"/>
                </a:cxn>
                <a:cxn ang="0">
                  <a:pos x="144" y="72"/>
                </a:cxn>
                <a:cxn ang="0">
                  <a:pos x="72" y="144"/>
                </a:cxn>
                <a:cxn ang="0">
                  <a:pos x="0" y="72"/>
                </a:cxn>
                <a:cxn ang="0">
                  <a:pos x="72" y="0"/>
                </a:cxn>
                <a:cxn ang="0">
                  <a:pos x="120" y="18"/>
                </a:cxn>
              </a:cxnLst>
              <a:rect l="0" t="0" r="r" b="b"/>
              <a:pathLst>
                <a:path w="144" h="144">
                  <a:moveTo>
                    <a:pt x="89" y="38"/>
                  </a:moveTo>
                  <a:cubicBezTo>
                    <a:pt x="84" y="36"/>
                    <a:pt x="78" y="34"/>
                    <a:pt x="72" y="34"/>
                  </a:cubicBezTo>
                  <a:cubicBezTo>
                    <a:pt x="51" y="34"/>
                    <a:pt x="35" y="51"/>
                    <a:pt x="35" y="71"/>
                  </a:cubicBezTo>
                  <a:cubicBezTo>
                    <a:pt x="35" y="92"/>
                    <a:pt x="51" y="109"/>
                    <a:pt x="72" y="109"/>
                  </a:cubicBezTo>
                  <a:cubicBezTo>
                    <a:pt x="92" y="109"/>
                    <a:pt x="109" y="92"/>
                    <a:pt x="109" y="71"/>
                  </a:cubicBezTo>
                  <a:cubicBezTo>
                    <a:pt x="109" y="66"/>
                    <a:pt x="108" y="61"/>
                    <a:pt x="106" y="56"/>
                  </a:cubicBezTo>
                  <a:cubicBezTo>
                    <a:pt x="131" y="31"/>
                    <a:pt x="131" y="31"/>
                    <a:pt x="131" y="31"/>
                  </a:cubicBezTo>
                  <a:cubicBezTo>
                    <a:pt x="139" y="43"/>
                    <a:pt x="144" y="57"/>
                    <a:pt x="144" y="72"/>
                  </a:cubicBezTo>
                  <a:cubicBezTo>
                    <a:pt x="144" y="112"/>
                    <a:pt x="112" y="144"/>
                    <a:pt x="72" y="144"/>
                  </a:cubicBezTo>
                  <a:cubicBezTo>
                    <a:pt x="32" y="144"/>
                    <a:pt x="0" y="112"/>
                    <a:pt x="0" y="72"/>
                  </a:cubicBezTo>
                  <a:cubicBezTo>
                    <a:pt x="0" y="32"/>
                    <a:pt x="32" y="0"/>
                    <a:pt x="72" y="0"/>
                  </a:cubicBezTo>
                  <a:cubicBezTo>
                    <a:pt x="91" y="0"/>
                    <a:pt x="107" y="7"/>
                    <a:pt x="120" y="18"/>
                  </a:cubicBezTo>
                </a:path>
              </a:pathLst>
            </a:custGeom>
            <a:noFill/>
            <a:ln w="12700" cap="rnd">
              <a:solidFill>
                <a:srgbClr val="F79646"/>
              </a:solidFill>
              <a:prstDash val="solid"/>
              <a:bevel/>
              <a:headEnd/>
              <a:tailEnd/>
            </a:ln>
          </p:spPr>
          <p:txBody>
            <a:bodyPr vert="horz" wrap="square" lIns="91440" tIns="45720" rIns="91440" bIns="45720" numCol="1" anchor="t" anchorCtr="0" compatLnSpc="1">
              <a:prstTxWarp prst="textNoShape">
                <a:avLst/>
              </a:prstTxWarp>
            </a:bodyPr>
            <a:lstStyle/>
            <a:p>
              <a:endParaRPr lang="en-US"/>
            </a:p>
          </p:txBody>
        </p:sp>
      </p:grpSp>
      <p:sp>
        <p:nvSpPr>
          <p:cNvPr id="76" name="Titre 78"/>
          <p:cNvSpPr txBox="1">
            <a:spLocks/>
          </p:cNvSpPr>
          <p:nvPr/>
        </p:nvSpPr>
        <p:spPr>
          <a:xfrm>
            <a:off x="914400" y="412339"/>
            <a:ext cx="16459200" cy="1371935"/>
          </a:xfrm>
          <a:prstGeom prst="rect">
            <a:avLst/>
          </a:prstGeom>
        </p:spPr>
        <p:txBody>
          <a:bodyPr/>
          <a:lstStyle>
            <a:lvl1pPr algn="l" defTabSz="912604" rtl="0" eaLnBrk="1" latinLnBrk="0" hangingPunct="1">
              <a:spcBef>
                <a:spcPct val="0"/>
              </a:spcBef>
              <a:buNone/>
              <a:defRPr sz="6400" kern="1200">
                <a:solidFill>
                  <a:srgbClr val="02AFE9"/>
                </a:solidFill>
                <a:latin typeface="+mj-lt"/>
                <a:ea typeface="+mj-ea"/>
                <a:cs typeface="Arial" pitchFamily="34" charset="0"/>
              </a:defRPr>
            </a:lvl1pPr>
          </a:lstStyle>
          <a:p>
            <a:pPr defTabSz="914490">
              <a:defRPr/>
            </a:pPr>
            <a:r>
              <a:rPr lang="fr-FR" dirty="0" smtClean="0"/>
              <a:t>Le cluster GIS</a:t>
            </a:r>
          </a:p>
        </p:txBody>
      </p:sp>
      <p:grpSp>
        <p:nvGrpSpPr>
          <p:cNvPr id="46" name="Groupe 378"/>
          <p:cNvGrpSpPr/>
          <p:nvPr/>
        </p:nvGrpSpPr>
        <p:grpSpPr>
          <a:xfrm>
            <a:off x="5160003" y="3950078"/>
            <a:ext cx="743835" cy="971712"/>
            <a:chOff x="944563" y="3408363"/>
            <a:chExt cx="274638" cy="358775"/>
          </a:xfrm>
        </p:grpSpPr>
        <p:sp>
          <p:nvSpPr>
            <p:cNvPr id="47" name="Freeform 350"/>
            <p:cNvSpPr>
              <a:spLocks/>
            </p:cNvSpPr>
            <p:nvPr/>
          </p:nvSpPr>
          <p:spPr bwMode="auto">
            <a:xfrm>
              <a:off x="1031876" y="3408363"/>
              <a:ext cx="74613" cy="50800"/>
            </a:xfrm>
            <a:custGeom>
              <a:avLst/>
              <a:gdLst/>
              <a:ahLst/>
              <a:cxnLst>
                <a:cxn ang="0">
                  <a:pos x="40" y="32"/>
                </a:cxn>
                <a:cxn ang="0">
                  <a:pos x="40" y="22"/>
                </a:cxn>
                <a:cxn ang="0">
                  <a:pos x="47" y="22"/>
                </a:cxn>
                <a:cxn ang="0">
                  <a:pos x="47" y="0"/>
                </a:cxn>
                <a:cxn ang="0">
                  <a:pos x="0" y="0"/>
                </a:cxn>
                <a:cxn ang="0">
                  <a:pos x="0" y="22"/>
                </a:cxn>
                <a:cxn ang="0">
                  <a:pos x="7" y="22"/>
                </a:cxn>
                <a:cxn ang="0">
                  <a:pos x="7" y="32"/>
                </a:cxn>
              </a:cxnLst>
              <a:rect l="0" t="0" r="r" b="b"/>
              <a:pathLst>
                <a:path w="47" h="32">
                  <a:moveTo>
                    <a:pt x="40" y="32"/>
                  </a:moveTo>
                  <a:lnTo>
                    <a:pt x="40" y="22"/>
                  </a:lnTo>
                  <a:lnTo>
                    <a:pt x="47" y="22"/>
                  </a:lnTo>
                  <a:lnTo>
                    <a:pt x="47" y="0"/>
                  </a:lnTo>
                  <a:lnTo>
                    <a:pt x="0" y="0"/>
                  </a:lnTo>
                  <a:lnTo>
                    <a:pt x="0" y="22"/>
                  </a:lnTo>
                  <a:lnTo>
                    <a:pt x="7" y="22"/>
                  </a:lnTo>
                  <a:lnTo>
                    <a:pt x="7" y="32"/>
                  </a:lnTo>
                </a:path>
              </a:pathLst>
            </a:custGeom>
            <a:noFill/>
            <a:ln w="12700" cap="rnd">
              <a:solidFill>
                <a:schemeClr val="tx2">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351"/>
            <p:cNvSpPr>
              <a:spLocks/>
            </p:cNvSpPr>
            <p:nvPr/>
          </p:nvSpPr>
          <p:spPr bwMode="auto">
            <a:xfrm>
              <a:off x="944563" y="3482975"/>
              <a:ext cx="250825" cy="284163"/>
            </a:xfrm>
            <a:custGeom>
              <a:avLst/>
              <a:gdLst/>
              <a:ahLst/>
              <a:cxnLst>
                <a:cxn ang="0">
                  <a:pos x="16" y="95"/>
                </a:cxn>
                <a:cxn ang="0">
                  <a:pos x="26" y="85"/>
                </a:cxn>
                <a:cxn ang="0">
                  <a:pos x="14" y="56"/>
                </a:cxn>
                <a:cxn ang="0">
                  <a:pos x="26" y="26"/>
                </a:cxn>
                <a:cxn ang="0">
                  <a:pos x="56" y="14"/>
                </a:cxn>
                <a:cxn ang="0">
                  <a:pos x="86" y="26"/>
                </a:cxn>
                <a:cxn ang="0">
                  <a:pos x="98" y="56"/>
                </a:cxn>
                <a:cxn ang="0">
                  <a:pos x="86" y="85"/>
                </a:cxn>
                <a:cxn ang="0">
                  <a:pos x="57" y="97"/>
                </a:cxn>
                <a:cxn ang="0">
                  <a:pos x="57" y="81"/>
                </a:cxn>
                <a:cxn ang="0">
                  <a:pos x="35" y="104"/>
                </a:cxn>
                <a:cxn ang="0">
                  <a:pos x="57" y="126"/>
                </a:cxn>
                <a:cxn ang="0">
                  <a:pos x="57" y="111"/>
                </a:cxn>
                <a:cxn ang="0">
                  <a:pos x="95" y="95"/>
                </a:cxn>
                <a:cxn ang="0">
                  <a:pos x="112" y="56"/>
                </a:cxn>
                <a:cxn ang="0">
                  <a:pos x="95" y="16"/>
                </a:cxn>
                <a:cxn ang="0">
                  <a:pos x="56" y="0"/>
                </a:cxn>
                <a:cxn ang="0">
                  <a:pos x="16" y="16"/>
                </a:cxn>
                <a:cxn ang="0">
                  <a:pos x="0" y="56"/>
                </a:cxn>
                <a:cxn ang="0">
                  <a:pos x="6" y="81"/>
                </a:cxn>
              </a:cxnLst>
              <a:rect l="0" t="0" r="r" b="b"/>
              <a:pathLst>
                <a:path w="112" h="126">
                  <a:moveTo>
                    <a:pt x="16" y="95"/>
                  </a:moveTo>
                  <a:cubicBezTo>
                    <a:pt x="26" y="85"/>
                    <a:pt x="26" y="85"/>
                    <a:pt x="26" y="85"/>
                  </a:cubicBezTo>
                  <a:cubicBezTo>
                    <a:pt x="18" y="77"/>
                    <a:pt x="14" y="67"/>
                    <a:pt x="14" y="56"/>
                  </a:cubicBezTo>
                  <a:cubicBezTo>
                    <a:pt x="14" y="44"/>
                    <a:pt x="18" y="34"/>
                    <a:pt x="26" y="26"/>
                  </a:cubicBezTo>
                  <a:cubicBezTo>
                    <a:pt x="34" y="18"/>
                    <a:pt x="45" y="14"/>
                    <a:pt x="56" y="14"/>
                  </a:cubicBezTo>
                  <a:cubicBezTo>
                    <a:pt x="67" y="14"/>
                    <a:pt x="78" y="18"/>
                    <a:pt x="86" y="26"/>
                  </a:cubicBezTo>
                  <a:cubicBezTo>
                    <a:pt x="93" y="34"/>
                    <a:pt x="98" y="44"/>
                    <a:pt x="98" y="56"/>
                  </a:cubicBezTo>
                  <a:cubicBezTo>
                    <a:pt x="98" y="67"/>
                    <a:pt x="93" y="77"/>
                    <a:pt x="86" y="85"/>
                  </a:cubicBezTo>
                  <a:cubicBezTo>
                    <a:pt x="78" y="93"/>
                    <a:pt x="68" y="97"/>
                    <a:pt x="57" y="97"/>
                  </a:cubicBezTo>
                  <a:cubicBezTo>
                    <a:pt x="57" y="81"/>
                    <a:pt x="57" y="81"/>
                    <a:pt x="57" y="81"/>
                  </a:cubicBezTo>
                  <a:cubicBezTo>
                    <a:pt x="35" y="104"/>
                    <a:pt x="35" y="104"/>
                    <a:pt x="35" y="104"/>
                  </a:cubicBezTo>
                  <a:cubicBezTo>
                    <a:pt x="57" y="126"/>
                    <a:pt x="57" y="126"/>
                    <a:pt x="57" y="126"/>
                  </a:cubicBezTo>
                  <a:cubicBezTo>
                    <a:pt x="57" y="111"/>
                    <a:pt x="57" y="111"/>
                    <a:pt x="57" y="111"/>
                  </a:cubicBezTo>
                  <a:cubicBezTo>
                    <a:pt x="72" y="111"/>
                    <a:pt x="85" y="105"/>
                    <a:pt x="95" y="95"/>
                  </a:cubicBezTo>
                  <a:cubicBezTo>
                    <a:pt x="106" y="85"/>
                    <a:pt x="112" y="70"/>
                    <a:pt x="112" y="56"/>
                  </a:cubicBezTo>
                  <a:cubicBezTo>
                    <a:pt x="112" y="41"/>
                    <a:pt x="106" y="27"/>
                    <a:pt x="95" y="16"/>
                  </a:cubicBezTo>
                  <a:cubicBezTo>
                    <a:pt x="85" y="6"/>
                    <a:pt x="71" y="0"/>
                    <a:pt x="56" y="0"/>
                  </a:cubicBezTo>
                  <a:cubicBezTo>
                    <a:pt x="41" y="0"/>
                    <a:pt x="27" y="6"/>
                    <a:pt x="16" y="16"/>
                  </a:cubicBezTo>
                  <a:cubicBezTo>
                    <a:pt x="6" y="27"/>
                    <a:pt x="0" y="41"/>
                    <a:pt x="0" y="56"/>
                  </a:cubicBezTo>
                  <a:cubicBezTo>
                    <a:pt x="0" y="65"/>
                    <a:pt x="2" y="74"/>
                    <a:pt x="6" y="81"/>
                  </a:cubicBezTo>
                </a:path>
              </a:pathLst>
            </a:custGeom>
            <a:noFill/>
            <a:ln w="12700" cap="rnd">
              <a:solidFill>
                <a:schemeClr val="tx2">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352"/>
            <p:cNvSpPr>
              <a:spLocks/>
            </p:cNvSpPr>
            <p:nvPr/>
          </p:nvSpPr>
          <p:spPr bwMode="auto">
            <a:xfrm>
              <a:off x="1160463" y="3459163"/>
              <a:ext cx="58738" cy="58738"/>
            </a:xfrm>
            <a:custGeom>
              <a:avLst/>
              <a:gdLst/>
              <a:ahLst/>
              <a:cxnLst>
                <a:cxn ang="0">
                  <a:pos x="0" y="15"/>
                </a:cxn>
                <a:cxn ang="0">
                  <a:pos x="15" y="0"/>
                </a:cxn>
                <a:cxn ang="0">
                  <a:pos x="37" y="22"/>
                </a:cxn>
                <a:cxn ang="0">
                  <a:pos x="21" y="37"/>
                </a:cxn>
              </a:cxnLst>
              <a:rect l="0" t="0" r="r" b="b"/>
              <a:pathLst>
                <a:path w="37" h="37">
                  <a:moveTo>
                    <a:pt x="0" y="15"/>
                  </a:moveTo>
                  <a:lnTo>
                    <a:pt x="15" y="0"/>
                  </a:lnTo>
                  <a:lnTo>
                    <a:pt x="37" y="22"/>
                  </a:lnTo>
                  <a:lnTo>
                    <a:pt x="21" y="37"/>
                  </a:lnTo>
                </a:path>
              </a:pathLst>
            </a:custGeom>
            <a:noFill/>
            <a:ln w="12700" cap="rnd">
              <a:solidFill>
                <a:schemeClr val="tx2">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Line 353"/>
            <p:cNvSpPr>
              <a:spLocks noChangeShapeType="1"/>
            </p:cNvSpPr>
            <p:nvPr/>
          </p:nvSpPr>
          <p:spPr bwMode="auto">
            <a:xfrm>
              <a:off x="1069976" y="3536950"/>
              <a:ext cx="1588" cy="69850"/>
            </a:xfrm>
            <a:prstGeom prst="line">
              <a:avLst/>
            </a:prstGeom>
            <a:noFill/>
            <a:ln w="12700" cap="rnd">
              <a:solidFill>
                <a:schemeClr val="tx2">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Oval 354"/>
            <p:cNvSpPr>
              <a:spLocks noChangeArrowheads="1"/>
            </p:cNvSpPr>
            <p:nvPr/>
          </p:nvSpPr>
          <p:spPr bwMode="auto">
            <a:xfrm>
              <a:off x="1058863" y="3592513"/>
              <a:ext cx="25400" cy="26988"/>
            </a:xfrm>
            <a:prstGeom prst="ellipse">
              <a:avLst/>
            </a:prstGeom>
            <a:noFill/>
            <a:ln w="12700" cap="rnd">
              <a:solidFill>
                <a:schemeClr val="tx2">
                  <a:lumMod val="50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2" name="Organigramme : Connecteur 51"/>
          <p:cNvSpPr/>
          <p:nvPr/>
        </p:nvSpPr>
        <p:spPr>
          <a:xfrm>
            <a:off x="12274184" y="2478663"/>
            <a:ext cx="1101211" cy="1101208"/>
          </a:xfrm>
          <a:prstGeom prst="flowChartConnector">
            <a:avLst/>
          </a:prstGeom>
          <a:solidFill>
            <a:schemeClr val="bg1"/>
          </a:solidFill>
          <a:ln w="12700">
            <a:solidFill>
              <a:srgbClr val="8282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57756" rtl="0" eaLnBrk="1" latinLnBrk="0" hangingPunct="1">
              <a:defRPr sz="1900" kern="1200">
                <a:solidFill>
                  <a:schemeClr val="lt1"/>
                </a:solidFill>
                <a:latin typeface="+mn-lt"/>
                <a:ea typeface="+mn-ea"/>
                <a:cs typeface="+mn-cs"/>
              </a:defRPr>
            </a:lvl1pPr>
            <a:lvl2pPr marL="478878" algn="l" defTabSz="957756" rtl="0" eaLnBrk="1" latinLnBrk="0" hangingPunct="1">
              <a:defRPr sz="1900" kern="1200">
                <a:solidFill>
                  <a:schemeClr val="lt1"/>
                </a:solidFill>
                <a:latin typeface="+mn-lt"/>
                <a:ea typeface="+mn-ea"/>
                <a:cs typeface="+mn-cs"/>
              </a:defRPr>
            </a:lvl2pPr>
            <a:lvl3pPr marL="957756" algn="l" defTabSz="957756" rtl="0" eaLnBrk="1" latinLnBrk="0" hangingPunct="1">
              <a:defRPr sz="1900" kern="1200">
                <a:solidFill>
                  <a:schemeClr val="lt1"/>
                </a:solidFill>
                <a:latin typeface="+mn-lt"/>
                <a:ea typeface="+mn-ea"/>
                <a:cs typeface="+mn-cs"/>
              </a:defRPr>
            </a:lvl3pPr>
            <a:lvl4pPr marL="1436634" algn="l" defTabSz="957756" rtl="0" eaLnBrk="1" latinLnBrk="0" hangingPunct="1">
              <a:defRPr sz="1900" kern="1200">
                <a:solidFill>
                  <a:schemeClr val="lt1"/>
                </a:solidFill>
                <a:latin typeface="+mn-lt"/>
                <a:ea typeface="+mn-ea"/>
                <a:cs typeface="+mn-cs"/>
              </a:defRPr>
            </a:lvl4pPr>
            <a:lvl5pPr marL="1915510" algn="l" defTabSz="957756" rtl="0" eaLnBrk="1" latinLnBrk="0" hangingPunct="1">
              <a:defRPr sz="1900" kern="1200">
                <a:solidFill>
                  <a:schemeClr val="lt1"/>
                </a:solidFill>
                <a:latin typeface="+mn-lt"/>
                <a:ea typeface="+mn-ea"/>
                <a:cs typeface="+mn-cs"/>
              </a:defRPr>
            </a:lvl5pPr>
            <a:lvl6pPr marL="2394388" algn="l" defTabSz="957756" rtl="0" eaLnBrk="1" latinLnBrk="0" hangingPunct="1">
              <a:defRPr sz="1900" kern="1200">
                <a:solidFill>
                  <a:schemeClr val="lt1"/>
                </a:solidFill>
                <a:latin typeface="+mn-lt"/>
                <a:ea typeface="+mn-ea"/>
                <a:cs typeface="+mn-cs"/>
              </a:defRPr>
            </a:lvl6pPr>
            <a:lvl7pPr marL="2873265" algn="l" defTabSz="957756" rtl="0" eaLnBrk="1" latinLnBrk="0" hangingPunct="1">
              <a:defRPr sz="1900" kern="1200">
                <a:solidFill>
                  <a:schemeClr val="lt1"/>
                </a:solidFill>
                <a:latin typeface="+mn-lt"/>
                <a:ea typeface="+mn-ea"/>
                <a:cs typeface="+mn-cs"/>
              </a:defRPr>
            </a:lvl7pPr>
            <a:lvl8pPr marL="3352143" algn="l" defTabSz="957756" rtl="0" eaLnBrk="1" latinLnBrk="0" hangingPunct="1">
              <a:defRPr sz="1900" kern="1200">
                <a:solidFill>
                  <a:schemeClr val="lt1"/>
                </a:solidFill>
                <a:latin typeface="+mn-lt"/>
                <a:ea typeface="+mn-ea"/>
                <a:cs typeface="+mn-cs"/>
              </a:defRPr>
            </a:lvl8pPr>
            <a:lvl9pPr marL="3831021" algn="l" defTabSz="957756" rtl="0" eaLnBrk="1" latinLnBrk="0" hangingPunct="1">
              <a:defRPr sz="1900" kern="1200">
                <a:solidFill>
                  <a:schemeClr val="lt1"/>
                </a:solidFill>
                <a:latin typeface="+mn-lt"/>
                <a:ea typeface="+mn-ea"/>
                <a:cs typeface="+mn-cs"/>
              </a:defRPr>
            </a:lvl9pPr>
          </a:lstStyle>
          <a:p>
            <a:pPr algn="ctr"/>
            <a:endParaRPr lang="fr-FR" sz="1600">
              <a:solidFill>
                <a:srgbClr val="828282"/>
              </a:solidFill>
            </a:endParaRPr>
          </a:p>
        </p:txBody>
      </p:sp>
      <p:grpSp>
        <p:nvGrpSpPr>
          <p:cNvPr id="53" name="Groupe 52"/>
          <p:cNvGrpSpPr/>
          <p:nvPr/>
        </p:nvGrpSpPr>
        <p:grpSpPr>
          <a:xfrm>
            <a:off x="12461726" y="2707026"/>
            <a:ext cx="687427" cy="716068"/>
            <a:chOff x="7277101" y="1771650"/>
            <a:chExt cx="381000" cy="396875"/>
          </a:xfrm>
          <a:noFill/>
        </p:grpSpPr>
        <p:sp>
          <p:nvSpPr>
            <p:cNvPr id="54" name="Freeform 496"/>
            <p:cNvSpPr>
              <a:spLocks/>
            </p:cNvSpPr>
            <p:nvPr/>
          </p:nvSpPr>
          <p:spPr bwMode="auto">
            <a:xfrm>
              <a:off x="7454901" y="1771650"/>
              <a:ext cx="203200" cy="325438"/>
            </a:xfrm>
            <a:custGeom>
              <a:avLst/>
              <a:gdLst/>
              <a:ahLst/>
              <a:cxnLst>
                <a:cxn ang="0">
                  <a:pos x="0" y="132"/>
                </a:cxn>
                <a:cxn ang="0">
                  <a:pos x="39" y="56"/>
                </a:cxn>
                <a:cxn ang="0">
                  <a:pos x="24" y="29"/>
                </a:cxn>
                <a:cxn ang="0">
                  <a:pos x="50" y="0"/>
                </a:cxn>
                <a:cxn ang="0">
                  <a:pos x="74" y="29"/>
                </a:cxn>
                <a:cxn ang="0">
                  <a:pos x="61" y="56"/>
                </a:cxn>
                <a:cxn ang="0">
                  <a:pos x="100" y="132"/>
                </a:cxn>
                <a:cxn ang="0">
                  <a:pos x="82" y="168"/>
                </a:cxn>
              </a:cxnLst>
              <a:rect l="0" t="0" r="r" b="b"/>
              <a:pathLst>
                <a:path w="105" h="168">
                  <a:moveTo>
                    <a:pt x="0" y="132"/>
                  </a:moveTo>
                  <a:cubicBezTo>
                    <a:pt x="0" y="95"/>
                    <a:pt x="10" y="64"/>
                    <a:pt x="39" y="56"/>
                  </a:cubicBezTo>
                  <a:cubicBezTo>
                    <a:pt x="32" y="50"/>
                    <a:pt x="24" y="39"/>
                    <a:pt x="24" y="29"/>
                  </a:cubicBezTo>
                  <a:cubicBezTo>
                    <a:pt x="24" y="12"/>
                    <a:pt x="35" y="0"/>
                    <a:pt x="50" y="0"/>
                  </a:cubicBezTo>
                  <a:cubicBezTo>
                    <a:pt x="63" y="0"/>
                    <a:pt x="74" y="12"/>
                    <a:pt x="74" y="29"/>
                  </a:cubicBezTo>
                  <a:cubicBezTo>
                    <a:pt x="74" y="39"/>
                    <a:pt x="68" y="50"/>
                    <a:pt x="61" y="56"/>
                  </a:cubicBezTo>
                  <a:cubicBezTo>
                    <a:pt x="91" y="64"/>
                    <a:pt x="100" y="95"/>
                    <a:pt x="100" y="132"/>
                  </a:cubicBezTo>
                  <a:cubicBezTo>
                    <a:pt x="100" y="132"/>
                    <a:pt x="105" y="164"/>
                    <a:pt x="82" y="168"/>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55" name="Freeform 497"/>
            <p:cNvSpPr>
              <a:spLocks/>
            </p:cNvSpPr>
            <p:nvPr/>
          </p:nvSpPr>
          <p:spPr bwMode="auto">
            <a:xfrm>
              <a:off x="7524751" y="1892300"/>
              <a:ext cx="53975" cy="190500"/>
            </a:xfrm>
            <a:custGeom>
              <a:avLst/>
              <a:gdLst/>
              <a:ahLst/>
              <a:cxnLst>
                <a:cxn ang="0">
                  <a:pos x="14" y="98"/>
                </a:cxn>
                <a:cxn ang="0">
                  <a:pos x="1" y="84"/>
                </a:cxn>
                <a:cxn ang="0">
                  <a:pos x="9" y="10"/>
                </a:cxn>
                <a:cxn ang="0">
                  <a:pos x="6" y="0"/>
                </a:cxn>
                <a:cxn ang="0">
                  <a:pos x="21" y="0"/>
                </a:cxn>
                <a:cxn ang="0">
                  <a:pos x="19" y="10"/>
                </a:cxn>
                <a:cxn ang="0">
                  <a:pos x="28" y="85"/>
                </a:cxn>
                <a:cxn ang="0">
                  <a:pos x="21" y="92"/>
                </a:cxn>
              </a:cxnLst>
              <a:rect l="0" t="0" r="r" b="b"/>
              <a:pathLst>
                <a:path w="28" h="98">
                  <a:moveTo>
                    <a:pt x="14" y="98"/>
                  </a:moveTo>
                  <a:cubicBezTo>
                    <a:pt x="10" y="94"/>
                    <a:pt x="7" y="92"/>
                    <a:pt x="1" y="84"/>
                  </a:cubicBezTo>
                  <a:cubicBezTo>
                    <a:pt x="0" y="69"/>
                    <a:pt x="8" y="22"/>
                    <a:pt x="9" y="10"/>
                  </a:cubicBezTo>
                  <a:cubicBezTo>
                    <a:pt x="7" y="6"/>
                    <a:pt x="6" y="5"/>
                    <a:pt x="6" y="0"/>
                  </a:cubicBezTo>
                  <a:cubicBezTo>
                    <a:pt x="12" y="2"/>
                    <a:pt x="16" y="2"/>
                    <a:pt x="21" y="0"/>
                  </a:cubicBezTo>
                  <a:cubicBezTo>
                    <a:pt x="22" y="4"/>
                    <a:pt x="20" y="6"/>
                    <a:pt x="19" y="10"/>
                  </a:cubicBezTo>
                  <a:cubicBezTo>
                    <a:pt x="20" y="22"/>
                    <a:pt x="27" y="71"/>
                    <a:pt x="28" y="85"/>
                  </a:cubicBezTo>
                  <a:cubicBezTo>
                    <a:pt x="26" y="88"/>
                    <a:pt x="24" y="89"/>
                    <a:pt x="21" y="92"/>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56" name="Freeform 498"/>
            <p:cNvSpPr>
              <a:spLocks/>
            </p:cNvSpPr>
            <p:nvPr/>
          </p:nvSpPr>
          <p:spPr bwMode="auto">
            <a:xfrm>
              <a:off x="7288213" y="1819275"/>
              <a:ext cx="165100" cy="212725"/>
            </a:xfrm>
            <a:custGeom>
              <a:avLst/>
              <a:gdLst/>
              <a:ahLst/>
              <a:cxnLst>
                <a:cxn ang="0">
                  <a:pos x="0" y="105"/>
                </a:cxn>
                <a:cxn ang="0">
                  <a:pos x="33" y="47"/>
                </a:cxn>
                <a:cxn ang="0">
                  <a:pos x="21" y="24"/>
                </a:cxn>
                <a:cxn ang="0">
                  <a:pos x="42" y="0"/>
                </a:cxn>
                <a:cxn ang="0">
                  <a:pos x="63" y="24"/>
                </a:cxn>
                <a:cxn ang="0">
                  <a:pos x="52" y="47"/>
                </a:cxn>
                <a:cxn ang="0">
                  <a:pos x="85" y="110"/>
                </a:cxn>
              </a:cxnLst>
              <a:rect l="0" t="0" r="r" b="b"/>
              <a:pathLst>
                <a:path w="85" h="110">
                  <a:moveTo>
                    <a:pt x="0" y="105"/>
                  </a:moveTo>
                  <a:cubicBezTo>
                    <a:pt x="0" y="73"/>
                    <a:pt x="9" y="53"/>
                    <a:pt x="33" y="47"/>
                  </a:cubicBezTo>
                  <a:cubicBezTo>
                    <a:pt x="28" y="41"/>
                    <a:pt x="21" y="32"/>
                    <a:pt x="21" y="24"/>
                  </a:cubicBezTo>
                  <a:cubicBezTo>
                    <a:pt x="21" y="10"/>
                    <a:pt x="30" y="0"/>
                    <a:pt x="42" y="0"/>
                  </a:cubicBezTo>
                  <a:cubicBezTo>
                    <a:pt x="53" y="0"/>
                    <a:pt x="63" y="10"/>
                    <a:pt x="63" y="24"/>
                  </a:cubicBezTo>
                  <a:cubicBezTo>
                    <a:pt x="63" y="32"/>
                    <a:pt x="57" y="41"/>
                    <a:pt x="52" y="47"/>
                  </a:cubicBezTo>
                  <a:cubicBezTo>
                    <a:pt x="76" y="53"/>
                    <a:pt x="85" y="79"/>
                    <a:pt x="85" y="110"/>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57" name="Freeform 499"/>
            <p:cNvSpPr>
              <a:spLocks/>
            </p:cNvSpPr>
            <p:nvPr/>
          </p:nvSpPr>
          <p:spPr bwMode="auto">
            <a:xfrm>
              <a:off x="7277101" y="2097087"/>
              <a:ext cx="111125" cy="71438"/>
            </a:xfrm>
            <a:custGeom>
              <a:avLst/>
              <a:gdLst/>
              <a:ahLst/>
              <a:cxnLst>
                <a:cxn ang="0">
                  <a:pos x="56" y="27"/>
                </a:cxn>
                <a:cxn ang="0">
                  <a:pos x="56" y="35"/>
                </a:cxn>
                <a:cxn ang="0">
                  <a:pos x="56" y="35"/>
                </a:cxn>
                <a:cxn ang="0">
                  <a:pos x="48" y="35"/>
                </a:cxn>
                <a:cxn ang="0">
                  <a:pos x="20" y="6"/>
                </a:cxn>
                <a:cxn ang="0">
                  <a:pos x="0" y="1"/>
                </a:cxn>
              </a:cxnLst>
              <a:rect l="0" t="0" r="r" b="b"/>
              <a:pathLst>
                <a:path w="58" h="37">
                  <a:moveTo>
                    <a:pt x="56" y="27"/>
                  </a:moveTo>
                  <a:cubicBezTo>
                    <a:pt x="58" y="29"/>
                    <a:pt x="58" y="32"/>
                    <a:pt x="56" y="35"/>
                  </a:cubicBezTo>
                  <a:cubicBezTo>
                    <a:pt x="56" y="35"/>
                    <a:pt x="56" y="35"/>
                    <a:pt x="56" y="35"/>
                  </a:cubicBezTo>
                  <a:cubicBezTo>
                    <a:pt x="54" y="37"/>
                    <a:pt x="50" y="37"/>
                    <a:pt x="48" y="35"/>
                  </a:cubicBezTo>
                  <a:cubicBezTo>
                    <a:pt x="48" y="35"/>
                    <a:pt x="28" y="10"/>
                    <a:pt x="20" y="6"/>
                  </a:cubicBezTo>
                  <a:cubicBezTo>
                    <a:pt x="9" y="0"/>
                    <a:pt x="0" y="1"/>
                    <a:pt x="0" y="1"/>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58" name="Freeform 500"/>
            <p:cNvSpPr>
              <a:spLocks/>
            </p:cNvSpPr>
            <p:nvPr/>
          </p:nvSpPr>
          <p:spPr bwMode="auto">
            <a:xfrm>
              <a:off x="7353301" y="2103437"/>
              <a:ext cx="55563" cy="52388"/>
            </a:xfrm>
            <a:custGeom>
              <a:avLst/>
              <a:gdLst/>
              <a:ahLst/>
              <a:cxnLst>
                <a:cxn ang="0">
                  <a:pos x="8" y="0"/>
                </a:cxn>
                <a:cxn ang="0">
                  <a:pos x="26" y="17"/>
                </a:cxn>
                <a:cxn ang="0">
                  <a:pos x="26" y="25"/>
                </a:cxn>
                <a:cxn ang="0">
                  <a:pos x="26" y="25"/>
                </a:cxn>
                <a:cxn ang="0">
                  <a:pos x="18" y="25"/>
                </a:cxn>
                <a:cxn ang="0">
                  <a:pos x="0" y="7"/>
                </a:cxn>
              </a:cxnLst>
              <a:rect l="0" t="0" r="r" b="b"/>
              <a:pathLst>
                <a:path w="28" h="27">
                  <a:moveTo>
                    <a:pt x="8" y="0"/>
                  </a:moveTo>
                  <a:cubicBezTo>
                    <a:pt x="26" y="17"/>
                    <a:pt x="26" y="17"/>
                    <a:pt x="26" y="17"/>
                  </a:cubicBezTo>
                  <a:cubicBezTo>
                    <a:pt x="28" y="19"/>
                    <a:pt x="28" y="23"/>
                    <a:pt x="26" y="25"/>
                  </a:cubicBezTo>
                  <a:cubicBezTo>
                    <a:pt x="26" y="25"/>
                    <a:pt x="26" y="25"/>
                    <a:pt x="26" y="25"/>
                  </a:cubicBezTo>
                  <a:cubicBezTo>
                    <a:pt x="24" y="27"/>
                    <a:pt x="20" y="27"/>
                    <a:pt x="18" y="25"/>
                  </a:cubicBezTo>
                  <a:cubicBezTo>
                    <a:pt x="0" y="7"/>
                    <a:pt x="0" y="7"/>
                    <a:pt x="0" y="7"/>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59" name="Freeform 501"/>
            <p:cNvSpPr>
              <a:spLocks/>
            </p:cNvSpPr>
            <p:nvPr/>
          </p:nvSpPr>
          <p:spPr bwMode="auto">
            <a:xfrm>
              <a:off x="7385051" y="2071687"/>
              <a:ext cx="68263" cy="69850"/>
            </a:xfrm>
            <a:custGeom>
              <a:avLst/>
              <a:gdLst/>
              <a:ahLst/>
              <a:cxnLst>
                <a:cxn ang="0">
                  <a:pos x="11" y="0"/>
                </a:cxn>
                <a:cxn ang="0">
                  <a:pos x="32" y="26"/>
                </a:cxn>
                <a:cxn ang="0">
                  <a:pos x="32" y="34"/>
                </a:cxn>
                <a:cxn ang="0">
                  <a:pos x="32" y="34"/>
                </a:cxn>
                <a:cxn ang="0">
                  <a:pos x="25" y="34"/>
                </a:cxn>
                <a:cxn ang="0">
                  <a:pos x="0" y="9"/>
                </a:cxn>
              </a:cxnLst>
              <a:rect l="0" t="0" r="r" b="b"/>
              <a:pathLst>
                <a:path w="35" h="36">
                  <a:moveTo>
                    <a:pt x="11" y="0"/>
                  </a:moveTo>
                  <a:cubicBezTo>
                    <a:pt x="32" y="26"/>
                    <a:pt x="32" y="26"/>
                    <a:pt x="32" y="26"/>
                  </a:cubicBezTo>
                  <a:cubicBezTo>
                    <a:pt x="35" y="29"/>
                    <a:pt x="35" y="32"/>
                    <a:pt x="32" y="34"/>
                  </a:cubicBezTo>
                  <a:cubicBezTo>
                    <a:pt x="32" y="34"/>
                    <a:pt x="32" y="34"/>
                    <a:pt x="32" y="34"/>
                  </a:cubicBezTo>
                  <a:cubicBezTo>
                    <a:pt x="30" y="36"/>
                    <a:pt x="27" y="36"/>
                    <a:pt x="25" y="34"/>
                  </a:cubicBezTo>
                  <a:cubicBezTo>
                    <a:pt x="0" y="9"/>
                    <a:pt x="0" y="9"/>
                    <a:pt x="0" y="9"/>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2" name="Freeform 502"/>
            <p:cNvSpPr>
              <a:spLocks/>
            </p:cNvSpPr>
            <p:nvPr/>
          </p:nvSpPr>
          <p:spPr bwMode="auto">
            <a:xfrm>
              <a:off x="7331076" y="2024062"/>
              <a:ext cx="171450" cy="58738"/>
            </a:xfrm>
            <a:custGeom>
              <a:avLst/>
              <a:gdLst/>
              <a:ahLst/>
              <a:cxnLst>
                <a:cxn ang="0">
                  <a:pos x="89" y="5"/>
                </a:cxn>
                <a:cxn ang="0">
                  <a:pos x="69" y="13"/>
                </a:cxn>
                <a:cxn ang="0">
                  <a:pos x="37" y="0"/>
                </a:cxn>
                <a:cxn ang="0">
                  <a:pos x="4" y="14"/>
                </a:cxn>
                <a:cxn ang="0">
                  <a:pos x="1" y="21"/>
                </a:cxn>
                <a:cxn ang="0">
                  <a:pos x="1" y="21"/>
                </a:cxn>
                <a:cxn ang="0">
                  <a:pos x="8" y="24"/>
                </a:cxn>
                <a:cxn ang="0">
                  <a:pos x="31" y="15"/>
                </a:cxn>
                <a:cxn ang="0">
                  <a:pos x="50" y="29"/>
                </a:cxn>
                <a:cxn ang="0">
                  <a:pos x="62" y="29"/>
                </a:cxn>
              </a:cxnLst>
              <a:rect l="0" t="0" r="r" b="b"/>
              <a:pathLst>
                <a:path w="89" h="30">
                  <a:moveTo>
                    <a:pt x="89" y="5"/>
                  </a:moveTo>
                  <a:cubicBezTo>
                    <a:pt x="89" y="5"/>
                    <a:pt x="75" y="13"/>
                    <a:pt x="69" y="13"/>
                  </a:cubicBezTo>
                  <a:cubicBezTo>
                    <a:pt x="60" y="12"/>
                    <a:pt x="46" y="1"/>
                    <a:pt x="37" y="0"/>
                  </a:cubicBezTo>
                  <a:cubicBezTo>
                    <a:pt x="31" y="0"/>
                    <a:pt x="4" y="14"/>
                    <a:pt x="4" y="14"/>
                  </a:cubicBezTo>
                  <a:cubicBezTo>
                    <a:pt x="1" y="15"/>
                    <a:pt x="0" y="19"/>
                    <a:pt x="1" y="21"/>
                  </a:cubicBezTo>
                  <a:cubicBezTo>
                    <a:pt x="1" y="21"/>
                    <a:pt x="1" y="21"/>
                    <a:pt x="1" y="21"/>
                  </a:cubicBezTo>
                  <a:cubicBezTo>
                    <a:pt x="2" y="24"/>
                    <a:pt x="6" y="25"/>
                    <a:pt x="8" y="24"/>
                  </a:cubicBezTo>
                  <a:cubicBezTo>
                    <a:pt x="31" y="15"/>
                    <a:pt x="31" y="15"/>
                    <a:pt x="31" y="15"/>
                  </a:cubicBezTo>
                  <a:cubicBezTo>
                    <a:pt x="31" y="15"/>
                    <a:pt x="41" y="27"/>
                    <a:pt x="50" y="29"/>
                  </a:cubicBezTo>
                  <a:cubicBezTo>
                    <a:pt x="58" y="30"/>
                    <a:pt x="62" y="29"/>
                    <a:pt x="62" y="29"/>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3" name="Freeform 503"/>
            <p:cNvSpPr>
              <a:spLocks/>
            </p:cNvSpPr>
            <p:nvPr/>
          </p:nvSpPr>
          <p:spPr bwMode="auto">
            <a:xfrm>
              <a:off x="7405688" y="2125662"/>
              <a:ext cx="19050" cy="19050"/>
            </a:xfrm>
            <a:custGeom>
              <a:avLst/>
              <a:gdLst/>
              <a:ahLst/>
              <a:cxnLst>
                <a:cxn ang="0">
                  <a:pos x="8" y="0"/>
                </a:cxn>
                <a:cxn ang="0">
                  <a:pos x="8" y="8"/>
                </a:cxn>
                <a:cxn ang="0">
                  <a:pos x="8" y="8"/>
                </a:cxn>
                <a:cxn ang="0">
                  <a:pos x="0" y="8"/>
                </a:cxn>
              </a:cxnLst>
              <a:rect l="0" t="0" r="r" b="b"/>
              <a:pathLst>
                <a:path w="10" h="10">
                  <a:moveTo>
                    <a:pt x="8" y="0"/>
                  </a:moveTo>
                  <a:cubicBezTo>
                    <a:pt x="10" y="2"/>
                    <a:pt x="10" y="6"/>
                    <a:pt x="8" y="8"/>
                  </a:cubicBezTo>
                  <a:cubicBezTo>
                    <a:pt x="8" y="8"/>
                    <a:pt x="8" y="8"/>
                    <a:pt x="8" y="8"/>
                  </a:cubicBezTo>
                  <a:cubicBezTo>
                    <a:pt x="6" y="10"/>
                    <a:pt x="2" y="10"/>
                    <a:pt x="0" y="8"/>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4" name="Freeform 504"/>
            <p:cNvSpPr>
              <a:spLocks/>
            </p:cNvSpPr>
            <p:nvPr/>
          </p:nvSpPr>
          <p:spPr bwMode="auto">
            <a:xfrm>
              <a:off x="7445376" y="2097087"/>
              <a:ext cx="168275" cy="20638"/>
            </a:xfrm>
            <a:custGeom>
              <a:avLst/>
              <a:gdLst/>
              <a:ahLst/>
              <a:cxnLst>
                <a:cxn ang="0">
                  <a:pos x="0" y="11"/>
                </a:cxn>
                <a:cxn ang="0">
                  <a:pos x="87" y="0"/>
                </a:cxn>
              </a:cxnLst>
              <a:rect l="0" t="0" r="r" b="b"/>
              <a:pathLst>
                <a:path w="87" h="11">
                  <a:moveTo>
                    <a:pt x="0" y="11"/>
                  </a:moveTo>
                  <a:cubicBezTo>
                    <a:pt x="0" y="11"/>
                    <a:pt x="80" y="9"/>
                    <a:pt x="87" y="0"/>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sp>
          <p:nvSpPr>
            <p:cNvPr id="65" name="Freeform 505"/>
            <p:cNvSpPr>
              <a:spLocks/>
            </p:cNvSpPr>
            <p:nvPr/>
          </p:nvSpPr>
          <p:spPr bwMode="auto">
            <a:xfrm>
              <a:off x="7286626" y="2022475"/>
              <a:ext cx="92075" cy="22225"/>
            </a:xfrm>
            <a:custGeom>
              <a:avLst/>
              <a:gdLst/>
              <a:ahLst/>
              <a:cxnLst>
                <a:cxn ang="0">
                  <a:pos x="0" y="0"/>
                </a:cxn>
                <a:cxn ang="0">
                  <a:pos x="48" y="5"/>
                </a:cxn>
              </a:cxnLst>
              <a:rect l="0" t="0" r="r" b="b"/>
              <a:pathLst>
                <a:path w="48" h="11">
                  <a:moveTo>
                    <a:pt x="0" y="0"/>
                  </a:moveTo>
                  <a:cubicBezTo>
                    <a:pt x="0" y="11"/>
                    <a:pt x="48" y="5"/>
                    <a:pt x="48" y="5"/>
                  </a:cubicBezTo>
                </a:path>
              </a:pathLst>
            </a:custGeom>
            <a:grpFill/>
            <a:ln w="12700" cap="rnd">
              <a:solidFill>
                <a:srgbClr val="828282"/>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endParaRPr lang="en-US" sz="1600">
                <a:solidFill>
                  <a:srgbClr val="828282"/>
                </a:solidFill>
                <a:latin typeface="Arial" pitchFamily="34" charset="0"/>
                <a:cs typeface="Arial" pitchFamily="34" charset="0"/>
              </a:endParaRPr>
            </a:p>
          </p:txBody>
        </p:sp>
      </p:grpSp>
      <p:sp>
        <p:nvSpPr>
          <p:cNvPr id="66" name="ZoneTexte 65"/>
          <p:cNvSpPr txBox="1"/>
          <p:nvPr/>
        </p:nvSpPr>
        <p:spPr>
          <a:xfrm>
            <a:off x="6551712" y="4508311"/>
            <a:ext cx="5184576" cy="707886"/>
          </a:xfrm>
          <a:prstGeom prst="rect">
            <a:avLst/>
          </a:prstGeom>
          <a:noFill/>
        </p:spPr>
        <p:txBody>
          <a:bodyPr wrap="square" rtlCol="0">
            <a:spAutoFit/>
          </a:bodyPr>
          <a:lstStyle/>
          <a:p>
            <a:pPr algn="ctr"/>
            <a:r>
              <a:rPr lang="fr-FR" sz="4000" b="1" cap="small" dirty="0" smtClean="0">
                <a:solidFill>
                  <a:srgbClr val="828282"/>
                </a:solidFill>
                <a:latin typeface="Segoe UI" panose="020B0502040204020203" pitchFamily="34" charset="0"/>
                <a:ea typeface="Segoe UI" panose="020B0502040204020203" pitchFamily="34" charset="0"/>
                <a:cs typeface="Segoe UI" panose="020B0502040204020203" pitchFamily="34" charset="0"/>
              </a:rPr>
              <a:t>Des projets en TMA</a:t>
            </a:r>
          </a:p>
        </p:txBody>
      </p:sp>
    </p:spTree>
    <p:extLst>
      <p:ext uri="{BB962C8B-B14F-4D97-AF65-F5344CB8AC3E}">
        <p14:creationId xmlns:p14="http://schemas.microsoft.com/office/powerpoint/2010/main" val="3979371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5448300" y="3996134"/>
            <a:ext cx="12839700" cy="2207080"/>
          </a:xfrm>
        </p:spPr>
        <p:txBody>
          <a:bodyPr/>
          <a:lstStyle/>
          <a:p>
            <a:r>
              <a:rPr lang="fr-FR" dirty="0"/>
              <a:t>2. Mon projet de stage</a:t>
            </a:r>
            <a:br>
              <a:rPr lang="fr-FR" dirty="0"/>
            </a:br>
            <a:endParaRPr lang="fr-FR" dirty="0"/>
          </a:p>
        </p:txBody>
      </p:sp>
    </p:spTree>
    <p:extLst>
      <p:ext uri="{BB962C8B-B14F-4D97-AF65-F5344CB8AC3E}">
        <p14:creationId xmlns:p14="http://schemas.microsoft.com/office/powerpoint/2010/main" val="1750019402"/>
      </p:ext>
    </p:extLst>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idx="4294967295"/>
          </p:nvPr>
        </p:nvSpPr>
        <p:spPr>
          <a:xfrm>
            <a:off x="0" y="-446088"/>
            <a:ext cx="16459200" cy="1717676"/>
          </a:xfrm>
        </p:spPr>
        <p:txBody>
          <a:bodyPr/>
          <a:lstStyle/>
          <a:p>
            <a:r>
              <a:rPr lang="fr-FR" dirty="0"/>
              <a:t>Mon projet de stage</a:t>
            </a:r>
          </a:p>
        </p:txBody>
      </p:sp>
      <p:sp>
        <p:nvSpPr>
          <p:cNvPr id="3" name="ZoneTexte 2"/>
          <p:cNvSpPr txBox="1"/>
          <p:nvPr/>
        </p:nvSpPr>
        <p:spPr>
          <a:xfrm>
            <a:off x="806542" y="971798"/>
            <a:ext cx="17619240" cy="5509200"/>
          </a:xfrm>
          <a:prstGeom prst="rect">
            <a:avLst/>
          </a:prstGeom>
          <a:noFill/>
        </p:spPr>
        <p:txBody>
          <a:bodyPr wrap="square" rtlCol="0">
            <a:spAutoFit/>
          </a:bodyPr>
          <a:lstStyle/>
          <a:p>
            <a:pPr marL="1655784" lvl="1" indent="-742950"/>
            <a:r>
              <a:rPr lang="fr-FR" dirty="0" smtClean="0"/>
              <a:t>2.1 </a:t>
            </a:r>
            <a:r>
              <a:rPr lang="fr-FR" dirty="0"/>
              <a:t>Projet </a:t>
            </a:r>
            <a:r>
              <a:rPr lang="fr-FR" dirty="0" smtClean="0"/>
              <a:t>SERT</a:t>
            </a:r>
          </a:p>
          <a:p>
            <a:pPr marL="1655784" lvl="1" indent="-742950"/>
            <a:endParaRPr lang="fr-FR" dirty="0"/>
          </a:p>
          <a:p>
            <a:pPr marL="1655784" lvl="1" indent="-742950"/>
            <a:r>
              <a:rPr lang="fr-FR" dirty="0" smtClean="0"/>
              <a:t>2.2 </a:t>
            </a:r>
            <a:r>
              <a:rPr lang="fr-FR" dirty="0"/>
              <a:t>Analyse de </a:t>
            </a:r>
            <a:r>
              <a:rPr lang="fr-FR" dirty="0" smtClean="0"/>
              <a:t>l’existant</a:t>
            </a:r>
          </a:p>
          <a:p>
            <a:pPr marL="1655784" lvl="1" indent="-742950"/>
            <a:endParaRPr lang="fr-FR" dirty="0"/>
          </a:p>
          <a:p>
            <a:pPr marL="1655784" lvl="1" indent="-742950"/>
            <a:r>
              <a:rPr lang="fr-FR" dirty="0" smtClean="0"/>
              <a:t>2.3 </a:t>
            </a:r>
            <a:r>
              <a:rPr lang="fr-FR" dirty="0"/>
              <a:t>Objectifs du </a:t>
            </a:r>
            <a:r>
              <a:rPr lang="fr-FR" dirty="0" smtClean="0"/>
              <a:t>projet</a:t>
            </a:r>
          </a:p>
          <a:p>
            <a:pPr marL="1655784" lvl="1" indent="-742950"/>
            <a:endParaRPr lang="fr-FR" dirty="0"/>
          </a:p>
          <a:p>
            <a:pPr marL="1655784" lvl="1" indent="-742950"/>
            <a:r>
              <a:rPr lang="fr-FR" dirty="0" smtClean="0"/>
              <a:t>2.4 </a:t>
            </a:r>
            <a:r>
              <a:rPr lang="fr-FR" dirty="0"/>
              <a:t>Missions</a:t>
            </a:r>
          </a:p>
          <a:p>
            <a:pPr marL="1655784" lvl="1" indent="-742950"/>
            <a:endParaRPr lang="fr-FR" sz="2800" dirty="0" smtClean="0"/>
          </a:p>
          <a:p>
            <a:pPr marL="742950" indent="-742950">
              <a:buAutoNum type="arabicPeriod"/>
            </a:pPr>
            <a:endParaRPr lang="fr-FR" dirty="0" smtClean="0"/>
          </a:p>
          <a:p>
            <a:pPr marL="742950" indent="-742950">
              <a:buAutoNum type="arabicPeriod"/>
            </a:pPr>
            <a:endParaRPr lang="fr-FR" dirty="0"/>
          </a:p>
        </p:txBody>
      </p:sp>
    </p:spTree>
    <p:extLst>
      <p:ext uri="{BB962C8B-B14F-4D97-AF65-F5344CB8AC3E}">
        <p14:creationId xmlns:p14="http://schemas.microsoft.com/office/powerpoint/2010/main" val="4128675659"/>
      </p:ext>
    </p:extLst>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2.1 Le projet SERT</a:t>
            </a:r>
          </a:p>
        </p:txBody>
      </p:sp>
      <p:sp>
        <p:nvSpPr>
          <p:cNvPr id="4" name="Espace réservé du contenu 3"/>
          <p:cNvSpPr>
            <a:spLocks noGrp="1"/>
          </p:cNvSpPr>
          <p:nvPr>
            <p:ph sz="quarter" idx="10"/>
          </p:nvPr>
        </p:nvSpPr>
        <p:spPr>
          <a:xfrm>
            <a:off x="215008" y="1533458"/>
            <a:ext cx="17857984" cy="6692243"/>
          </a:xfrm>
        </p:spPr>
        <p:txBody>
          <a:bodyPr>
            <a:normAutofit/>
          </a:bodyPr>
          <a:lstStyle/>
          <a:p>
            <a:pPr marL="685800" lvl="1" indent="-685800" algn="just">
              <a:buClr>
                <a:srgbClr val="0098C7"/>
              </a:buClr>
              <a:buFont typeface="Wingdings" panose="05000000000000000000" pitchFamily="2" charset="2"/>
              <a:buChar char="§"/>
            </a:pPr>
            <a:r>
              <a:rPr lang="fr-FR" sz="4800" dirty="0" smtClean="0">
                <a:solidFill>
                  <a:srgbClr val="828282"/>
                </a:solidFill>
                <a:latin typeface="+mn-lt"/>
                <a:ea typeface="+mn-ea"/>
                <a:cs typeface="+mn-cs"/>
              </a:rPr>
              <a:t> </a:t>
            </a:r>
            <a:r>
              <a:rPr lang="fr-FR" sz="4400" dirty="0">
                <a:solidFill>
                  <a:srgbClr val="828282"/>
                </a:solidFill>
                <a:latin typeface="+mn-lt"/>
                <a:ea typeface="+mn-ea"/>
                <a:cs typeface="+mn-cs"/>
              </a:rPr>
              <a:t>SERT ou « Système d’</a:t>
            </a:r>
            <a:r>
              <a:rPr lang="fr-FR" sz="4400" dirty="0">
                <a:solidFill>
                  <a:srgbClr val="02AFE9"/>
                </a:solidFill>
                <a:latin typeface="+mn-lt"/>
                <a:ea typeface="+mn-ea"/>
                <a:cs typeface="+mn-cs"/>
              </a:rPr>
              <a:t>Edition des régimes </a:t>
            </a:r>
            <a:r>
              <a:rPr lang="fr-FR" sz="4400" dirty="0">
                <a:solidFill>
                  <a:srgbClr val="828282"/>
                </a:solidFill>
                <a:latin typeface="+mn-lt"/>
                <a:ea typeface="+mn-ea"/>
                <a:cs typeface="+mn-cs"/>
              </a:rPr>
              <a:t>de champs de Tir » est un logiciel </a:t>
            </a:r>
            <a:r>
              <a:rPr lang="fr-FR" sz="4400" dirty="0" smtClean="0">
                <a:solidFill>
                  <a:srgbClr val="828282"/>
                </a:solidFill>
                <a:latin typeface="+mn-lt"/>
                <a:ea typeface="+mn-ea"/>
                <a:cs typeface="+mn-cs"/>
              </a:rPr>
              <a:t>dont le DECST (</a:t>
            </a:r>
            <a:r>
              <a:rPr lang="fr-FR" sz="4400" dirty="0"/>
              <a:t>Département d’Expertise Champs et Stands de </a:t>
            </a:r>
            <a:r>
              <a:rPr lang="fr-FR" sz="4400" dirty="0" smtClean="0"/>
              <a:t>Tir)</a:t>
            </a:r>
            <a:r>
              <a:rPr lang="fr-FR" sz="4400" dirty="0" smtClean="0">
                <a:solidFill>
                  <a:srgbClr val="828282"/>
                </a:solidFill>
                <a:latin typeface="+mn-lt"/>
                <a:ea typeface="+mn-ea"/>
                <a:cs typeface="+mn-cs"/>
              </a:rPr>
              <a:t> </a:t>
            </a:r>
            <a:r>
              <a:rPr lang="fr-FR" sz="4400" dirty="0">
                <a:solidFill>
                  <a:srgbClr val="828282"/>
                </a:solidFill>
                <a:latin typeface="+mn-lt"/>
                <a:ea typeface="+mn-ea"/>
                <a:cs typeface="+mn-cs"/>
              </a:rPr>
              <a:t>du ministère de la défense s’est doté en </a:t>
            </a:r>
            <a:r>
              <a:rPr lang="fr-FR" sz="4400" dirty="0" smtClean="0">
                <a:solidFill>
                  <a:srgbClr val="828282"/>
                </a:solidFill>
                <a:latin typeface="+mn-lt"/>
                <a:ea typeface="+mn-ea"/>
                <a:cs typeface="+mn-cs"/>
              </a:rPr>
              <a:t>2014.</a:t>
            </a:r>
          </a:p>
          <a:p>
            <a:pPr marL="685800" lvl="1" indent="-685800" algn="just">
              <a:buClr>
                <a:srgbClr val="0098C7"/>
              </a:buClr>
              <a:buFont typeface="Wingdings" panose="05000000000000000000" pitchFamily="2" charset="2"/>
              <a:buChar char="§"/>
            </a:pPr>
            <a:endParaRPr lang="fr-FR" sz="4400" dirty="0" smtClean="0">
              <a:solidFill>
                <a:srgbClr val="828282"/>
              </a:solidFill>
              <a:latin typeface="+mn-lt"/>
              <a:ea typeface="+mn-ea"/>
              <a:cs typeface="+mn-cs"/>
            </a:endParaRPr>
          </a:p>
          <a:p>
            <a:pPr marL="685800" lvl="1" indent="-685800" algn="just">
              <a:buClr>
                <a:srgbClr val="0098C7"/>
              </a:buClr>
              <a:buFont typeface="Wingdings" panose="05000000000000000000" pitchFamily="2" charset="2"/>
              <a:buChar char="§"/>
            </a:pPr>
            <a:r>
              <a:rPr lang="fr-FR" sz="4400" dirty="0" smtClean="0">
                <a:solidFill>
                  <a:srgbClr val="828282"/>
                </a:solidFill>
                <a:latin typeface="+mn-lt"/>
                <a:ea typeface="+mn-ea"/>
                <a:cs typeface="+mn-cs"/>
              </a:rPr>
              <a:t>Un régime de champ de tir est une notice d’emploi qui décrit:</a:t>
            </a:r>
          </a:p>
          <a:p>
            <a:pPr marL="1484339" lvl="2" indent="-685800" algn="just">
              <a:buClr>
                <a:srgbClr val="0098C7"/>
              </a:buClr>
              <a:buFont typeface="Wingdings" panose="05000000000000000000" pitchFamily="2" charset="2"/>
              <a:buChar char="§"/>
            </a:pPr>
            <a:r>
              <a:rPr lang="fr-FR" sz="4400" dirty="0">
                <a:solidFill>
                  <a:srgbClr val="828282"/>
                </a:solidFill>
                <a:latin typeface="+mn-lt"/>
                <a:ea typeface="+mn-ea"/>
                <a:cs typeface="+mn-cs"/>
              </a:rPr>
              <a:t> </a:t>
            </a:r>
            <a:r>
              <a:rPr lang="fr-FR" sz="4400" dirty="0" smtClean="0">
                <a:solidFill>
                  <a:srgbClr val="828282"/>
                </a:solidFill>
                <a:latin typeface="+mn-lt"/>
                <a:ea typeface="+mn-ea"/>
                <a:cs typeface="+mn-cs"/>
              </a:rPr>
              <a:t>Les </a:t>
            </a:r>
            <a:r>
              <a:rPr lang="fr-FR" sz="4400" dirty="0" smtClean="0">
                <a:solidFill>
                  <a:srgbClr val="02AFE9"/>
                </a:solidFill>
                <a:latin typeface="+mn-lt"/>
                <a:ea typeface="+mn-ea"/>
                <a:cs typeface="+mn-cs"/>
              </a:rPr>
              <a:t>conditions de tir </a:t>
            </a:r>
            <a:r>
              <a:rPr lang="fr-FR" sz="4400" dirty="0" smtClean="0">
                <a:solidFill>
                  <a:srgbClr val="828282"/>
                </a:solidFill>
                <a:latin typeface="+mn-lt"/>
                <a:ea typeface="+mn-ea"/>
                <a:cs typeface="+mn-cs"/>
              </a:rPr>
              <a:t>(</a:t>
            </a:r>
            <a:r>
              <a:rPr lang="fr-FR" sz="4400" dirty="0" smtClean="0"/>
              <a:t>positions, objectifs</a:t>
            </a:r>
            <a:r>
              <a:rPr lang="fr-FR" sz="4400" dirty="0"/>
              <a:t>, </a:t>
            </a:r>
            <a:r>
              <a:rPr lang="fr-FR" sz="4400" dirty="0" smtClean="0"/>
              <a:t>armes </a:t>
            </a:r>
            <a:r>
              <a:rPr lang="fr-FR" sz="4400" dirty="0"/>
              <a:t>et </a:t>
            </a:r>
            <a:r>
              <a:rPr lang="fr-FR" sz="4400" dirty="0" smtClean="0"/>
              <a:t>munitions) ;</a:t>
            </a:r>
          </a:p>
          <a:p>
            <a:pPr marL="1484339" lvl="2" indent="-685800" algn="just">
              <a:buClr>
                <a:srgbClr val="0098C7"/>
              </a:buClr>
              <a:buFont typeface="Wingdings" panose="05000000000000000000" pitchFamily="2" charset="2"/>
              <a:buChar char="§"/>
            </a:pPr>
            <a:r>
              <a:rPr lang="fr-FR" sz="4400" dirty="0" smtClean="0"/>
              <a:t> les </a:t>
            </a:r>
            <a:r>
              <a:rPr lang="fr-FR" sz="4400" dirty="0"/>
              <a:t>zones </a:t>
            </a:r>
            <a:r>
              <a:rPr lang="fr-FR" sz="4400" dirty="0" smtClean="0"/>
              <a:t>dangereuses et </a:t>
            </a:r>
            <a:r>
              <a:rPr lang="fr-FR" sz="4400" dirty="0"/>
              <a:t>les </a:t>
            </a:r>
            <a:r>
              <a:rPr lang="fr-FR" sz="4400" dirty="0">
                <a:solidFill>
                  <a:srgbClr val="02AFE9"/>
                </a:solidFill>
              </a:rPr>
              <a:t>mesures de sécurité </a:t>
            </a:r>
            <a:r>
              <a:rPr lang="fr-FR" sz="4400" dirty="0"/>
              <a:t>à </a:t>
            </a:r>
            <a:r>
              <a:rPr lang="fr-FR" sz="4400" dirty="0" smtClean="0"/>
              <a:t>prendre.</a:t>
            </a:r>
            <a:endParaRPr lang="fr-FR" sz="4400" dirty="0" smtClean="0">
              <a:solidFill>
                <a:srgbClr val="828282"/>
              </a:solidFill>
              <a:latin typeface="+mn-lt"/>
              <a:ea typeface="+mn-ea"/>
              <a:cs typeface="+mn-cs"/>
            </a:endParaRPr>
          </a:p>
          <a:p>
            <a:endParaRPr lang="fr-FR" dirty="0"/>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6188770" cy="1173509"/>
          </a:xfrm>
        </p:spPr>
        <p:txBody>
          <a:bodyPr>
            <a:noAutofit/>
          </a:bodyPr>
          <a:lstStyle/>
          <a:p>
            <a:pPr defTabSz="1558521">
              <a:lnSpc>
                <a:spcPct val="85000"/>
              </a:lnSpc>
            </a:pPr>
            <a:r>
              <a:rPr lang="fr-FR" sz="5400" dirty="0" smtClean="0"/>
              <a:t>2.1 Le projet SERT</a:t>
            </a:r>
          </a:p>
        </p:txBody>
      </p:sp>
      <p:pic>
        <p:nvPicPr>
          <p:cNvPr id="6" name="Image 5"/>
          <p:cNvPicPr/>
          <p:nvPr/>
        </p:nvPicPr>
        <p:blipFill>
          <a:blip r:embed="rId3"/>
          <a:stretch>
            <a:fillRect/>
          </a:stretch>
        </p:blipFill>
        <p:spPr>
          <a:xfrm>
            <a:off x="372716" y="1763886"/>
            <a:ext cx="17353928" cy="7560839"/>
          </a:xfrm>
          <a:prstGeom prst="rect">
            <a:avLst/>
          </a:prstGeom>
        </p:spPr>
      </p:pic>
      <p:sp>
        <p:nvSpPr>
          <p:cNvPr id="7" name="Titre 1"/>
          <p:cNvSpPr txBox="1">
            <a:spLocks/>
          </p:cNvSpPr>
          <p:nvPr/>
        </p:nvSpPr>
        <p:spPr>
          <a:xfrm>
            <a:off x="390426" y="1107243"/>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Cas d’utilisation de SERT</a:t>
            </a:r>
            <a:endParaRPr lang="fr-FR" sz="3200" b="1" dirty="0">
              <a:ea typeface="+mn-ea"/>
              <a:cs typeface="Segoe" pitchFamily="34" charset="0"/>
            </a:endParaRPr>
          </a:p>
        </p:txBody>
      </p:sp>
    </p:spTree>
    <p:extLst>
      <p:ext uri="{BB962C8B-B14F-4D97-AF65-F5344CB8AC3E}">
        <p14:creationId xmlns:p14="http://schemas.microsoft.com/office/powerpoint/2010/main" val="3963639734"/>
      </p:ext>
    </p:extLst>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7052866" cy="1173509"/>
          </a:xfrm>
        </p:spPr>
        <p:txBody>
          <a:bodyPr>
            <a:noAutofit/>
          </a:bodyPr>
          <a:lstStyle/>
          <a:p>
            <a:pPr defTabSz="1558521">
              <a:lnSpc>
                <a:spcPct val="85000"/>
              </a:lnSpc>
            </a:pPr>
            <a:r>
              <a:rPr lang="fr-FR" sz="5400" dirty="0" smtClean="0"/>
              <a:t>2.2 Analyse de l’existant</a:t>
            </a:r>
          </a:p>
        </p:txBody>
      </p:sp>
      <p:sp>
        <p:nvSpPr>
          <p:cNvPr id="7" name="Titre 1"/>
          <p:cNvSpPr txBox="1">
            <a:spLocks/>
          </p:cNvSpPr>
          <p:nvPr/>
        </p:nvSpPr>
        <p:spPr>
          <a:xfrm>
            <a:off x="8063880" y="251718"/>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Fonctionnement actuel</a:t>
            </a:r>
            <a:endParaRPr lang="fr-FR" sz="3200" b="1" dirty="0">
              <a:ea typeface="+mn-ea"/>
              <a:cs typeface="Segoe" pitchFamily="34" charset="0"/>
            </a:endParaRPr>
          </a:p>
        </p:txBody>
      </p:sp>
      <p:pic>
        <p:nvPicPr>
          <p:cNvPr id="2" name="Image 1"/>
          <p:cNvPicPr>
            <a:picLocks noChangeAspect="1"/>
          </p:cNvPicPr>
          <p:nvPr/>
        </p:nvPicPr>
        <p:blipFill>
          <a:blip r:embed="rId2"/>
          <a:stretch>
            <a:fillRect/>
          </a:stretch>
        </p:blipFill>
        <p:spPr>
          <a:xfrm>
            <a:off x="3671392" y="810519"/>
            <a:ext cx="12601400" cy="8586215"/>
          </a:xfrm>
          <a:prstGeom prst="rect">
            <a:avLst/>
          </a:prstGeom>
        </p:spPr>
      </p:pic>
      <p:sp>
        <p:nvSpPr>
          <p:cNvPr id="4" name="Rectangle 3"/>
          <p:cNvSpPr/>
          <p:nvPr/>
        </p:nvSpPr>
        <p:spPr>
          <a:xfrm>
            <a:off x="7703840" y="1187822"/>
            <a:ext cx="4932040" cy="417422"/>
          </a:xfrm>
          <a:prstGeom prst="rect">
            <a:avLst/>
          </a:prstGeom>
        </p:spPr>
        <p:txBody>
          <a:bodyPr wrap="square">
            <a:spAutoFit/>
          </a:bodyPr>
          <a:lstStyle/>
          <a:p>
            <a:pPr algn="just">
              <a:lnSpc>
                <a:spcPct val="150000"/>
              </a:lnSpc>
              <a:spcAft>
                <a:spcPts val="800"/>
              </a:spcAft>
            </a:pPr>
            <a:r>
              <a:rPr lang="fr-FR" sz="1600" dirty="0">
                <a:latin typeface="Times New Roman" panose="02020603050405020304" pitchFamily="18" charset="0"/>
                <a:ea typeface="Calibri" panose="020F0502020204030204" pitchFamily="34" charset="0"/>
                <a:cs typeface="Times New Roman" panose="02020603050405020304" pitchFamily="18" charset="0"/>
              </a:rPr>
              <a:t>Etablissement du Service d'Infrastructure de la Défense</a:t>
            </a: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57406288"/>
      </p:ext>
    </p:extLst>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7052866" cy="1173509"/>
          </a:xfrm>
        </p:spPr>
        <p:txBody>
          <a:bodyPr>
            <a:noAutofit/>
          </a:bodyPr>
          <a:lstStyle/>
          <a:p>
            <a:pPr defTabSz="1558521">
              <a:lnSpc>
                <a:spcPct val="85000"/>
              </a:lnSpc>
            </a:pPr>
            <a:r>
              <a:rPr lang="fr-FR" sz="5400" dirty="0" smtClean="0"/>
              <a:t>2.2 Analyse de l’existant</a:t>
            </a:r>
          </a:p>
        </p:txBody>
      </p:sp>
      <p:sp>
        <p:nvSpPr>
          <p:cNvPr id="7" name="Titre 1"/>
          <p:cNvSpPr txBox="1">
            <a:spLocks/>
          </p:cNvSpPr>
          <p:nvPr/>
        </p:nvSpPr>
        <p:spPr>
          <a:xfrm>
            <a:off x="268672" y="924842"/>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Fonctionnement actuel</a:t>
            </a:r>
            <a:endParaRPr lang="fr-FR" sz="3200" b="1" dirty="0">
              <a:ea typeface="+mn-ea"/>
              <a:cs typeface="Segoe" pitchFamily="34" charset="0"/>
            </a:endParaRPr>
          </a:p>
        </p:txBody>
      </p:sp>
      <p:sp>
        <p:nvSpPr>
          <p:cNvPr id="6" name="Espace réservé du contenu 3"/>
          <p:cNvSpPr>
            <a:spLocks noGrp="1"/>
          </p:cNvSpPr>
          <p:nvPr>
            <p:ph sz="quarter" idx="10"/>
          </p:nvPr>
        </p:nvSpPr>
        <p:spPr>
          <a:xfrm>
            <a:off x="32492" y="1835894"/>
            <a:ext cx="17857984" cy="7200800"/>
          </a:xfrm>
        </p:spPr>
        <p:txBody>
          <a:bodyPr>
            <a:normAutofit/>
          </a:bodyPr>
          <a:lstStyle/>
          <a:p>
            <a:pPr marL="685800" lvl="1" indent="-685800" algn="just">
              <a:buClr>
                <a:srgbClr val="0098C7"/>
              </a:buClr>
              <a:buFont typeface="Wingdings" panose="05000000000000000000" pitchFamily="2" charset="2"/>
              <a:buChar char="§"/>
            </a:pPr>
            <a:r>
              <a:rPr lang="fr-FR" sz="4800" dirty="0" smtClean="0">
                <a:solidFill>
                  <a:srgbClr val="828282"/>
                </a:solidFill>
                <a:latin typeface="+mn-lt"/>
                <a:ea typeface="+mn-ea"/>
                <a:cs typeface="+mn-cs"/>
              </a:rPr>
              <a:t> Le DECST seul est habilité à faire les </a:t>
            </a:r>
            <a:r>
              <a:rPr lang="fr-FR" sz="4800" dirty="0" smtClean="0">
                <a:solidFill>
                  <a:srgbClr val="02AFE9"/>
                </a:solidFill>
                <a:latin typeface="+mn-lt"/>
                <a:ea typeface="+mn-ea"/>
                <a:cs typeface="+mn-cs"/>
              </a:rPr>
              <a:t>études de faisabilité </a:t>
            </a:r>
            <a:r>
              <a:rPr lang="fr-FR" sz="4800" dirty="0" smtClean="0">
                <a:solidFill>
                  <a:srgbClr val="828282"/>
                </a:solidFill>
                <a:latin typeface="+mn-lt"/>
                <a:ea typeface="+mn-ea"/>
                <a:cs typeface="+mn-cs"/>
              </a:rPr>
              <a:t>sur SERT.</a:t>
            </a:r>
          </a:p>
          <a:p>
            <a:pPr marL="685800" lvl="1" indent="-685800" algn="just">
              <a:buClr>
                <a:srgbClr val="0098C7"/>
              </a:buClr>
              <a:buFont typeface="Wingdings" panose="05000000000000000000" pitchFamily="2" charset="2"/>
              <a:buChar char="§"/>
            </a:pPr>
            <a:endParaRPr lang="fr-FR" sz="4800" dirty="0">
              <a:solidFill>
                <a:srgbClr val="828282"/>
              </a:solidFill>
              <a:latin typeface="+mn-lt"/>
              <a:ea typeface="+mn-ea"/>
              <a:cs typeface="+mn-cs"/>
            </a:endParaRPr>
          </a:p>
          <a:p>
            <a:pPr marL="685800" lvl="1" indent="-685800" algn="just">
              <a:buClr>
                <a:srgbClr val="0098C7"/>
              </a:buClr>
              <a:buFont typeface="Wingdings" panose="05000000000000000000" pitchFamily="2" charset="2"/>
              <a:buChar char="§"/>
            </a:pPr>
            <a:r>
              <a:rPr lang="fr-FR" sz="4800" dirty="0">
                <a:solidFill>
                  <a:srgbClr val="828282"/>
                </a:solidFill>
                <a:latin typeface="+mn-lt"/>
                <a:ea typeface="+mn-ea"/>
                <a:cs typeface="+mn-cs"/>
              </a:rPr>
              <a:t> Le mode de </a:t>
            </a:r>
            <a:r>
              <a:rPr lang="fr-FR" sz="4800" dirty="0">
                <a:solidFill>
                  <a:srgbClr val="02AFE9"/>
                </a:solidFill>
                <a:latin typeface="+mn-lt"/>
                <a:ea typeface="+mn-ea"/>
                <a:cs typeface="+mn-cs"/>
              </a:rPr>
              <a:t>fonctionnement</a:t>
            </a:r>
            <a:r>
              <a:rPr lang="fr-FR" sz="4800" dirty="0">
                <a:solidFill>
                  <a:srgbClr val="828282"/>
                </a:solidFill>
                <a:latin typeface="+mn-lt"/>
                <a:ea typeface="+mn-ea"/>
                <a:cs typeface="+mn-cs"/>
              </a:rPr>
              <a:t> est </a:t>
            </a:r>
            <a:r>
              <a:rPr lang="fr-FR" sz="4800" dirty="0">
                <a:solidFill>
                  <a:srgbClr val="02AFE9"/>
                </a:solidFill>
                <a:latin typeface="+mn-lt"/>
                <a:ea typeface="+mn-ea"/>
                <a:cs typeface="+mn-cs"/>
              </a:rPr>
              <a:t>très lourd </a:t>
            </a:r>
            <a:r>
              <a:rPr lang="fr-FR" sz="4800" dirty="0">
                <a:solidFill>
                  <a:srgbClr val="828282"/>
                </a:solidFill>
                <a:latin typeface="+mn-lt"/>
                <a:ea typeface="+mn-ea"/>
                <a:cs typeface="+mn-cs"/>
              </a:rPr>
              <a:t>et demande beaucoup de temps (aller-retour par courrier officiel). </a:t>
            </a:r>
            <a:endParaRPr lang="fr-FR" sz="4800" dirty="0" smtClean="0">
              <a:solidFill>
                <a:srgbClr val="828282"/>
              </a:solidFill>
              <a:latin typeface="+mn-lt"/>
              <a:ea typeface="+mn-ea"/>
              <a:cs typeface="+mn-cs"/>
            </a:endParaRPr>
          </a:p>
          <a:p>
            <a:pPr marL="0" lvl="1" indent="0" algn="just">
              <a:buClr>
                <a:srgbClr val="0098C7"/>
              </a:buClr>
              <a:buNone/>
            </a:pPr>
            <a:endParaRPr lang="fr-FR" sz="4800" dirty="0">
              <a:solidFill>
                <a:srgbClr val="828282"/>
              </a:solidFill>
              <a:latin typeface="+mn-lt"/>
              <a:ea typeface="+mn-ea"/>
              <a:cs typeface="+mn-cs"/>
            </a:endParaRPr>
          </a:p>
          <a:p>
            <a:pPr marL="165100" lvl="1" indent="-165100" algn="just">
              <a:buClr>
                <a:srgbClr val="0098C7"/>
              </a:buClr>
            </a:pPr>
            <a:endParaRPr lang="fr-FR" dirty="0"/>
          </a:p>
        </p:txBody>
      </p:sp>
    </p:spTree>
    <p:extLst>
      <p:ext uri="{BB962C8B-B14F-4D97-AF65-F5344CB8AC3E}">
        <p14:creationId xmlns:p14="http://schemas.microsoft.com/office/powerpoint/2010/main" val="673148786"/>
      </p:ext>
    </p:extLst>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7052866" cy="1173509"/>
          </a:xfrm>
        </p:spPr>
        <p:txBody>
          <a:bodyPr>
            <a:noAutofit/>
          </a:bodyPr>
          <a:lstStyle/>
          <a:p>
            <a:pPr defTabSz="1558521">
              <a:lnSpc>
                <a:spcPct val="85000"/>
              </a:lnSpc>
            </a:pPr>
            <a:r>
              <a:rPr lang="fr-FR" sz="5400" dirty="0" smtClean="0"/>
              <a:t>2.2 Analyse de l’existant</a:t>
            </a:r>
          </a:p>
        </p:txBody>
      </p:sp>
      <p:sp>
        <p:nvSpPr>
          <p:cNvPr id="7" name="Titre 1"/>
          <p:cNvSpPr txBox="1">
            <a:spLocks/>
          </p:cNvSpPr>
          <p:nvPr/>
        </p:nvSpPr>
        <p:spPr>
          <a:xfrm>
            <a:off x="8279904" y="251718"/>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Versions actuelles des outils</a:t>
            </a:r>
            <a:endParaRPr lang="fr-FR" sz="3200" b="1" dirty="0">
              <a:ea typeface="+mn-ea"/>
              <a:cs typeface="Segoe" pitchFamily="34" charset="0"/>
            </a:endParaRPr>
          </a:p>
        </p:txBody>
      </p:sp>
      <p:graphicFrame>
        <p:nvGraphicFramePr>
          <p:cNvPr id="4" name="Tableau 3"/>
          <p:cNvGraphicFramePr>
            <a:graphicFrameLocks noGrp="1"/>
          </p:cNvGraphicFramePr>
          <p:nvPr>
            <p:extLst>
              <p:ext uri="{D42A27DB-BD31-4B8C-83A1-F6EECF244321}">
                <p14:modId xmlns:p14="http://schemas.microsoft.com/office/powerpoint/2010/main" val="199676537"/>
              </p:ext>
            </p:extLst>
          </p:nvPr>
        </p:nvGraphicFramePr>
        <p:xfrm>
          <a:off x="143000" y="815719"/>
          <a:ext cx="17641960" cy="8395773"/>
        </p:xfrm>
        <a:graphic>
          <a:graphicData uri="http://schemas.openxmlformats.org/drawingml/2006/table">
            <a:tbl>
              <a:tblPr firstRow="1" firstCol="1" bandRow="1">
                <a:tableStyleId>{5C22544A-7EE6-4342-B048-85BDC9FD1C3A}</a:tableStyleId>
              </a:tblPr>
              <a:tblGrid>
                <a:gridCol w="5876113"/>
                <a:gridCol w="4872115"/>
                <a:gridCol w="6893732"/>
              </a:tblGrid>
              <a:tr h="626691">
                <a:tc>
                  <a:txBody>
                    <a:bodyPr/>
                    <a:lstStyle/>
                    <a:p>
                      <a:pPr algn="ctr">
                        <a:lnSpc>
                          <a:spcPct val="150000"/>
                        </a:lnSpc>
                        <a:spcAft>
                          <a:spcPts val="0"/>
                        </a:spcAft>
                      </a:pPr>
                      <a:r>
                        <a:rPr lang="fr-FR" sz="3200" dirty="0">
                          <a:effectLst/>
                        </a:rPr>
                        <a:t>Nom de l’outil</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pPr>
                      <a:r>
                        <a:rPr lang="fr-FR" sz="3200">
                          <a:effectLst/>
                        </a:rPr>
                        <a:t>Version actuelle utilisée</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pPr>
                      <a:r>
                        <a:rPr lang="fr-FR" sz="3200" dirty="0">
                          <a:effectLst/>
                        </a:rPr>
                        <a:t>Description</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18336">
                <a:tc>
                  <a:txBody>
                    <a:bodyPr/>
                    <a:lstStyle/>
                    <a:p>
                      <a:pPr algn="just">
                        <a:lnSpc>
                          <a:spcPct val="150000"/>
                        </a:lnSpc>
                        <a:spcAft>
                          <a:spcPts val="0"/>
                        </a:spcAft>
                      </a:pPr>
                      <a:r>
                        <a:rPr lang="fr-FR" sz="3200" b="1" kern="1200" dirty="0" smtClean="0">
                          <a:solidFill>
                            <a:schemeClr val="lt1"/>
                          </a:solidFill>
                          <a:effectLst/>
                          <a:latin typeface="+mn-lt"/>
                          <a:ea typeface="+mn-ea"/>
                          <a:cs typeface="+mn-cs"/>
                        </a:rPr>
                        <a:t>SERT</a:t>
                      </a:r>
                      <a:endParaRPr lang="fr-FR" sz="3200" b="1" kern="1200" dirty="0">
                        <a:solidFill>
                          <a:schemeClr val="lt1"/>
                        </a:solidFill>
                        <a:effectLst/>
                        <a:latin typeface="+mn-lt"/>
                        <a:ea typeface="+mn-ea"/>
                        <a:cs typeface="+mn-cs"/>
                      </a:endParaRPr>
                    </a:p>
                  </a:txBody>
                  <a:tcPr marL="68580" marR="68580" marT="0" marB="0"/>
                </a:tc>
                <a:tc>
                  <a:txBody>
                    <a:bodyPr/>
                    <a:lstStyle/>
                    <a:p>
                      <a:pPr algn="just">
                        <a:lnSpc>
                          <a:spcPct val="150000"/>
                        </a:lnSpc>
                        <a:spcAft>
                          <a:spcPts val="0"/>
                        </a:spcAft>
                      </a:pPr>
                      <a:r>
                        <a:rPr lang="fr-FR" sz="3200" dirty="0" smtClean="0">
                          <a:effectLst/>
                          <a:latin typeface="Times New Roman" panose="02020603050405020304" pitchFamily="18" charset="0"/>
                          <a:ea typeface="Calibri" panose="020F0502020204030204" pitchFamily="34" charset="0"/>
                          <a:cs typeface="Times New Roman" panose="02020603050405020304" pitchFamily="18" charset="0"/>
                        </a:rPr>
                        <a:t>1.1.7</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1016467">
                <a:tc>
                  <a:txBody>
                    <a:bodyPr/>
                    <a:lstStyle/>
                    <a:p>
                      <a:pPr algn="just">
                        <a:lnSpc>
                          <a:spcPct val="150000"/>
                        </a:lnSpc>
                        <a:spcAft>
                          <a:spcPts val="0"/>
                        </a:spcAft>
                      </a:pPr>
                      <a:r>
                        <a:rPr lang="fr-FR" sz="3200" dirty="0">
                          <a:effectLst/>
                        </a:rPr>
                        <a:t>ArcGIS Runtime Java SDK</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10.2.4</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 </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1039">
                <a:tc>
                  <a:txBody>
                    <a:bodyPr/>
                    <a:lstStyle/>
                    <a:p>
                      <a:pPr algn="just">
                        <a:lnSpc>
                          <a:spcPct val="150000"/>
                        </a:lnSpc>
                        <a:spcAft>
                          <a:spcPts val="0"/>
                        </a:spcAft>
                      </a:pPr>
                      <a:r>
                        <a:rPr lang="fr-FR" sz="3200" dirty="0">
                          <a:effectLst/>
                        </a:rPr>
                        <a:t>Java JDK</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1.7.0.79</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 </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1039">
                <a:tc>
                  <a:txBody>
                    <a:bodyPr/>
                    <a:lstStyle/>
                    <a:p>
                      <a:pPr algn="just">
                        <a:lnSpc>
                          <a:spcPct val="150000"/>
                        </a:lnSpc>
                        <a:spcAft>
                          <a:spcPts val="0"/>
                        </a:spcAft>
                      </a:pPr>
                      <a:r>
                        <a:rPr lang="fr-FR" sz="3200">
                          <a:effectLst/>
                        </a:rPr>
                        <a:t>Itextpdf</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5.5.6</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Export pdf</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94285">
                <a:tc>
                  <a:txBody>
                    <a:bodyPr/>
                    <a:lstStyle/>
                    <a:p>
                      <a:pPr algn="just">
                        <a:lnSpc>
                          <a:spcPct val="150000"/>
                        </a:lnSpc>
                        <a:spcAft>
                          <a:spcPts val="0"/>
                        </a:spcAft>
                      </a:pPr>
                      <a:r>
                        <a:rPr lang="fr-FR" sz="3200">
                          <a:effectLst/>
                        </a:rPr>
                        <a:t>documents4j</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1.0.2</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Conversion de format de document</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1039">
                <a:tc>
                  <a:txBody>
                    <a:bodyPr/>
                    <a:lstStyle/>
                    <a:p>
                      <a:pPr algn="just">
                        <a:lnSpc>
                          <a:spcPct val="150000"/>
                        </a:lnSpc>
                        <a:spcAft>
                          <a:spcPts val="0"/>
                        </a:spcAft>
                      </a:pPr>
                      <a:r>
                        <a:rPr lang="fr-FR" sz="3200">
                          <a:effectLst/>
                        </a:rPr>
                        <a:t>Pdfbox</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1.8.4</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 </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1039">
                <a:tc>
                  <a:txBody>
                    <a:bodyPr/>
                    <a:lstStyle/>
                    <a:p>
                      <a:pPr algn="just">
                        <a:lnSpc>
                          <a:spcPct val="150000"/>
                        </a:lnSpc>
                        <a:spcAft>
                          <a:spcPts val="0"/>
                        </a:spcAft>
                      </a:pPr>
                      <a:r>
                        <a:rPr lang="fr-FR" sz="3200">
                          <a:effectLst/>
                        </a:rPr>
                        <a:t>Jenkins</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1.642.3</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Outil d’intégration continue</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1039">
                <a:tc>
                  <a:txBody>
                    <a:bodyPr/>
                    <a:lstStyle/>
                    <a:p>
                      <a:pPr algn="just">
                        <a:lnSpc>
                          <a:spcPct val="150000"/>
                        </a:lnSpc>
                        <a:spcAft>
                          <a:spcPts val="0"/>
                        </a:spcAft>
                      </a:pPr>
                      <a:r>
                        <a:rPr lang="fr-FR" sz="3200">
                          <a:effectLst/>
                        </a:rPr>
                        <a:t>Eclipse</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a:effectLst/>
                        </a:rPr>
                        <a:t>Mars 2 (4.5.2)</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IDE</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795626">
                <a:tc>
                  <a:txBody>
                    <a:bodyPr/>
                    <a:lstStyle/>
                    <a:p>
                      <a:pPr algn="just">
                        <a:lnSpc>
                          <a:spcPct val="150000"/>
                        </a:lnSpc>
                        <a:spcAft>
                          <a:spcPts val="0"/>
                        </a:spcAft>
                      </a:pPr>
                      <a:r>
                        <a:rPr lang="fr-FR" sz="3200">
                          <a:effectLst/>
                        </a:rPr>
                        <a:t>Sonar Qube</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5.6.3</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Assurer la qualité du code source</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r h="626841">
                <a:tc>
                  <a:txBody>
                    <a:bodyPr/>
                    <a:lstStyle/>
                    <a:p>
                      <a:pPr algn="just">
                        <a:lnSpc>
                          <a:spcPct val="150000"/>
                        </a:lnSpc>
                        <a:spcAft>
                          <a:spcPts val="0"/>
                        </a:spcAft>
                      </a:pPr>
                      <a:r>
                        <a:rPr lang="fr-FR" sz="3200">
                          <a:effectLst/>
                        </a:rPr>
                        <a:t>SonarLint</a:t>
                      </a:r>
                      <a:endParaRPr lang="fr-FR"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3.1.0</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3200" dirty="0">
                          <a:effectLst/>
                        </a:rPr>
                        <a:t>Plugins Eclipse pour utiliser sonar</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873294385"/>
      </p:ext>
    </p:extLst>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2.3 Objectifs du projet</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685800" lvl="1" indent="-685800" algn="just">
              <a:buClr>
                <a:srgbClr val="0098C7"/>
              </a:buClr>
              <a:buFont typeface="Wingdings" panose="05000000000000000000" pitchFamily="2" charset="2"/>
              <a:buChar char="§"/>
            </a:pPr>
            <a:r>
              <a:rPr lang="fr-FR" sz="4800" dirty="0" smtClean="0">
                <a:solidFill>
                  <a:srgbClr val="828282"/>
                </a:solidFill>
                <a:latin typeface="+mn-lt"/>
                <a:ea typeface="+mn-ea"/>
                <a:cs typeface="+mn-cs"/>
              </a:rPr>
              <a:t> Réaliser une version majeure 2.0</a:t>
            </a:r>
            <a:r>
              <a:rPr lang="fr-FR" sz="4800" dirty="0">
                <a:solidFill>
                  <a:srgbClr val="828282"/>
                </a:solidFill>
                <a:latin typeface="+mn-lt"/>
                <a:ea typeface="+mn-ea"/>
                <a:cs typeface="+mn-cs"/>
              </a:rPr>
              <a:t> </a:t>
            </a:r>
            <a:r>
              <a:rPr lang="fr-FR" sz="4800" dirty="0" smtClean="0">
                <a:solidFill>
                  <a:srgbClr val="828282"/>
                </a:solidFill>
                <a:latin typeface="+mn-lt"/>
                <a:ea typeface="+mn-ea"/>
                <a:cs typeface="+mn-cs"/>
              </a:rPr>
              <a:t>: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1484339" lvl="2" indent="-685800" algn="just">
              <a:buClr>
                <a:srgbClr val="0098C7"/>
              </a:buClr>
              <a:buFont typeface="Wingdings" panose="05000000000000000000" pitchFamily="2" charset="2"/>
              <a:buChar char="§"/>
            </a:pPr>
            <a:r>
              <a:rPr lang="fr-FR" sz="4800" dirty="0" smtClean="0">
                <a:solidFill>
                  <a:srgbClr val="02AFE9"/>
                </a:solidFill>
              </a:rPr>
              <a:t>Optimiser</a:t>
            </a:r>
            <a:r>
              <a:rPr lang="fr-FR" sz="4800" dirty="0" smtClean="0"/>
              <a:t> </a:t>
            </a:r>
            <a:r>
              <a:rPr lang="fr-FR" sz="4800" dirty="0"/>
              <a:t>les temps de </a:t>
            </a:r>
            <a:r>
              <a:rPr lang="fr-FR" sz="4800" dirty="0">
                <a:solidFill>
                  <a:srgbClr val="02AFE9"/>
                </a:solidFill>
              </a:rPr>
              <a:t>traitement des </a:t>
            </a:r>
            <a:r>
              <a:rPr lang="fr-FR" sz="4800" dirty="0" smtClean="0">
                <a:solidFill>
                  <a:srgbClr val="02AFE9"/>
                </a:solidFill>
              </a:rPr>
              <a:t>dossiers </a:t>
            </a:r>
            <a:r>
              <a:rPr lang="fr-FR" sz="4800" dirty="0" smtClean="0"/>
              <a:t>de </a:t>
            </a:r>
            <a:r>
              <a:rPr lang="fr-FR" sz="4800" dirty="0"/>
              <a:t>façon à donner aux ESID les outils nécessaires à l’élaboration de « programmes tir » </a:t>
            </a:r>
            <a:r>
              <a:rPr lang="fr-FR" sz="4800" dirty="0">
                <a:solidFill>
                  <a:srgbClr val="02AFE9"/>
                </a:solidFill>
              </a:rPr>
              <a:t>fiables</a:t>
            </a:r>
            <a:r>
              <a:rPr lang="fr-FR" sz="4800" dirty="0"/>
              <a:t>.</a:t>
            </a:r>
            <a:r>
              <a:rPr lang="fr-FR" sz="4800" dirty="0" smtClean="0">
                <a:solidFill>
                  <a:srgbClr val="828282"/>
                </a:solidFill>
                <a:latin typeface="+mn-lt"/>
                <a:ea typeface="+mn-ea"/>
                <a:cs typeface="+mn-cs"/>
              </a:rPr>
              <a:t> </a:t>
            </a:r>
          </a:p>
          <a:p>
            <a:pPr marL="1484339" lvl="2" indent="-685800" algn="just">
              <a:buClr>
                <a:srgbClr val="0098C7"/>
              </a:buClr>
              <a:buFont typeface="Wingdings" panose="05000000000000000000" pitchFamily="2" charset="2"/>
              <a:buChar char="§"/>
            </a:pPr>
            <a:endParaRPr lang="fr-FR" sz="4800" dirty="0">
              <a:solidFill>
                <a:srgbClr val="828282"/>
              </a:solidFill>
              <a:latin typeface="+mn-lt"/>
              <a:ea typeface="+mn-ea"/>
              <a:cs typeface="+mn-cs"/>
            </a:endParaRPr>
          </a:p>
          <a:p>
            <a:pPr marL="1484339" lvl="2" indent="-685800" algn="just">
              <a:buClr>
                <a:srgbClr val="0098C7"/>
              </a:buClr>
              <a:buFont typeface="Wingdings" panose="05000000000000000000" pitchFamily="2" charset="2"/>
              <a:buChar char="§"/>
            </a:pPr>
            <a:r>
              <a:rPr lang="fr-FR" sz="4800" dirty="0" smtClean="0">
                <a:solidFill>
                  <a:srgbClr val="828282"/>
                </a:solidFill>
                <a:latin typeface="+mn-lt"/>
                <a:ea typeface="+mn-ea"/>
                <a:cs typeface="+mn-cs"/>
              </a:rPr>
              <a:t>Assurer </a:t>
            </a:r>
            <a:r>
              <a:rPr lang="fr-FR" sz="4800" dirty="0" smtClean="0">
                <a:solidFill>
                  <a:srgbClr val="02AFE9"/>
                </a:solidFill>
                <a:latin typeface="+mn-lt"/>
                <a:ea typeface="+mn-ea"/>
                <a:cs typeface="+mn-cs"/>
              </a:rPr>
              <a:t>l’amélioration continue </a:t>
            </a:r>
            <a:r>
              <a:rPr lang="fr-FR" sz="4800" dirty="0" smtClean="0">
                <a:solidFill>
                  <a:srgbClr val="828282"/>
                </a:solidFill>
                <a:latin typeface="+mn-lt"/>
                <a:ea typeface="+mn-ea"/>
                <a:cs typeface="+mn-cs"/>
              </a:rPr>
              <a:t>de l’application SERT</a:t>
            </a:r>
          </a:p>
        </p:txBody>
      </p:sp>
    </p:spTree>
    <p:extLst>
      <p:ext uri="{BB962C8B-B14F-4D97-AF65-F5344CB8AC3E}">
        <p14:creationId xmlns:p14="http://schemas.microsoft.com/office/powerpoint/2010/main" val="3228871247"/>
      </p:ext>
    </p:extLst>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2.3 Objectifs du projet</a:t>
            </a:r>
          </a:p>
        </p:txBody>
      </p:sp>
      <p:pic>
        <p:nvPicPr>
          <p:cNvPr id="7" name="Image 6"/>
          <p:cNvPicPr/>
          <p:nvPr/>
        </p:nvPicPr>
        <p:blipFill>
          <a:blip r:embed="rId2"/>
          <a:stretch>
            <a:fillRect/>
          </a:stretch>
        </p:blipFill>
        <p:spPr>
          <a:xfrm>
            <a:off x="287016" y="1331838"/>
            <a:ext cx="17425936" cy="7776864"/>
          </a:xfrm>
          <a:prstGeom prst="rect">
            <a:avLst/>
          </a:prstGeom>
        </p:spPr>
      </p:pic>
      <p:sp>
        <p:nvSpPr>
          <p:cNvPr id="8" name="Titre 1"/>
          <p:cNvSpPr txBox="1">
            <a:spLocks/>
          </p:cNvSpPr>
          <p:nvPr/>
        </p:nvSpPr>
        <p:spPr>
          <a:xfrm>
            <a:off x="390426" y="1107243"/>
            <a:ext cx="7817470"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ea typeface="+mn-ea"/>
                <a:cs typeface="Segoe" pitchFamily="34" charset="0"/>
              </a:rPr>
              <a:t>Nouveaux cas d’utilisation de SERT</a:t>
            </a:r>
            <a:endParaRPr lang="fr-FR" sz="3200" b="1" dirty="0">
              <a:ea typeface="+mn-ea"/>
              <a:cs typeface="Segoe" pitchFamily="34" charset="0"/>
            </a:endParaRPr>
          </a:p>
        </p:txBody>
      </p:sp>
    </p:spTree>
    <p:extLst>
      <p:ext uri="{BB962C8B-B14F-4D97-AF65-F5344CB8AC3E}">
        <p14:creationId xmlns:p14="http://schemas.microsoft.com/office/powerpoint/2010/main" val="2184856508"/>
      </p:ext>
    </p:extLst>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2.3 Objectifs du projet</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smtClean="0">
                <a:solidFill>
                  <a:srgbClr val="828282"/>
                </a:solidFill>
                <a:latin typeface="+mn-lt"/>
                <a:ea typeface="+mn-ea"/>
                <a:cs typeface="+mn-cs"/>
              </a:rPr>
              <a:t>Amélioration continue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85800" lvl="1" indent="-685800" algn="just">
              <a:buClr>
                <a:srgbClr val="0098C7"/>
              </a:buClr>
              <a:buFont typeface="Wingdings" panose="05000000000000000000" pitchFamily="2" charset="2"/>
              <a:buChar char="§"/>
            </a:pPr>
            <a:r>
              <a:rPr lang="fr-FR" sz="4800" dirty="0">
                <a:solidFill>
                  <a:srgbClr val="828282"/>
                </a:solidFill>
                <a:latin typeface="+mn-lt"/>
                <a:ea typeface="+mn-ea"/>
                <a:cs typeface="+mn-cs"/>
              </a:rPr>
              <a:t>	</a:t>
            </a:r>
            <a:r>
              <a:rPr lang="fr-FR" sz="4800" dirty="0" smtClean="0"/>
              <a:t>Intégrer JavaFX avec Swing : </a:t>
            </a:r>
          </a:p>
          <a:p>
            <a:pPr marL="685800" lvl="1" indent="-685800" algn="just">
              <a:buClr>
                <a:srgbClr val="0098C7"/>
              </a:buClr>
              <a:buFont typeface="Wingdings" panose="05000000000000000000" pitchFamily="2" charset="2"/>
              <a:buChar char="§"/>
            </a:pPr>
            <a:endParaRPr lang="fr-FR" sz="4800" dirty="0" smtClean="0">
              <a:solidFill>
                <a:srgbClr val="828282"/>
              </a:solidFill>
              <a:latin typeface="+mn-lt"/>
              <a:ea typeface="+mn-ea"/>
              <a:cs typeface="+mn-cs"/>
            </a:endParaRPr>
          </a:p>
          <a:p>
            <a:pPr marL="3309559" lvl="4" indent="-685800" algn="just">
              <a:buClr>
                <a:srgbClr val="0098C7"/>
              </a:buClr>
              <a:buFont typeface="Wingdings" panose="05000000000000000000" pitchFamily="2" charset="2"/>
              <a:buChar char="§"/>
            </a:pPr>
            <a:r>
              <a:rPr lang="fr-FR" sz="4400" dirty="0" smtClean="0">
                <a:solidFill>
                  <a:srgbClr val="828282"/>
                </a:solidFill>
                <a:latin typeface="+mn-lt"/>
                <a:ea typeface="+mn-ea"/>
                <a:cs typeface="+mn-cs"/>
              </a:rPr>
              <a:t>La </a:t>
            </a:r>
            <a:r>
              <a:rPr lang="fr-FR" sz="4400" dirty="0" smtClean="0">
                <a:solidFill>
                  <a:srgbClr val="02AFE9"/>
                </a:solidFill>
                <a:latin typeface="+mn-lt"/>
                <a:ea typeface="+mn-ea"/>
                <a:cs typeface="+mn-cs"/>
              </a:rPr>
              <a:t>future version </a:t>
            </a:r>
            <a:r>
              <a:rPr lang="fr-FR" sz="4400" dirty="0" smtClean="0">
                <a:solidFill>
                  <a:srgbClr val="828282"/>
                </a:solidFill>
                <a:latin typeface="+mn-lt"/>
                <a:ea typeface="+mn-ea"/>
                <a:cs typeface="+mn-cs"/>
              </a:rPr>
              <a:t>100 de ArcGIS </a:t>
            </a:r>
            <a:r>
              <a:rPr lang="fr-FR" sz="4400" dirty="0" err="1" smtClean="0">
                <a:solidFill>
                  <a:srgbClr val="828282"/>
                </a:solidFill>
                <a:latin typeface="+mn-lt"/>
                <a:ea typeface="+mn-ea"/>
                <a:cs typeface="+mn-cs"/>
              </a:rPr>
              <a:t>Runtime</a:t>
            </a:r>
            <a:r>
              <a:rPr lang="fr-FR" sz="4400" dirty="0" smtClean="0">
                <a:solidFill>
                  <a:srgbClr val="828282"/>
                </a:solidFill>
                <a:latin typeface="+mn-lt"/>
                <a:ea typeface="+mn-ea"/>
                <a:cs typeface="+mn-cs"/>
              </a:rPr>
              <a:t> sera compatible avec </a:t>
            </a:r>
            <a:r>
              <a:rPr lang="fr-FR" sz="4400" dirty="0" smtClean="0">
                <a:solidFill>
                  <a:srgbClr val="02AFE9"/>
                </a:solidFill>
                <a:latin typeface="+mn-lt"/>
                <a:ea typeface="+mn-ea"/>
                <a:cs typeface="+mn-cs"/>
              </a:rPr>
              <a:t>JavaFX</a:t>
            </a:r>
            <a:r>
              <a:rPr lang="fr-FR" sz="4400" dirty="0" smtClean="0">
                <a:solidFill>
                  <a:srgbClr val="828282"/>
                </a:solidFill>
                <a:latin typeface="+mn-lt"/>
                <a:ea typeface="+mn-ea"/>
                <a:cs typeface="+mn-cs"/>
              </a:rPr>
              <a:t>.</a:t>
            </a:r>
          </a:p>
          <a:p>
            <a:pPr marL="3195259" lvl="4" indent="-571500" algn="just">
              <a:buClr>
                <a:srgbClr val="0098C7"/>
              </a:buClr>
              <a:buFont typeface="Wingdings" panose="05000000000000000000" pitchFamily="2" charset="2"/>
              <a:buChar char="§"/>
            </a:pPr>
            <a:endParaRPr lang="fr-FR" sz="4400" dirty="0" smtClean="0">
              <a:solidFill>
                <a:srgbClr val="828282"/>
              </a:solidFill>
              <a:latin typeface="+mn-lt"/>
              <a:ea typeface="+mn-ea"/>
              <a:cs typeface="+mn-cs"/>
            </a:endParaRPr>
          </a:p>
          <a:p>
            <a:pPr marL="3309559" lvl="4" indent="-685800" algn="just">
              <a:buClr>
                <a:srgbClr val="0098C7"/>
              </a:buClr>
              <a:buFont typeface="Wingdings" panose="05000000000000000000" pitchFamily="2" charset="2"/>
              <a:buChar char="§"/>
            </a:pPr>
            <a:r>
              <a:rPr lang="fr-FR" sz="4400" dirty="0" smtClean="0">
                <a:solidFill>
                  <a:srgbClr val="828282"/>
                </a:solidFill>
                <a:latin typeface="+mn-lt"/>
                <a:ea typeface="+mn-ea"/>
                <a:cs typeface="+mn-cs"/>
              </a:rPr>
              <a:t>La bibliothèque graphique officielle dans Java est JavaFX.</a:t>
            </a:r>
          </a:p>
          <a:p>
            <a:pPr marL="3309559" lvl="4" indent="-685800" algn="just">
              <a:buClr>
                <a:srgbClr val="0098C7"/>
              </a:buClr>
              <a:buFont typeface="Wingdings" panose="05000000000000000000" pitchFamily="2" charset="2"/>
              <a:buChar char="§"/>
            </a:pPr>
            <a:endParaRPr lang="fr-FR" sz="4400" dirty="0">
              <a:solidFill>
                <a:srgbClr val="828282"/>
              </a:solidFill>
              <a:latin typeface="+mn-lt"/>
              <a:ea typeface="+mn-ea"/>
              <a:cs typeface="+mn-cs"/>
            </a:endParaRPr>
          </a:p>
          <a:p>
            <a:pPr marL="3309559" lvl="4" indent="-685800" algn="just">
              <a:buClr>
                <a:srgbClr val="0098C7"/>
              </a:buClr>
              <a:buFont typeface="Wingdings" panose="05000000000000000000" pitchFamily="2" charset="2"/>
              <a:buChar char="§"/>
            </a:pPr>
            <a:r>
              <a:rPr lang="fr-FR" sz="4400" dirty="0" smtClean="0">
                <a:solidFill>
                  <a:srgbClr val="828282"/>
                </a:solidFill>
                <a:latin typeface="+mn-lt"/>
                <a:ea typeface="+mn-ea"/>
                <a:cs typeface="+mn-cs"/>
              </a:rPr>
              <a:t>JavaFX offre quelques avantages par rapport à Swing.</a:t>
            </a:r>
            <a:endParaRPr lang="fr-FR" sz="4400" dirty="0">
              <a:solidFill>
                <a:srgbClr val="828282"/>
              </a:solidFill>
              <a:latin typeface="+mn-lt"/>
              <a:ea typeface="+mn-ea"/>
              <a:cs typeface="+mn-cs"/>
            </a:endParaRPr>
          </a:p>
        </p:txBody>
      </p:sp>
    </p:spTree>
    <p:extLst>
      <p:ext uri="{BB962C8B-B14F-4D97-AF65-F5344CB8AC3E}">
        <p14:creationId xmlns:p14="http://schemas.microsoft.com/office/powerpoint/2010/main" val="2132994415"/>
      </p:ext>
    </p:extLst>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2.4 Missions</a:t>
            </a:r>
          </a:p>
        </p:txBody>
      </p:sp>
      <p:sp>
        <p:nvSpPr>
          <p:cNvPr id="6" name="Espace réservé du contenu 3"/>
          <p:cNvSpPr txBox="1">
            <a:spLocks/>
          </p:cNvSpPr>
          <p:nvPr/>
        </p:nvSpPr>
        <p:spPr>
          <a:xfrm>
            <a:off x="-289048" y="1553457"/>
            <a:ext cx="17857984" cy="7128791"/>
          </a:xfrm>
          <a:prstGeom prst="rect">
            <a:avLst/>
          </a:prstGeom>
        </p:spPr>
        <p:txBody>
          <a:bodyPr vert="horz" lIns="91241" tIns="45640" rIns="91241" bIns="45640" rtlCol="0">
            <a:no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1484339" lvl="2" indent="-685800" algn="just">
              <a:buClr>
                <a:srgbClr val="0098C7"/>
              </a:buClr>
              <a:buFont typeface="Wingdings" panose="05000000000000000000" pitchFamily="2" charset="2"/>
              <a:buChar char="§"/>
            </a:pPr>
            <a:r>
              <a:rPr lang="fr-FR" sz="3600" dirty="0">
                <a:solidFill>
                  <a:srgbClr val="828282"/>
                </a:solidFill>
                <a:latin typeface="+mn-lt"/>
                <a:ea typeface="+mn-ea"/>
                <a:cs typeface="+mn-cs"/>
              </a:rPr>
              <a:t>M</a:t>
            </a:r>
            <a:r>
              <a:rPr lang="fr-FR" sz="3600" dirty="0" smtClean="0">
                <a:solidFill>
                  <a:srgbClr val="828282"/>
                </a:solidFill>
                <a:latin typeface="+mn-lt"/>
                <a:ea typeface="+mn-ea"/>
                <a:cs typeface="+mn-cs"/>
              </a:rPr>
              <a:t>onter </a:t>
            </a:r>
            <a:r>
              <a:rPr lang="fr-FR" sz="3600" dirty="0">
                <a:solidFill>
                  <a:srgbClr val="828282"/>
                </a:solidFill>
                <a:latin typeface="+mn-lt"/>
                <a:ea typeface="+mn-ea"/>
                <a:cs typeface="+mn-cs"/>
              </a:rPr>
              <a:t>en </a:t>
            </a:r>
            <a:r>
              <a:rPr lang="fr-FR" sz="3600" dirty="0" smtClean="0">
                <a:solidFill>
                  <a:srgbClr val="828282"/>
                </a:solidFill>
                <a:latin typeface="+mn-lt"/>
                <a:ea typeface="+mn-ea"/>
                <a:cs typeface="+mn-cs"/>
              </a:rPr>
              <a:t>compétence :</a:t>
            </a:r>
          </a:p>
          <a:p>
            <a:pPr marL="2396949" lvl="3" indent="-685800" algn="just">
              <a:buClr>
                <a:srgbClr val="0098C7"/>
              </a:buClr>
              <a:buFont typeface="Wingdings" panose="05000000000000000000" pitchFamily="2" charset="2"/>
              <a:buChar char="§"/>
            </a:pPr>
            <a:r>
              <a:rPr lang="fr-FR" sz="3600" dirty="0" smtClean="0">
                <a:solidFill>
                  <a:srgbClr val="828282"/>
                </a:solidFill>
                <a:latin typeface="+mn-lt"/>
                <a:ea typeface="+mn-ea"/>
                <a:cs typeface="+mn-cs"/>
              </a:rPr>
              <a:t>sur </a:t>
            </a:r>
            <a:r>
              <a:rPr lang="fr-FR" sz="3600" dirty="0">
                <a:solidFill>
                  <a:srgbClr val="828282"/>
                </a:solidFill>
                <a:latin typeface="+mn-lt"/>
                <a:ea typeface="+mn-ea"/>
                <a:cs typeface="+mn-cs"/>
              </a:rPr>
              <a:t>le </a:t>
            </a:r>
            <a:r>
              <a:rPr lang="fr-FR" sz="3600" dirty="0">
                <a:solidFill>
                  <a:srgbClr val="02AFE9"/>
                </a:solidFill>
                <a:latin typeface="+mn-lt"/>
                <a:ea typeface="+mn-ea"/>
                <a:cs typeface="+mn-cs"/>
              </a:rPr>
              <a:t>Projet SERT</a:t>
            </a:r>
            <a:r>
              <a:rPr lang="fr-FR" sz="3600" dirty="0">
                <a:solidFill>
                  <a:srgbClr val="828282"/>
                </a:solidFill>
                <a:latin typeface="+mn-lt"/>
                <a:ea typeface="+mn-ea"/>
                <a:cs typeface="+mn-cs"/>
              </a:rPr>
              <a:t>. L’objectif était de comprendre SERT sur ses aspects </a:t>
            </a:r>
            <a:r>
              <a:rPr lang="fr-FR" sz="3600" dirty="0">
                <a:solidFill>
                  <a:srgbClr val="02AFE9"/>
                </a:solidFill>
                <a:latin typeface="+mn-lt"/>
                <a:ea typeface="+mn-ea"/>
                <a:cs typeface="+mn-cs"/>
              </a:rPr>
              <a:t>techniques et fonctionnels</a:t>
            </a:r>
            <a:r>
              <a:rPr lang="fr-FR" sz="3600" dirty="0">
                <a:solidFill>
                  <a:srgbClr val="828282"/>
                </a:solidFill>
                <a:latin typeface="+mn-lt"/>
                <a:ea typeface="+mn-ea"/>
                <a:cs typeface="+mn-cs"/>
              </a:rPr>
              <a:t> </a:t>
            </a:r>
            <a:r>
              <a:rPr lang="fr-FR" sz="3600" dirty="0" smtClean="0">
                <a:solidFill>
                  <a:srgbClr val="828282"/>
                </a:solidFill>
                <a:latin typeface="+mn-lt"/>
                <a:ea typeface="+mn-ea"/>
                <a:cs typeface="+mn-cs"/>
              </a:rPr>
              <a:t>;</a:t>
            </a:r>
            <a:endParaRPr lang="fr-FR" sz="3600" dirty="0">
              <a:solidFill>
                <a:srgbClr val="828282"/>
              </a:solidFill>
              <a:latin typeface="+mn-lt"/>
              <a:ea typeface="+mn-ea"/>
              <a:cs typeface="+mn-cs"/>
            </a:endParaRPr>
          </a:p>
          <a:p>
            <a:pPr marL="2396949" lvl="3" indent="-685800" algn="just">
              <a:buClr>
                <a:srgbClr val="0098C7"/>
              </a:buClr>
              <a:buFont typeface="Wingdings" panose="05000000000000000000" pitchFamily="2" charset="2"/>
              <a:buChar char="§"/>
            </a:pPr>
            <a:r>
              <a:rPr lang="fr-FR" sz="3600" dirty="0" smtClean="0">
                <a:solidFill>
                  <a:srgbClr val="828282"/>
                </a:solidFill>
                <a:latin typeface="+mn-lt"/>
                <a:ea typeface="+mn-ea"/>
                <a:cs typeface="+mn-cs"/>
              </a:rPr>
              <a:t>sur </a:t>
            </a:r>
            <a:r>
              <a:rPr lang="fr-FR" sz="3600" dirty="0">
                <a:solidFill>
                  <a:srgbClr val="828282"/>
                </a:solidFill>
                <a:latin typeface="+mn-lt"/>
                <a:ea typeface="+mn-ea"/>
                <a:cs typeface="+mn-cs"/>
              </a:rPr>
              <a:t>Swing et </a:t>
            </a:r>
            <a:r>
              <a:rPr lang="fr-FR" sz="3600" dirty="0" err="1">
                <a:solidFill>
                  <a:srgbClr val="02AFE9"/>
                </a:solidFill>
                <a:latin typeface="+mn-lt"/>
                <a:ea typeface="+mn-ea"/>
                <a:cs typeface="+mn-cs"/>
              </a:rPr>
              <a:t>JavaFX</a:t>
            </a:r>
            <a:r>
              <a:rPr lang="fr-FR" sz="3600" dirty="0">
                <a:solidFill>
                  <a:srgbClr val="828282"/>
                </a:solidFill>
                <a:latin typeface="+mn-lt"/>
                <a:ea typeface="+mn-ea"/>
                <a:cs typeface="+mn-cs"/>
              </a:rPr>
              <a:t>. L’objectif était d’intégrer </a:t>
            </a:r>
            <a:r>
              <a:rPr lang="fr-FR" sz="3600" dirty="0" err="1">
                <a:solidFill>
                  <a:srgbClr val="828282"/>
                </a:solidFill>
                <a:latin typeface="+mn-lt"/>
                <a:ea typeface="+mn-ea"/>
                <a:cs typeface="+mn-cs"/>
              </a:rPr>
              <a:t>JavaFX</a:t>
            </a:r>
            <a:r>
              <a:rPr lang="fr-FR" sz="3600" dirty="0">
                <a:solidFill>
                  <a:srgbClr val="828282"/>
                </a:solidFill>
                <a:latin typeface="+mn-lt"/>
                <a:ea typeface="+mn-ea"/>
                <a:cs typeface="+mn-cs"/>
              </a:rPr>
              <a:t> avec Swing pour assurer </a:t>
            </a:r>
            <a:r>
              <a:rPr lang="fr-FR" sz="3600" dirty="0">
                <a:solidFill>
                  <a:srgbClr val="02AFE9"/>
                </a:solidFill>
                <a:latin typeface="+mn-lt"/>
                <a:ea typeface="+mn-ea"/>
                <a:cs typeface="+mn-cs"/>
              </a:rPr>
              <a:t>l’amélioration continue </a:t>
            </a:r>
            <a:r>
              <a:rPr lang="fr-FR" sz="3600" dirty="0">
                <a:solidFill>
                  <a:srgbClr val="828282"/>
                </a:solidFill>
                <a:latin typeface="+mn-lt"/>
                <a:ea typeface="+mn-ea"/>
                <a:cs typeface="+mn-cs"/>
              </a:rPr>
              <a:t>de l’application ;</a:t>
            </a:r>
          </a:p>
          <a:p>
            <a:pPr marL="1484339" lvl="2" indent="-685800" algn="just">
              <a:buClr>
                <a:srgbClr val="0098C7"/>
              </a:buClr>
              <a:buFont typeface="Wingdings" panose="05000000000000000000" pitchFamily="2" charset="2"/>
              <a:buChar char="§"/>
            </a:pPr>
            <a:endParaRPr lang="fr-FR" sz="3600" dirty="0">
              <a:solidFill>
                <a:srgbClr val="828282"/>
              </a:solidFill>
              <a:latin typeface="+mn-lt"/>
              <a:ea typeface="+mn-ea"/>
              <a:cs typeface="+mn-cs"/>
            </a:endParaRPr>
          </a:p>
          <a:p>
            <a:pPr marL="1484339" lvl="2" indent="-685800" algn="just">
              <a:buClr>
                <a:srgbClr val="0098C7"/>
              </a:buClr>
              <a:buFont typeface="Wingdings" panose="05000000000000000000" pitchFamily="2" charset="2"/>
              <a:buChar char="§"/>
            </a:pPr>
            <a:r>
              <a:rPr lang="fr-FR" sz="3600" dirty="0">
                <a:solidFill>
                  <a:srgbClr val="828282"/>
                </a:solidFill>
                <a:latin typeface="+mn-lt"/>
                <a:ea typeface="+mn-ea"/>
                <a:cs typeface="+mn-cs"/>
              </a:rPr>
              <a:t>D</a:t>
            </a:r>
            <a:r>
              <a:rPr lang="fr-FR" sz="3600" dirty="0" smtClean="0">
                <a:solidFill>
                  <a:srgbClr val="828282"/>
                </a:solidFill>
                <a:latin typeface="+mn-lt"/>
                <a:ea typeface="+mn-ea"/>
                <a:cs typeface="+mn-cs"/>
              </a:rPr>
              <a:t>évelopper </a:t>
            </a:r>
            <a:r>
              <a:rPr lang="fr-FR" sz="3600" dirty="0">
                <a:solidFill>
                  <a:srgbClr val="828282"/>
                </a:solidFill>
                <a:latin typeface="+mn-lt"/>
                <a:ea typeface="+mn-ea"/>
                <a:cs typeface="+mn-cs"/>
              </a:rPr>
              <a:t>des </a:t>
            </a:r>
            <a:r>
              <a:rPr lang="fr-FR" sz="3600" dirty="0">
                <a:solidFill>
                  <a:srgbClr val="02AFE9"/>
                </a:solidFill>
                <a:latin typeface="+mn-lt"/>
                <a:ea typeface="+mn-ea"/>
                <a:cs typeface="+mn-cs"/>
              </a:rPr>
              <a:t>évolutions</a:t>
            </a:r>
            <a:r>
              <a:rPr lang="fr-FR" sz="3600" dirty="0">
                <a:solidFill>
                  <a:srgbClr val="828282"/>
                </a:solidFill>
                <a:latin typeface="+mn-lt"/>
                <a:ea typeface="+mn-ea"/>
                <a:cs typeface="+mn-cs"/>
              </a:rPr>
              <a:t> pour la nouvelle version 2.0 de SERT ;</a:t>
            </a:r>
          </a:p>
          <a:p>
            <a:pPr marL="1484339" lvl="2" indent="-685800" algn="just">
              <a:buClr>
                <a:srgbClr val="0098C7"/>
              </a:buClr>
              <a:buFont typeface="Wingdings" panose="05000000000000000000" pitchFamily="2" charset="2"/>
              <a:buChar char="§"/>
            </a:pPr>
            <a:endParaRPr lang="fr-FR" sz="3600" dirty="0">
              <a:solidFill>
                <a:srgbClr val="828282"/>
              </a:solidFill>
              <a:latin typeface="+mn-lt"/>
              <a:ea typeface="+mn-ea"/>
              <a:cs typeface="+mn-cs"/>
            </a:endParaRPr>
          </a:p>
          <a:p>
            <a:pPr marL="1484339" lvl="2" indent="-685800" algn="just">
              <a:buClr>
                <a:srgbClr val="0098C7"/>
              </a:buClr>
              <a:buFont typeface="Wingdings" panose="05000000000000000000" pitchFamily="2" charset="2"/>
              <a:buChar char="§"/>
            </a:pPr>
            <a:r>
              <a:rPr lang="fr-FR" sz="3600" dirty="0">
                <a:solidFill>
                  <a:srgbClr val="828282"/>
                </a:solidFill>
                <a:latin typeface="+mn-lt"/>
                <a:ea typeface="+mn-ea"/>
                <a:cs typeface="+mn-cs"/>
              </a:rPr>
              <a:t>participer aux phases de </a:t>
            </a:r>
            <a:r>
              <a:rPr lang="fr-FR" sz="3600" dirty="0">
                <a:solidFill>
                  <a:srgbClr val="02AFE9"/>
                </a:solidFill>
                <a:latin typeface="+mn-lt"/>
                <a:ea typeface="+mn-ea"/>
                <a:cs typeface="+mn-cs"/>
              </a:rPr>
              <a:t>test</a:t>
            </a:r>
            <a:r>
              <a:rPr lang="fr-FR" sz="3600" dirty="0">
                <a:solidFill>
                  <a:srgbClr val="828282"/>
                </a:solidFill>
                <a:latin typeface="+mn-lt"/>
                <a:ea typeface="+mn-ea"/>
                <a:cs typeface="+mn-cs"/>
              </a:rPr>
              <a:t> du projet ;</a:t>
            </a:r>
          </a:p>
          <a:p>
            <a:pPr marL="1484339" lvl="2" indent="-685800" algn="just">
              <a:buClr>
                <a:srgbClr val="0098C7"/>
              </a:buClr>
              <a:buFont typeface="Wingdings" panose="05000000000000000000" pitchFamily="2" charset="2"/>
              <a:buChar char="§"/>
            </a:pPr>
            <a:endParaRPr lang="fr-FR" sz="3600" dirty="0">
              <a:solidFill>
                <a:srgbClr val="828282"/>
              </a:solidFill>
              <a:latin typeface="+mn-lt"/>
              <a:ea typeface="+mn-ea"/>
              <a:cs typeface="+mn-cs"/>
            </a:endParaRPr>
          </a:p>
          <a:p>
            <a:pPr marL="1484339" lvl="2" indent="-685800" algn="just">
              <a:buClr>
                <a:srgbClr val="0098C7"/>
              </a:buClr>
              <a:buFont typeface="Wingdings" panose="05000000000000000000" pitchFamily="2" charset="2"/>
              <a:buChar char="§"/>
            </a:pPr>
            <a:r>
              <a:rPr lang="fr-FR" sz="3600" dirty="0">
                <a:solidFill>
                  <a:srgbClr val="828282"/>
                </a:solidFill>
                <a:latin typeface="+mn-lt"/>
                <a:ea typeface="+mn-ea"/>
                <a:cs typeface="+mn-cs"/>
              </a:rPr>
              <a:t>participer à la </a:t>
            </a:r>
            <a:r>
              <a:rPr lang="fr-FR" sz="3600" dirty="0">
                <a:solidFill>
                  <a:srgbClr val="02AFE9"/>
                </a:solidFill>
                <a:latin typeface="+mn-lt"/>
                <a:ea typeface="+mn-ea"/>
                <a:cs typeface="+mn-cs"/>
              </a:rPr>
              <a:t>correction</a:t>
            </a:r>
            <a:r>
              <a:rPr lang="fr-FR" sz="3600" dirty="0">
                <a:solidFill>
                  <a:srgbClr val="828282"/>
                </a:solidFill>
                <a:latin typeface="+mn-lt"/>
                <a:ea typeface="+mn-ea"/>
                <a:cs typeface="+mn-cs"/>
              </a:rPr>
              <a:t> des anomalies recensées dans les tests.</a:t>
            </a:r>
          </a:p>
        </p:txBody>
      </p:sp>
    </p:spTree>
    <p:extLst>
      <p:ext uri="{BB962C8B-B14F-4D97-AF65-F5344CB8AC3E}">
        <p14:creationId xmlns:p14="http://schemas.microsoft.com/office/powerpoint/2010/main" val="3143784974"/>
      </p:ext>
    </p:extLst>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5448300" y="3996134"/>
            <a:ext cx="12839700" cy="2207080"/>
          </a:xfrm>
        </p:spPr>
        <p:txBody>
          <a:bodyPr/>
          <a:lstStyle/>
          <a:p>
            <a:r>
              <a:rPr lang="fr-FR" dirty="0" smtClean="0"/>
              <a:t>3. Réalisation</a:t>
            </a:r>
            <a:endParaRPr lang="fr-FR" dirty="0"/>
          </a:p>
        </p:txBody>
      </p:sp>
    </p:spTree>
    <p:extLst>
      <p:ext uri="{BB962C8B-B14F-4D97-AF65-F5344CB8AC3E}">
        <p14:creationId xmlns:p14="http://schemas.microsoft.com/office/powerpoint/2010/main" val="21903422"/>
      </p:ext>
    </p:extLst>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idx="4294967295"/>
          </p:nvPr>
        </p:nvSpPr>
        <p:spPr>
          <a:xfrm>
            <a:off x="0" y="-446088"/>
            <a:ext cx="16459200" cy="1717676"/>
          </a:xfrm>
        </p:spPr>
        <p:txBody>
          <a:bodyPr/>
          <a:lstStyle/>
          <a:p>
            <a:r>
              <a:rPr lang="fr-FR" dirty="0" smtClean="0"/>
              <a:t>Réalisation</a:t>
            </a:r>
            <a:endParaRPr lang="fr-FR" dirty="0"/>
          </a:p>
        </p:txBody>
      </p:sp>
      <p:sp>
        <p:nvSpPr>
          <p:cNvPr id="3" name="ZoneTexte 2"/>
          <p:cNvSpPr txBox="1"/>
          <p:nvPr/>
        </p:nvSpPr>
        <p:spPr>
          <a:xfrm>
            <a:off x="806542" y="971798"/>
            <a:ext cx="17619240" cy="6186309"/>
          </a:xfrm>
          <a:prstGeom prst="rect">
            <a:avLst/>
          </a:prstGeom>
          <a:noFill/>
        </p:spPr>
        <p:txBody>
          <a:bodyPr wrap="square" rtlCol="0">
            <a:spAutoFit/>
          </a:bodyPr>
          <a:lstStyle/>
          <a:p>
            <a:pPr marL="1655784" lvl="1" indent="-742950"/>
            <a:r>
              <a:rPr lang="fr-FR" dirty="0"/>
              <a:t>3.1 Monter en compétence sur </a:t>
            </a:r>
            <a:r>
              <a:rPr lang="fr-FR" dirty="0" smtClean="0"/>
              <a:t>SERT</a:t>
            </a:r>
          </a:p>
          <a:p>
            <a:pPr marL="1655784" lvl="1" indent="-742950"/>
            <a:endParaRPr lang="fr-FR" dirty="0"/>
          </a:p>
          <a:p>
            <a:pPr marL="1655784" lvl="1" indent="-742950"/>
            <a:r>
              <a:rPr lang="fr-FR" dirty="0"/>
              <a:t>3.2 Intégration de JavaFX avec </a:t>
            </a:r>
            <a:r>
              <a:rPr lang="fr-FR" dirty="0" smtClean="0"/>
              <a:t>Swing</a:t>
            </a:r>
          </a:p>
          <a:p>
            <a:pPr marL="1655784" lvl="1" indent="-742950"/>
            <a:endParaRPr lang="fr-FR" dirty="0"/>
          </a:p>
          <a:p>
            <a:pPr marL="1655784" lvl="1" indent="-742950"/>
            <a:r>
              <a:rPr lang="fr-FR" dirty="0"/>
              <a:t>3.3 Les évolutions </a:t>
            </a:r>
            <a:r>
              <a:rPr lang="fr-FR" dirty="0" smtClean="0"/>
              <a:t>développées</a:t>
            </a:r>
          </a:p>
          <a:p>
            <a:pPr marL="1655784" lvl="1" indent="-742950"/>
            <a:endParaRPr lang="fr-FR" dirty="0"/>
          </a:p>
          <a:p>
            <a:pPr marL="1655784" lvl="1" indent="-742950"/>
            <a:r>
              <a:rPr lang="fr-FR" dirty="0"/>
              <a:t>3.4 Tests et </a:t>
            </a:r>
            <a:r>
              <a:rPr lang="fr-FR" dirty="0" smtClean="0"/>
              <a:t>correctifs</a:t>
            </a:r>
          </a:p>
          <a:p>
            <a:pPr marL="1655784" lvl="1" indent="-742950"/>
            <a:endParaRPr lang="fr-FR" dirty="0"/>
          </a:p>
          <a:p>
            <a:pPr marL="1655784" lvl="1" indent="-742950"/>
            <a:r>
              <a:rPr lang="fr-FR" dirty="0"/>
              <a:t>3.5 Contraintes et </a:t>
            </a:r>
            <a:r>
              <a:rPr lang="fr-FR"/>
              <a:t>problèmes </a:t>
            </a:r>
            <a:r>
              <a:rPr lang="fr-FR" smtClean="0"/>
              <a:t>rencontrés</a:t>
            </a:r>
            <a:endParaRPr lang="fr-FR" dirty="0" smtClean="0"/>
          </a:p>
          <a:p>
            <a:endParaRPr lang="fr-FR" dirty="0" smtClean="0"/>
          </a:p>
          <a:p>
            <a:pPr marL="742950" indent="-742950">
              <a:buAutoNum type="arabicPeriod"/>
            </a:pPr>
            <a:endParaRPr lang="fr-FR" dirty="0"/>
          </a:p>
        </p:txBody>
      </p:sp>
    </p:spTree>
    <p:extLst>
      <p:ext uri="{BB962C8B-B14F-4D97-AF65-F5344CB8AC3E}">
        <p14:creationId xmlns:p14="http://schemas.microsoft.com/office/powerpoint/2010/main" val="1490329745"/>
      </p:ext>
    </p:extLst>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solidFill>
                  <a:srgbClr val="828282"/>
                </a:solidFill>
                <a:latin typeface="+mn-lt"/>
                <a:ea typeface="+mn-ea"/>
                <a:cs typeface="+mn-cs"/>
              </a:rPr>
              <a:t>Monter en compétence sur </a:t>
            </a:r>
            <a:r>
              <a:rPr lang="fr-FR" sz="4800" dirty="0" smtClean="0">
                <a:solidFill>
                  <a:srgbClr val="828282"/>
                </a:solidFill>
                <a:latin typeface="+mn-lt"/>
                <a:ea typeface="+mn-ea"/>
                <a:cs typeface="+mn-cs"/>
              </a:rPr>
              <a:t>SERT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fontScale="92500" lnSpcReduction="10000"/>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27063" lvl="4" indent="-508000" algn="just">
              <a:buClr>
                <a:srgbClr val="0098C7"/>
              </a:buClr>
              <a:buFont typeface="Arial" panose="020B0604020202020204" pitchFamily="34" charset="0"/>
              <a:buChar char="•"/>
            </a:pPr>
            <a:r>
              <a:rPr lang="fr-FR" sz="4400" dirty="0" smtClean="0"/>
              <a:t>Se familiariser </a:t>
            </a:r>
            <a:r>
              <a:rPr lang="fr-FR" sz="4400" dirty="0"/>
              <a:t>avec l’aspect fonctionnel de </a:t>
            </a:r>
            <a:r>
              <a:rPr lang="fr-FR" sz="4400" dirty="0" smtClean="0"/>
              <a:t>l’application :</a:t>
            </a:r>
          </a:p>
          <a:p>
            <a:pPr marL="1603186" lvl="5" indent="-571500" algn="just">
              <a:buClr>
                <a:srgbClr val="0098C7"/>
              </a:buClr>
              <a:buFont typeface="Wingdings" panose="05000000000000000000" pitchFamily="2" charset="2"/>
              <a:buChar char="§"/>
            </a:pPr>
            <a:r>
              <a:rPr lang="fr-FR" dirty="0" smtClean="0">
                <a:solidFill>
                  <a:srgbClr val="828282"/>
                </a:solidFill>
              </a:rPr>
              <a:t>Utilisation des documents sur le projet : manuels d’utilisation, documents de conception, cahier de charge, pages Wiki.</a:t>
            </a:r>
          </a:p>
          <a:p>
            <a:pPr marL="1603186" lvl="5" indent="-571500" algn="just">
              <a:buClr>
                <a:srgbClr val="0098C7"/>
              </a:buClr>
              <a:buFont typeface="Wingdings" panose="05000000000000000000" pitchFamily="2" charset="2"/>
              <a:buChar char="§"/>
            </a:pPr>
            <a:r>
              <a:rPr lang="fr-FR" dirty="0" smtClean="0">
                <a:solidFill>
                  <a:srgbClr val="828282"/>
                </a:solidFill>
              </a:rPr>
              <a:t>Tests sur l’application en environnement de test.</a:t>
            </a:r>
          </a:p>
          <a:p>
            <a:pPr marL="627063" lvl="4" indent="-508000" algn="just">
              <a:buClr>
                <a:srgbClr val="0098C7"/>
              </a:buClr>
              <a:buNone/>
            </a:pPr>
            <a:endParaRPr lang="fr-FR" sz="4400" dirty="0" smtClean="0">
              <a:solidFill>
                <a:srgbClr val="828282"/>
              </a:solidFill>
              <a:latin typeface="+mn-lt"/>
              <a:ea typeface="+mn-ea"/>
              <a:cs typeface="+mn-cs"/>
            </a:endParaRPr>
          </a:p>
          <a:p>
            <a:pPr marL="627063" lvl="4" indent="-508000" algn="just">
              <a:buClr>
                <a:srgbClr val="0098C7"/>
              </a:buClr>
              <a:buFont typeface="Arial" panose="020B0604020202020204" pitchFamily="34" charset="0"/>
              <a:buChar char="•"/>
            </a:pPr>
            <a:r>
              <a:rPr lang="fr-FR" sz="4400" dirty="0" smtClean="0">
                <a:solidFill>
                  <a:srgbClr val="828282"/>
                </a:solidFill>
                <a:latin typeface="+mn-lt"/>
                <a:ea typeface="+mn-ea"/>
                <a:cs typeface="+mn-cs"/>
              </a:rPr>
              <a:t>Mise en place de l’environnement de développement.</a:t>
            </a:r>
          </a:p>
          <a:p>
            <a:pPr marL="1603186" lvl="5" indent="-571500" algn="just">
              <a:buClr>
                <a:srgbClr val="0098C7"/>
              </a:buClr>
              <a:buFont typeface="Wingdings" panose="05000000000000000000" pitchFamily="2" charset="2"/>
              <a:buChar char="§"/>
            </a:pPr>
            <a:r>
              <a:rPr lang="fr-FR" dirty="0" smtClean="0">
                <a:solidFill>
                  <a:srgbClr val="828282"/>
                </a:solidFill>
              </a:rPr>
              <a:t>Guide sur une page Wiki,</a:t>
            </a:r>
          </a:p>
          <a:p>
            <a:pPr marL="1603186" lvl="5" indent="-571500" algn="just">
              <a:buClr>
                <a:srgbClr val="0098C7"/>
              </a:buClr>
              <a:buFont typeface="Wingdings" panose="05000000000000000000" pitchFamily="2" charset="2"/>
              <a:buChar char="§"/>
            </a:pPr>
            <a:r>
              <a:rPr lang="fr-FR" dirty="0" smtClean="0">
                <a:solidFill>
                  <a:srgbClr val="828282"/>
                </a:solidFill>
              </a:rPr>
              <a:t>Outils mis en œuvre : Eclipse, Jenkins, Sonar cube, SVN, ArcGIS </a:t>
            </a:r>
            <a:r>
              <a:rPr lang="fr-FR" dirty="0" err="1" smtClean="0">
                <a:solidFill>
                  <a:srgbClr val="828282"/>
                </a:solidFill>
              </a:rPr>
              <a:t>runtime</a:t>
            </a:r>
            <a:r>
              <a:rPr lang="fr-FR" dirty="0" smtClean="0">
                <a:solidFill>
                  <a:srgbClr val="828282"/>
                </a:solidFill>
              </a:rPr>
              <a:t>, </a:t>
            </a:r>
            <a:r>
              <a:rPr lang="fr-FR" dirty="0" err="1" smtClean="0">
                <a:solidFill>
                  <a:srgbClr val="828282"/>
                </a:solidFill>
              </a:rPr>
              <a:t>tomcat</a:t>
            </a:r>
            <a:r>
              <a:rPr lang="fr-FR" dirty="0" smtClean="0">
                <a:solidFill>
                  <a:srgbClr val="828282"/>
                </a:solidFill>
              </a:rPr>
              <a:t>, </a:t>
            </a:r>
            <a:r>
              <a:rPr lang="fr-FR" dirty="0" err="1" smtClean="0">
                <a:solidFill>
                  <a:srgbClr val="828282"/>
                </a:solidFill>
              </a:rPr>
              <a:t>Maven</a:t>
            </a:r>
            <a:r>
              <a:rPr lang="fr-FR" dirty="0" smtClean="0">
                <a:solidFill>
                  <a:srgbClr val="828282"/>
                </a:solidFill>
              </a:rPr>
              <a:t>, </a:t>
            </a:r>
            <a:r>
              <a:rPr lang="fr-FR" dirty="0" err="1" smtClean="0">
                <a:solidFill>
                  <a:srgbClr val="828282"/>
                </a:solidFill>
              </a:rPr>
              <a:t>ect</a:t>
            </a:r>
            <a:r>
              <a:rPr lang="fr-FR" dirty="0" smtClean="0">
                <a:solidFill>
                  <a:srgbClr val="828282"/>
                </a:solidFill>
              </a:rPr>
              <a:t>…</a:t>
            </a:r>
            <a:endParaRPr lang="fr-FR" dirty="0">
              <a:solidFill>
                <a:srgbClr val="828282"/>
              </a:solidFill>
            </a:endParaRPr>
          </a:p>
          <a:p>
            <a:pPr marL="627063" lvl="4" indent="-508000" algn="just">
              <a:buClr>
                <a:srgbClr val="0098C7"/>
              </a:buClr>
              <a:buFont typeface="Arial" panose="020B0604020202020204" pitchFamily="34" charset="0"/>
              <a:buChar char="•"/>
            </a:pPr>
            <a:endParaRPr lang="fr-FR" sz="4400" dirty="0">
              <a:solidFill>
                <a:srgbClr val="828282"/>
              </a:solidFill>
              <a:latin typeface="+mn-lt"/>
              <a:ea typeface="+mn-ea"/>
              <a:cs typeface="+mn-cs"/>
            </a:endParaRPr>
          </a:p>
          <a:p>
            <a:pPr marL="627063" lvl="4" indent="-508000" algn="just">
              <a:buClr>
                <a:srgbClr val="0098C7"/>
              </a:buClr>
              <a:buFont typeface="Arial" panose="020B0604020202020204" pitchFamily="34" charset="0"/>
              <a:buChar char="•"/>
            </a:pPr>
            <a:r>
              <a:rPr lang="fr-FR" sz="4400" dirty="0" smtClean="0">
                <a:solidFill>
                  <a:srgbClr val="828282"/>
                </a:solidFill>
                <a:latin typeface="+mn-lt"/>
                <a:ea typeface="+mn-ea"/>
                <a:cs typeface="+mn-cs"/>
              </a:rPr>
              <a:t>Etude des codes sources du projet.</a:t>
            </a:r>
            <a:endParaRPr lang="fr-FR" sz="4400" dirty="0">
              <a:solidFill>
                <a:srgbClr val="828282"/>
              </a:solidFill>
              <a:latin typeface="+mn-lt"/>
              <a:ea typeface="+mn-ea"/>
              <a:cs typeface="+mn-cs"/>
            </a:endParaRPr>
          </a:p>
        </p:txBody>
      </p:sp>
    </p:spTree>
    <p:extLst>
      <p:ext uri="{BB962C8B-B14F-4D97-AF65-F5344CB8AC3E}">
        <p14:creationId xmlns:p14="http://schemas.microsoft.com/office/powerpoint/2010/main" val="682454323"/>
      </p:ext>
    </p:extLst>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solidFill>
                  <a:srgbClr val="828282"/>
                </a:solidFill>
                <a:latin typeface="+mn-lt"/>
                <a:ea typeface="+mn-ea"/>
                <a:cs typeface="+mn-cs"/>
              </a:rPr>
              <a:t>Intégration de JavaFX avec </a:t>
            </a:r>
            <a:r>
              <a:rPr lang="fr-FR" sz="4800" dirty="0" smtClean="0">
                <a:solidFill>
                  <a:srgbClr val="828282"/>
                </a:solidFill>
                <a:latin typeface="+mn-lt"/>
                <a:ea typeface="+mn-ea"/>
                <a:cs typeface="+mn-cs"/>
              </a:rPr>
              <a:t>Swing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27063" lvl="4" indent="-508000" algn="just">
              <a:buClr>
                <a:srgbClr val="0098C7"/>
              </a:buClr>
              <a:buFont typeface="Arial" panose="020B0604020202020204" pitchFamily="34" charset="0"/>
              <a:buChar char="•"/>
            </a:pPr>
            <a:r>
              <a:rPr lang="fr-FR" sz="4400" dirty="0" smtClean="0"/>
              <a:t>Monter en compétence sur Swing</a:t>
            </a:r>
            <a:r>
              <a:rPr lang="fr-FR" dirty="0" smtClean="0">
                <a:solidFill>
                  <a:srgbClr val="828282"/>
                </a:solidFill>
              </a:rPr>
              <a:t>.</a:t>
            </a:r>
          </a:p>
          <a:p>
            <a:pPr marL="627063" lvl="4" indent="-508000" algn="just">
              <a:buClr>
                <a:srgbClr val="0098C7"/>
              </a:buClr>
              <a:buFont typeface="Arial" panose="020B0604020202020204" pitchFamily="34" charset="0"/>
              <a:buChar char="•"/>
            </a:pPr>
            <a:endParaRPr lang="fr-FR" sz="4400" dirty="0" smtClean="0">
              <a:solidFill>
                <a:srgbClr val="828282"/>
              </a:solidFill>
              <a:latin typeface="+mn-lt"/>
              <a:ea typeface="+mn-ea"/>
              <a:cs typeface="+mn-cs"/>
            </a:endParaRPr>
          </a:p>
          <a:p>
            <a:pPr marL="627063" lvl="4" indent="-508000" algn="just">
              <a:buClr>
                <a:srgbClr val="0098C7"/>
              </a:buClr>
              <a:buFont typeface="Arial" panose="020B0604020202020204" pitchFamily="34" charset="0"/>
              <a:buChar char="•"/>
            </a:pPr>
            <a:r>
              <a:rPr lang="fr-FR" sz="4400" dirty="0" smtClean="0">
                <a:solidFill>
                  <a:srgbClr val="828282"/>
                </a:solidFill>
                <a:latin typeface="+mn-lt"/>
                <a:ea typeface="+mn-ea"/>
                <a:cs typeface="+mn-cs"/>
              </a:rPr>
              <a:t>Monter en compétence sur JavaFX.</a:t>
            </a:r>
          </a:p>
          <a:p>
            <a:pPr marL="627063" lvl="4" indent="-508000" algn="just">
              <a:buClr>
                <a:srgbClr val="0098C7"/>
              </a:buClr>
              <a:buFont typeface="Arial" panose="020B0604020202020204" pitchFamily="34" charset="0"/>
              <a:buChar char="•"/>
            </a:pPr>
            <a:endParaRPr lang="fr-FR" sz="4400" dirty="0">
              <a:solidFill>
                <a:srgbClr val="828282"/>
              </a:solidFill>
              <a:latin typeface="+mn-lt"/>
              <a:ea typeface="+mn-ea"/>
              <a:cs typeface="+mn-cs"/>
            </a:endParaRPr>
          </a:p>
          <a:p>
            <a:pPr marL="627063" lvl="4" indent="-508000" algn="just">
              <a:buClr>
                <a:srgbClr val="0098C7"/>
              </a:buClr>
              <a:buFont typeface="Arial" panose="020B0604020202020204" pitchFamily="34" charset="0"/>
              <a:buChar char="•"/>
            </a:pPr>
            <a:r>
              <a:rPr lang="fr-FR" sz="4400" dirty="0" smtClean="0">
                <a:solidFill>
                  <a:srgbClr val="828282"/>
                </a:solidFill>
                <a:latin typeface="+mn-lt"/>
                <a:ea typeface="+mn-ea"/>
                <a:cs typeface="+mn-cs"/>
              </a:rPr>
              <a:t>Elaboration d’un POC pour </a:t>
            </a:r>
            <a:r>
              <a:rPr lang="fr-FR" sz="4400" dirty="0" err="1" smtClean="0">
                <a:solidFill>
                  <a:srgbClr val="828282"/>
                </a:solidFill>
                <a:latin typeface="+mn-lt"/>
                <a:ea typeface="+mn-ea"/>
                <a:cs typeface="+mn-cs"/>
              </a:rPr>
              <a:t>integrer</a:t>
            </a:r>
            <a:r>
              <a:rPr lang="fr-FR" sz="4400" dirty="0" smtClean="0">
                <a:solidFill>
                  <a:srgbClr val="828282"/>
                </a:solidFill>
                <a:latin typeface="+mn-lt"/>
                <a:ea typeface="+mn-ea"/>
                <a:cs typeface="+mn-cs"/>
              </a:rPr>
              <a:t> JavaFX avec Swing</a:t>
            </a:r>
            <a:endParaRPr lang="fr-FR" sz="4400" dirty="0">
              <a:solidFill>
                <a:srgbClr val="828282"/>
              </a:solidFill>
              <a:latin typeface="+mn-lt"/>
              <a:ea typeface="+mn-ea"/>
              <a:cs typeface="+mn-cs"/>
            </a:endParaRPr>
          </a:p>
        </p:txBody>
      </p:sp>
    </p:spTree>
    <p:extLst>
      <p:ext uri="{BB962C8B-B14F-4D97-AF65-F5344CB8AC3E}">
        <p14:creationId xmlns:p14="http://schemas.microsoft.com/office/powerpoint/2010/main" val="1649579158"/>
      </p:ext>
    </p:extLst>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smtClean="0">
                <a:solidFill>
                  <a:srgbClr val="828282"/>
                </a:solidFill>
                <a:latin typeface="+mn-lt"/>
                <a:ea typeface="+mn-ea"/>
                <a:cs typeface="+mn-cs"/>
              </a:rPr>
              <a:t>Intégration de JavaFX avec Swing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lnSpcReduction="10000"/>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119063" lvl="4" indent="0" algn="just">
              <a:buClr>
                <a:srgbClr val="0098C7"/>
              </a:buClr>
              <a:buNone/>
            </a:pPr>
            <a:r>
              <a:rPr lang="fr-FR" sz="4400" dirty="0" smtClean="0"/>
              <a:t>Swing:</a:t>
            </a:r>
            <a:endParaRPr lang="fr-FR" sz="4400" dirty="0" smtClean="0">
              <a:solidFill>
                <a:srgbClr val="828282"/>
              </a:solidFill>
              <a:latin typeface="+mn-lt"/>
              <a:ea typeface="+mn-ea"/>
              <a:cs typeface="+mn-cs"/>
            </a:endParaRPr>
          </a:p>
          <a:p>
            <a:pPr marL="627063" lvl="4" indent="-508000" algn="just">
              <a:buClr>
                <a:srgbClr val="0098C7"/>
              </a:buClr>
              <a:buFont typeface="Arial" panose="020B0604020202020204" pitchFamily="34" charset="0"/>
              <a:buChar char="•"/>
            </a:pPr>
            <a:r>
              <a:rPr lang="fr-FR" sz="4400" dirty="0" smtClean="0">
                <a:solidFill>
                  <a:srgbClr val="828282"/>
                </a:solidFill>
                <a:latin typeface="+mn-lt"/>
                <a:ea typeface="+mn-ea"/>
                <a:cs typeface="+mn-cs"/>
              </a:rPr>
              <a:t>Thread EDT (</a:t>
            </a:r>
            <a:r>
              <a:rPr lang="fr-FR" sz="4400" dirty="0"/>
              <a:t>"</a:t>
            </a:r>
            <a:r>
              <a:rPr lang="fr-FR" sz="4400" dirty="0" err="1"/>
              <a:t>event</a:t>
            </a:r>
            <a:r>
              <a:rPr lang="fr-FR" sz="4400" dirty="0"/>
              <a:t> dispatching thread" </a:t>
            </a:r>
            <a:r>
              <a:rPr lang="fr-FR" sz="4400" dirty="0" smtClean="0"/>
              <a:t>) </a:t>
            </a:r>
            <a:r>
              <a:rPr lang="fr-FR" sz="4400" dirty="0" smtClean="0">
                <a:solidFill>
                  <a:srgbClr val="828282"/>
                </a:solidFill>
                <a:latin typeface="+mn-lt"/>
                <a:ea typeface="+mn-ea"/>
                <a:cs typeface="+mn-cs"/>
              </a:rPr>
              <a:t>: </a:t>
            </a:r>
          </a:p>
          <a:p>
            <a:pPr marL="1603186" lvl="5" indent="-571500" algn="just">
              <a:buClr>
                <a:srgbClr val="0098C7"/>
              </a:buClr>
              <a:buFont typeface="Wingdings" panose="05000000000000000000" pitchFamily="2" charset="2"/>
              <a:buChar char="§"/>
            </a:pPr>
            <a:r>
              <a:rPr lang="fr-FR" sz="4300" dirty="0" smtClean="0"/>
              <a:t>il </a:t>
            </a:r>
            <a:r>
              <a:rPr lang="fr-FR" sz="4300" dirty="0"/>
              <a:t>répartit les événements reçus vers les composants concernés et se charge d'invoquer les méthodes d'affichage. </a:t>
            </a:r>
            <a:endParaRPr lang="fr-FR" sz="4300" dirty="0" smtClean="0"/>
          </a:p>
          <a:p>
            <a:pPr marL="1603186" lvl="5" indent="-571500" algn="just">
              <a:buClr>
                <a:srgbClr val="0098C7"/>
              </a:buClr>
              <a:buFont typeface="Wingdings" panose="05000000000000000000" pitchFamily="2" charset="2"/>
              <a:buChar char="§"/>
            </a:pPr>
            <a:r>
              <a:rPr lang="fr-FR" sz="4300" dirty="0" smtClean="0"/>
              <a:t>Les composants Swing ne doivent </a:t>
            </a:r>
            <a:r>
              <a:rPr lang="fr-FR" sz="4300" dirty="0"/>
              <a:t>être </a:t>
            </a:r>
            <a:r>
              <a:rPr lang="fr-FR" sz="4300" dirty="0" smtClean="0"/>
              <a:t>manipulés </a:t>
            </a:r>
            <a:r>
              <a:rPr lang="fr-FR" sz="4300" dirty="0"/>
              <a:t>que depuis un seul et unique thread, </a:t>
            </a:r>
            <a:r>
              <a:rPr lang="fr-FR" sz="4300" dirty="0" smtClean="0"/>
              <a:t>l'EDT.</a:t>
            </a:r>
            <a:endParaRPr lang="fr-FR" sz="4300" dirty="0"/>
          </a:p>
          <a:p>
            <a:pPr marL="627063" lvl="4" indent="-508000">
              <a:buClr>
                <a:srgbClr val="0098C7"/>
              </a:buClr>
              <a:buFont typeface="Arial" panose="020B0604020202020204" pitchFamily="34" charset="0"/>
              <a:buChar char="•"/>
            </a:pPr>
            <a:r>
              <a:rPr lang="fr-FR" sz="4400" dirty="0">
                <a:solidFill>
                  <a:srgbClr val="828282"/>
                </a:solidFill>
                <a:latin typeface="+mn-lt"/>
                <a:ea typeface="+mn-ea"/>
                <a:cs typeface="+mn-cs"/>
              </a:rPr>
              <a:t> </a:t>
            </a:r>
            <a:r>
              <a:rPr lang="fr-FR" sz="4400" dirty="0" err="1" smtClean="0">
                <a:solidFill>
                  <a:srgbClr val="828282"/>
                </a:solidFill>
                <a:latin typeface="+mn-lt"/>
                <a:ea typeface="+mn-ea"/>
                <a:cs typeface="+mn-cs"/>
              </a:rPr>
              <a:t>SwingUtilities</a:t>
            </a:r>
            <a:r>
              <a:rPr lang="fr-FR" sz="4400" dirty="0" smtClean="0">
                <a:solidFill>
                  <a:srgbClr val="828282"/>
                </a:solidFill>
                <a:latin typeface="+mn-lt"/>
                <a:ea typeface="+mn-ea"/>
                <a:cs typeface="+mn-cs"/>
              </a:rPr>
              <a:t> </a:t>
            </a:r>
            <a:r>
              <a:rPr lang="fr-FR" sz="4400" dirty="0">
                <a:solidFill>
                  <a:srgbClr val="828282"/>
                </a:solidFill>
                <a:latin typeface="+mn-lt"/>
                <a:ea typeface="+mn-ea"/>
                <a:cs typeface="+mn-cs"/>
              </a:rPr>
              <a:t>: </a:t>
            </a:r>
            <a:r>
              <a:rPr lang="fr-FR" sz="4400" dirty="0" err="1">
                <a:solidFill>
                  <a:srgbClr val="828282"/>
                </a:solidFill>
                <a:latin typeface="+mn-lt"/>
                <a:ea typeface="+mn-ea"/>
                <a:cs typeface="+mn-cs"/>
              </a:rPr>
              <a:t>invokeLater</a:t>
            </a:r>
            <a:r>
              <a:rPr lang="fr-FR" sz="4400" dirty="0">
                <a:solidFill>
                  <a:srgbClr val="828282"/>
                </a:solidFill>
                <a:latin typeface="+mn-lt"/>
                <a:ea typeface="+mn-ea"/>
                <a:cs typeface="+mn-cs"/>
              </a:rPr>
              <a:t>(), </a:t>
            </a:r>
            <a:r>
              <a:rPr lang="fr-FR" sz="4400" dirty="0" err="1">
                <a:solidFill>
                  <a:srgbClr val="828282"/>
                </a:solidFill>
                <a:latin typeface="+mn-lt"/>
                <a:ea typeface="+mn-ea"/>
                <a:cs typeface="+mn-cs"/>
              </a:rPr>
              <a:t>isEventDispatchThread</a:t>
            </a:r>
            <a:r>
              <a:rPr lang="fr-FR" sz="4400" dirty="0">
                <a:solidFill>
                  <a:srgbClr val="828282"/>
                </a:solidFill>
                <a:latin typeface="+mn-lt"/>
                <a:ea typeface="+mn-ea"/>
                <a:cs typeface="+mn-cs"/>
              </a:rPr>
              <a:t>() et </a:t>
            </a:r>
            <a:r>
              <a:rPr lang="fr-FR" sz="4400" dirty="0" err="1" smtClean="0">
                <a:solidFill>
                  <a:srgbClr val="828282"/>
                </a:solidFill>
                <a:latin typeface="+mn-lt"/>
                <a:ea typeface="+mn-ea"/>
                <a:cs typeface="+mn-cs"/>
              </a:rPr>
              <a:t>invokeAndWait</a:t>
            </a:r>
            <a:r>
              <a:rPr lang="fr-FR" sz="4400" dirty="0">
                <a:solidFill>
                  <a:srgbClr val="828282"/>
                </a:solidFill>
                <a:latin typeface="+mn-lt"/>
                <a:ea typeface="+mn-ea"/>
                <a:cs typeface="+mn-cs"/>
              </a:rPr>
              <a:t>().</a:t>
            </a:r>
          </a:p>
          <a:p>
            <a:pPr marL="1603186" lvl="5" indent="-571500" algn="just">
              <a:buClr>
                <a:srgbClr val="0098C7"/>
              </a:buClr>
              <a:buFont typeface="Wingdings" panose="05000000000000000000" pitchFamily="2" charset="2"/>
              <a:buChar char="§"/>
            </a:pPr>
            <a:r>
              <a:rPr lang="fr-FR" sz="4300" dirty="0" smtClean="0">
                <a:solidFill>
                  <a:srgbClr val="828282"/>
                </a:solidFill>
                <a:latin typeface="+mn-lt"/>
                <a:ea typeface="+mn-ea"/>
                <a:cs typeface="+mn-cs"/>
              </a:rPr>
              <a:t>Permet d’</a:t>
            </a:r>
            <a:r>
              <a:rPr lang="fr-FR" sz="4300" dirty="0" err="1" smtClean="0">
                <a:solidFill>
                  <a:srgbClr val="828282"/>
                </a:solidFill>
                <a:latin typeface="+mn-lt"/>
                <a:ea typeface="+mn-ea"/>
                <a:cs typeface="+mn-cs"/>
              </a:rPr>
              <a:t>executer</a:t>
            </a:r>
            <a:r>
              <a:rPr lang="fr-FR" sz="4300" dirty="0" smtClean="0">
                <a:solidFill>
                  <a:srgbClr val="828282"/>
                </a:solidFill>
                <a:latin typeface="+mn-lt"/>
                <a:ea typeface="+mn-ea"/>
                <a:cs typeface="+mn-cs"/>
              </a:rPr>
              <a:t> des instructions dans l’EDT.</a:t>
            </a:r>
          </a:p>
          <a:p>
            <a:pPr marL="1603186" lvl="5" indent="-571500" algn="just">
              <a:buClr>
                <a:srgbClr val="0098C7"/>
              </a:buClr>
              <a:buFont typeface="Wingdings" panose="05000000000000000000" pitchFamily="2" charset="2"/>
              <a:buChar char="§"/>
            </a:pPr>
            <a:r>
              <a:rPr lang="fr-FR" sz="4300" dirty="0" smtClean="0">
                <a:solidFill>
                  <a:srgbClr val="828282"/>
                </a:solidFill>
              </a:rPr>
              <a:t>Pour gérer les instructions et avoir une IHM interactive</a:t>
            </a:r>
            <a:endParaRPr lang="fr-FR" sz="4300" dirty="0">
              <a:solidFill>
                <a:srgbClr val="828282"/>
              </a:solidFill>
              <a:latin typeface="+mn-lt"/>
              <a:ea typeface="+mn-ea"/>
              <a:cs typeface="+mn-cs"/>
            </a:endParaRPr>
          </a:p>
        </p:txBody>
      </p:sp>
    </p:spTree>
    <p:extLst>
      <p:ext uri="{BB962C8B-B14F-4D97-AF65-F5344CB8AC3E}">
        <p14:creationId xmlns:p14="http://schemas.microsoft.com/office/powerpoint/2010/main" val="88206814"/>
      </p:ext>
    </p:extLst>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smtClean="0">
                <a:solidFill>
                  <a:srgbClr val="828282"/>
                </a:solidFill>
                <a:latin typeface="+mn-lt"/>
                <a:ea typeface="+mn-ea"/>
                <a:cs typeface="+mn-cs"/>
              </a:rPr>
              <a:t>Intégration de JavaFX avec Swing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Arial" panose="020B0604020202020204" pitchFamily="34" charset="0"/>
              <a:buChar char="•"/>
            </a:pPr>
            <a:r>
              <a:rPr lang="fr-FR" sz="4400" dirty="0" smtClean="0"/>
              <a:t>JavaFX : </a:t>
            </a:r>
          </a:p>
          <a:p>
            <a:pPr marL="119063" lvl="4" indent="0" algn="just">
              <a:buClr>
                <a:srgbClr val="0098C7"/>
              </a:buClr>
              <a:buNone/>
            </a:pPr>
            <a:endParaRPr lang="fr-FR" sz="4400" dirty="0" smtClean="0"/>
          </a:p>
          <a:p>
            <a:pPr marL="690563" lvl="4" indent="-571500" algn="just">
              <a:buClr>
                <a:srgbClr val="0098C7"/>
              </a:buClr>
              <a:buFont typeface="Arial" panose="020B0604020202020204" pitchFamily="34" charset="0"/>
              <a:buChar char="•"/>
            </a:pPr>
            <a:r>
              <a:rPr lang="fr-FR" sz="4400" dirty="0" smtClean="0"/>
              <a:t>Comme </a:t>
            </a:r>
            <a:r>
              <a:rPr lang="fr-FR" sz="4400" dirty="0"/>
              <a:t>Swing, JavaFX a aussi un thread évènementiel des composants graphiques appelé </a:t>
            </a:r>
            <a:r>
              <a:rPr lang="fr-FR" sz="4400" b="1" dirty="0"/>
              <a:t>JavaFX Application Thread (JAT</a:t>
            </a:r>
            <a:r>
              <a:rPr lang="fr-FR" sz="4400" b="1" dirty="0" smtClean="0"/>
              <a:t>).</a:t>
            </a:r>
          </a:p>
          <a:p>
            <a:pPr marL="119063" lvl="4" indent="0" algn="just">
              <a:buClr>
                <a:srgbClr val="0098C7"/>
              </a:buClr>
              <a:buNone/>
            </a:pPr>
            <a:r>
              <a:rPr lang="fr-FR" sz="4400" b="1" dirty="0" smtClean="0"/>
              <a:t> </a:t>
            </a:r>
          </a:p>
          <a:p>
            <a:pPr marL="690563" lvl="4" indent="-571500" algn="just">
              <a:buClr>
                <a:srgbClr val="0098C7"/>
              </a:buClr>
              <a:buFont typeface="Arial" panose="020B0604020202020204" pitchFamily="34" charset="0"/>
              <a:buChar char="•"/>
            </a:pPr>
            <a:r>
              <a:rPr lang="fr-FR" sz="4400" dirty="0" smtClean="0"/>
              <a:t>Par </a:t>
            </a:r>
            <a:r>
              <a:rPr lang="fr-FR" sz="4400" dirty="0"/>
              <a:t>analogie avec Swing, en JavaFX, seule la méthode </a:t>
            </a:r>
            <a:r>
              <a:rPr lang="fr-FR" sz="4400" b="1" i="1" dirty="0" err="1"/>
              <a:t>Platform.runLater</a:t>
            </a:r>
            <a:r>
              <a:rPr lang="fr-FR" sz="4400" dirty="0"/>
              <a:t> est disponible pour exécuter une méthode dans le JAT.</a:t>
            </a:r>
          </a:p>
          <a:p>
            <a:pPr marL="119063" lvl="4" indent="0" algn="just">
              <a:buClr>
                <a:srgbClr val="0098C7"/>
              </a:buClr>
              <a:buNone/>
            </a:pPr>
            <a:endParaRPr lang="fr-FR" sz="4300" dirty="0">
              <a:solidFill>
                <a:srgbClr val="828282"/>
              </a:solidFill>
              <a:latin typeface="+mn-lt"/>
              <a:ea typeface="+mn-ea"/>
              <a:cs typeface="+mn-cs"/>
            </a:endParaRPr>
          </a:p>
        </p:txBody>
      </p:sp>
    </p:spTree>
    <p:extLst>
      <p:ext uri="{BB962C8B-B14F-4D97-AF65-F5344CB8AC3E}">
        <p14:creationId xmlns:p14="http://schemas.microsoft.com/office/powerpoint/2010/main" val="4097932490"/>
      </p:ext>
    </p:extLst>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smtClean="0">
                <a:solidFill>
                  <a:srgbClr val="828282"/>
                </a:solidFill>
                <a:latin typeface="+mn-lt"/>
                <a:ea typeface="+mn-ea"/>
                <a:cs typeface="+mn-cs"/>
              </a:rPr>
              <a:t>Intégration de JavaFX avec Swing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Arial" panose="020B0604020202020204" pitchFamily="34" charset="0"/>
              <a:buChar char="•"/>
            </a:pPr>
            <a:r>
              <a:rPr lang="fr-FR" sz="4300" dirty="0">
                <a:solidFill>
                  <a:srgbClr val="828282"/>
                </a:solidFill>
                <a:latin typeface="+mn-lt"/>
                <a:ea typeface="+mn-ea"/>
                <a:cs typeface="+mn-cs"/>
              </a:rPr>
              <a:t>Pour ajouter un composant JavaFX dans du Swing, le SDK de JavaFX offre la classe JFXPanel qui se trouve le package </a:t>
            </a:r>
            <a:r>
              <a:rPr lang="fr-FR" sz="4300" dirty="0" err="1">
                <a:solidFill>
                  <a:srgbClr val="828282"/>
                </a:solidFill>
                <a:latin typeface="+mn-lt"/>
                <a:ea typeface="+mn-ea"/>
                <a:cs typeface="+mn-cs"/>
              </a:rPr>
              <a:t>javafx.embed.swing.JFXPanel</a:t>
            </a:r>
            <a:r>
              <a:rPr lang="fr-FR" sz="4300" dirty="0">
                <a:solidFill>
                  <a:srgbClr val="828282"/>
                </a:solidFill>
                <a:latin typeface="+mn-lt"/>
                <a:ea typeface="+mn-ea"/>
                <a:cs typeface="+mn-cs"/>
              </a:rPr>
              <a:t>.</a:t>
            </a:r>
          </a:p>
        </p:txBody>
      </p:sp>
    </p:spTree>
    <p:extLst>
      <p:ext uri="{BB962C8B-B14F-4D97-AF65-F5344CB8AC3E}">
        <p14:creationId xmlns:p14="http://schemas.microsoft.com/office/powerpoint/2010/main" val="1533269227"/>
      </p:ext>
    </p:extLst>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smtClean="0">
                <a:solidFill>
                  <a:srgbClr val="828282"/>
                </a:solidFill>
                <a:latin typeface="+mn-lt"/>
                <a:ea typeface="+mn-ea"/>
                <a:cs typeface="+mn-cs"/>
              </a:rPr>
              <a:t>Intégration de JavaFX avec Swing </a:t>
            </a:r>
          </a:p>
        </p:txBody>
      </p:sp>
      <p:sp>
        <p:nvSpPr>
          <p:cNvPr id="6"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119063" lvl="4" indent="0" algn="just">
              <a:buClr>
                <a:srgbClr val="0098C7"/>
              </a:buClr>
              <a:buNone/>
            </a:pPr>
            <a:endParaRPr lang="fr-FR" sz="4300" dirty="0">
              <a:solidFill>
                <a:srgbClr val="828282"/>
              </a:solidFill>
              <a:latin typeface="+mn-lt"/>
              <a:ea typeface="+mn-ea"/>
              <a:cs typeface="+mn-cs"/>
            </a:endParaRPr>
          </a:p>
        </p:txBody>
      </p:sp>
      <p:pic>
        <p:nvPicPr>
          <p:cNvPr id="7" name="Image 6"/>
          <p:cNvPicPr/>
          <p:nvPr/>
        </p:nvPicPr>
        <p:blipFill>
          <a:blip r:embed="rId2"/>
          <a:stretch>
            <a:fillRect/>
          </a:stretch>
        </p:blipFill>
        <p:spPr>
          <a:xfrm>
            <a:off x="3239344" y="2155587"/>
            <a:ext cx="10297144" cy="4308374"/>
          </a:xfrm>
          <a:prstGeom prst="rect">
            <a:avLst/>
          </a:prstGeom>
        </p:spPr>
      </p:pic>
      <p:pic>
        <p:nvPicPr>
          <p:cNvPr id="2" name="Image 1"/>
          <p:cNvPicPr>
            <a:picLocks noChangeAspect="1"/>
          </p:cNvPicPr>
          <p:nvPr/>
        </p:nvPicPr>
        <p:blipFill>
          <a:blip r:embed="rId3"/>
          <a:stretch>
            <a:fillRect/>
          </a:stretch>
        </p:blipFill>
        <p:spPr>
          <a:xfrm>
            <a:off x="1799184" y="6948462"/>
            <a:ext cx="14287500" cy="1257300"/>
          </a:xfrm>
          <a:prstGeom prst="rect">
            <a:avLst/>
          </a:prstGeom>
        </p:spPr>
      </p:pic>
    </p:spTree>
    <p:extLst>
      <p:ext uri="{BB962C8B-B14F-4D97-AF65-F5344CB8AC3E}">
        <p14:creationId xmlns:p14="http://schemas.microsoft.com/office/powerpoint/2010/main" val="1618745865"/>
      </p:ext>
    </p:extLst>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pic>
        <p:nvPicPr>
          <p:cNvPr id="7" name="Image 6"/>
          <p:cNvPicPr/>
          <p:nvPr/>
        </p:nvPicPr>
        <p:blipFill>
          <a:blip r:embed="rId2"/>
          <a:stretch>
            <a:fillRect/>
          </a:stretch>
        </p:blipFill>
        <p:spPr>
          <a:xfrm>
            <a:off x="215008" y="2267944"/>
            <a:ext cx="17857984" cy="7056782"/>
          </a:xfrm>
          <a:prstGeom prst="rect">
            <a:avLst/>
          </a:prstGeom>
        </p:spPr>
      </p:pic>
      <p:sp>
        <p:nvSpPr>
          <p:cNvPr id="8" name="Titre 1"/>
          <p:cNvSpPr txBox="1">
            <a:spLocks/>
          </p:cNvSpPr>
          <p:nvPr/>
        </p:nvSpPr>
        <p:spPr>
          <a:xfrm>
            <a:off x="8927976" y="375058"/>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Gestion des groupes</a:t>
            </a:r>
            <a:endParaRPr lang="fr-FR" sz="3200" b="1" dirty="0">
              <a:solidFill>
                <a:schemeClr val="accent6">
                  <a:lumMod val="50000"/>
                </a:schemeClr>
              </a:solidFill>
              <a:ea typeface="+mn-ea"/>
              <a:cs typeface="Segoe" pitchFamily="34" charset="0"/>
            </a:endParaRPr>
          </a:p>
        </p:txBody>
      </p:sp>
    </p:spTree>
    <p:extLst>
      <p:ext uri="{BB962C8B-B14F-4D97-AF65-F5344CB8AC3E}">
        <p14:creationId xmlns:p14="http://schemas.microsoft.com/office/powerpoint/2010/main" val="1134658503"/>
      </p:ext>
    </p:extLst>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sp>
        <p:nvSpPr>
          <p:cNvPr id="8" name="Titre 1"/>
          <p:cNvSpPr txBox="1">
            <a:spLocks/>
          </p:cNvSpPr>
          <p:nvPr/>
        </p:nvSpPr>
        <p:spPr>
          <a:xfrm>
            <a:off x="8927976" y="375058"/>
            <a:ext cx="6521326"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Gestion des utilisateurs</a:t>
            </a:r>
            <a:endParaRPr lang="fr-FR" sz="3200" b="1" dirty="0">
              <a:solidFill>
                <a:schemeClr val="accent6">
                  <a:lumMod val="50000"/>
                </a:schemeClr>
              </a:solidFill>
              <a:ea typeface="+mn-ea"/>
              <a:cs typeface="Segoe" pitchFamily="34" charset="0"/>
            </a:endParaRPr>
          </a:p>
        </p:txBody>
      </p:sp>
      <p:pic>
        <p:nvPicPr>
          <p:cNvPr id="9" name="Image 8"/>
          <p:cNvPicPr/>
          <p:nvPr/>
        </p:nvPicPr>
        <p:blipFill>
          <a:blip r:embed="rId2"/>
          <a:stretch>
            <a:fillRect/>
          </a:stretch>
        </p:blipFill>
        <p:spPr>
          <a:xfrm>
            <a:off x="237623" y="2153878"/>
            <a:ext cx="17691353" cy="7098839"/>
          </a:xfrm>
          <a:prstGeom prst="rect">
            <a:avLst/>
          </a:prstGeom>
        </p:spPr>
      </p:pic>
    </p:spTree>
    <p:extLst>
      <p:ext uri="{BB962C8B-B14F-4D97-AF65-F5344CB8AC3E}">
        <p14:creationId xmlns:p14="http://schemas.microsoft.com/office/powerpoint/2010/main" val="2932366379"/>
      </p:ext>
    </p:extLst>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sp>
        <p:nvSpPr>
          <p:cNvPr id="8" name="Titre 1"/>
          <p:cNvSpPr txBox="1">
            <a:spLocks/>
          </p:cNvSpPr>
          <p:nvPr/>
        </p:nvSpPr>
        <p:spPr>
          <a:xfrm>
            <a:off x="6479704" y="375058"/>
            <a:ext cx="8969598"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Tableau de bord « rédacteur de régime »</a:t>
            </a:r>
            <a:endParaRPr lang="fr-FR" sz="3200" b="1" dirty="0">
              <a:solidFill>
                <a:schemeClr val="accent6">
                  <a:lumMod val="50000"/>
                </a:schemeClr>
              </a:solidFill>
              <a:ea typeface="+mn-ea"/>
              <a:cs typeface="Segoe" pitchFamily="34" charset="0"/>
            </a:endParaRPr>
          </a:p>
        </p:txBody>
      </p:sp>
      <p:pic>
        <p:nvPicPr>
          <p:cNvPr id="2" name="Image 1"/>
          <p:cNvPicPr>
            <a:picLocks noChangeAspect="1"/>
          </p:cNvPicPr>
          <p:nvPr/>
        </p:nvPicPr>
        <p:blipFill>
          <a:blip r:embed="rId2"/>
          <a:stretch>
            <a:fillRect/>
          </a:stretch>
        </p:blipFill>
        <p:spPr>
          <a:xfrm>
            <a:off x="215008" y="2061538"/>
            <a:ext cx="17857984" cy="7264131"/>
          </a:xfrm>
          <a:prstGeom prst="rect">
            <a:avLst/>
          </a:prstGeom>
        </p:spPr>
      </p:pic>
    </p:spTree>
    <p:extLst>
      <p:ext uri="{BB962C8B-B14F-4D97-AF65-F5344CB8AC3E}">
        <p14:creationId xmlns:p14="http://schemas.microsoft.com/office/powerpoint/2010/main" val="100734928"/>
      </p:ext>
    </p:extLst>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sp>
        <p:nvSpPr>
          <p:cNvPr id="8" name="Titre 1"/>
          <p:cNvSpPr txBox="1">
            <a:spLocks/>
          </p:cNvSpPr>
          <p:nvPr/>
        </p:nvSpPr>
        <p:spPr>
          <a:xfrm>
            <a:off x="6479704" y="375058"/>
            <a:ext cx="9649072"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Tableau de bord « rédacteur de programme »</a:t>
            </a:r>
            <a:endParaRPr lang="fr-FR" sz="3200" b="1" dirty="0">
              <a:solidFill>
                <a:schemeClr val="accent6">
                  <a:lumMod val="50000"/>
                </a:schemeClr>
              </a:solidFill>
              <a:ea typeface="+mn-ea"/>
              <a:cs typeface="Segoe" pitchFamily="34" charset="0"/>
            </a:endParaRPr>
          </a:p>
        </p:txBody>
      </p:sp>
      <p:pic>
        <p:nvPicPr>
          <p:cNvPr id="9" name="Picture 3"/>
          <p:cNvPicPr/>
          <p:nvPr/>
        </p:nvPicPr>
        <p:blipFill>
          <a:blip r:embed="rId2" cstate="print"/>
          <a:srcRect/>
          <a:stretch>
            <a:fillRect/>
          </a:stretch>
        </p:blipFill>
        <p:spPr bwMode="auto">
          <a:xfrm>
            <a:off x="215008" y="2091146"/>
            <a:ext cx="17857984" cy="7377596"/>
          </a:xfrm>
          <a:prstGeom prst="rect">
            <a:avLst/>
          </a:prstGeom>
          <a:noFill/>
          <a:ln w="9525">
            <a:noFill/>
            <a:miter lim="800000"/>
            <a:headEnd/>
            <a:tailEnd/>
          </a:ln>
        </p:spPr>
      </p:pic>
    </p:spTree>
    <p:extLst>
      <p:ext uri="{BB962C8B-B14F-4D97-AF65-F5344CB8AC3E}">
        <p14:creationId xmlns:p14="http://schemas.microsoft.com/office/powerpoint/2010/main" val="1436684365"/>
      </p:ext>
    </p:extLst>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sp>
        <p:nvSpPr>
          <p:cNvPr id="8" name="Titre 1"/>
          <p:cNvSpPr txBox="1">
            <a:spLocks/>
          </p:cNvSpPr>
          <p:nvPr/>
        </p:nvSpPr>
        <p:spPr>
          <a:xfrm>
            <a:off x="6479704" y="375058"/>
            <a:ext cx="9649072"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Alerte et archivage</a:t>
            </a:r>
            <a:endParaRPr lang="fr-FR" sz="3200" b="1" dirty="0">
              <a:solidFill>
                <a:schemeClr val="accent6">
                  <a:lumMod val="50000"/>
                </a:schemeClr>
              </a:solidFill>
              <a:ea typeface="+mn-ea"/>
              <a:cs typeface="Segoe" pitchFamily="34" charset="0"/>
            </a:endParaRPr>
          </a:p>
        </p:txBody>
      </p:sp>
      <p:pic>
        <p:nvPicPr>
          <p:cNvPr id="7" name="Image 6"/>
          <p:cNvPicPr/>
          <p:nvPr/>
        </p:nvPicPr>
        <p:blipFill>
          <a:blip r:embed="rId2"/>
          <a:stretch>
            <a:fillRect/>
          </a:stretch>
        </p:blipFill>
        <p:spPr>
          <a:xfrm>
            <a:off x="215008" y="2039814"/>
            <a:ext cx="17857984" cy="7428928"/>
          </a:xfrm>
          <a:prstGeom prst="rect">
            <a:avLst/>
          </a:prstGeom>
        </p:spPr>
      </p:pic>
    </p:spTree>
    <p:extLst>
      <p:ext uri="{BB962C8B-B14F-4D97-AF65-F5344CB8AC3E}">
        <p14:creationId xmlns:p14="http://schemas.microsoft.com/office/powerpoint/2010/main" val="3928292257"/>
      </p:ext>
    </p:extLst>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Les évolutions </a:t>
            </a:r>
            <a:r>
              <a:rPr lang="fr-FR" sz="4800" dirty="0" smtClean="0"/>
              <a:t>développées</a:t>
            </a:r>
            <a:r>
              <a:rPr lang="fr-FR" sz="4800" dirty="0" smtClean="0">
                <a:solidFill>
                  <a:srgbClr val="828282"/>
                </a:solidFill>
                <a:latin typeface="+mn-lt"/>
                <a:ea typeface="+mn-ea"/>
                <a:cs typeface="+mn-cs"/>
              </a:rPr>
              <a:t> </a:t>
            </a:r>
          </a:p>
        </p:txBody>
      </p:sp>
      <p:sp>
        <p:nvSpPr>
          <p:cNvPr id="8" name="Titre 1"/>
          <p:cNvSpPr txBox="1">
            <a:spLocks/>
          </p:cNvSpPr>
          <p:nvPr/>
        </p:nvSpPr>
        <p:spPr>
          <a:xfrm>
            <a:off x="6479704" y="375058"/>
            <a:ext cx="5472608" cy="542579"/>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r>
              <a:rPr lang="fr-FR" sz="3200" b="1" dirty="0" smtClean="0">
                <a:solidFill>
                  <a:schemeClr val="accent6">
                    <a:lumMod val="50000"/>
                  </a:schemeClr>
                </a:solidFill>
                <a:ea typeface="+mn-ea"/>
                <a:cs typeface="Segoe" pitchFamily="34" charset="0"/>
              </a:rPr>
              <a:t>Historique des statuts</a:t>
            </a:r>
            <a:endParaRPr lang="fr-FR" sz="3200" b="1" dirty="0">
              <a:solidFill>
                <a:schemeClr val="accent6">
                  <a:lumMod val="50000"/>
                </a:schemeClr>
              </a:solidFill>
              <a:ea typeface="+mn-ea"/>
              <a:cs typeface="Segoe" pitchFamily="34" charset="0"/>
            </a:endParaRPr>
          </a:p>
        </p:txBody>
      </p:sp>
      <p:pic>
        <p:nvPicPr>
          <p:cNvPr id="9" name="Image 8"/>
          <p:cNvPicPr/>
          <p:nvPr/>
        </p:nvPicPr>
        <p:blipFill>
          <a:blip r:embed="rId2"/>
          <a:stretch>
            <a:fillRect/>
          </a:stretch>
        </p:blipFill>
        <p:spPr>
          <a:xfrm>
            <a:off x="431032" y="2311942"/>
            <a:ext cx="7848872" cy="3052344"/>
          </a:xfrm>
          <a:prstGeom prst="rect">
            <a:avLst/>
          </a:prstGeom>
        </p:spPr>
      </p:pic>
    </p:spTree>
    <p:extLst>
      <p:ext uri="{BB962C8B-B14F-4D97-AF65-F5344CB8AC3E}">
        <p14:creationId xmlns:p14="http://schemas.microsoft.com/office/powerpoint/2010/main" val="184378539"/>
      </p:ext>
    </p:extLst>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Tests et </a:t>
            </a:r>
            <a:r>
              <a:rPr lang="fr-FR" sz="4800" dirty="0" smtClean="0"/>
              <a:t>correctifs</a:t>
            </a:r>
            <a:r>
              <a:rPr lang="fr-FR" sz="4800" dirty="0" smtClean="0">
                <a:solidFill>
                  <a:srgbClr val="828282"/>
                </a:solidFill>
                <a:latin typeface="+mn-lt"/>
                <a:ea typeface="+mn-ea"/>
                <a:cs typeface="+mn-cs"/>
              </a:rPr>
              <a:t> </a:t>
            </a:r>
          </a:p>
        </p:txBody>
      </p:sp>
      <p:sp>
        <p:nvSpPr>
          <p:cNvPr id="7"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Wingdings" panose="05000000000000000000" pitchFamily="2" charset="2"/>
              <a:buChar char="Ø"/>
            </a:pPr>
            <a:r>
              <a:rPr lang="fr-FR" sz="4300" dirty="0">
                <a:solidFill>
                  <a:srgbClr val="828282"/>
                </a:solidFill>
                <a:latin typeface="+mn-lt"/>
                <a:ea typeface="+mn-ea"/>
                <a:cs typeface="+mn-cs"/>
              </a:rPr>
              <a:t>Tests </a:t>
            </a:r>
            <a:r>
              <a:rPr lang="fr-FR" sz="4300" dirty="0" smtClean="0">
                <a:solidFill>
                  <a:srgbClr val="828282"/>
                </a:solidFill>
                <a:latin typeface="+mn-lt"/>
                <a:ea typeface="+mn-ea"/>
                <a:cs typeface="+mn-cs"/>
              </a:rPr>
              <a:t>d’intégration : </a:t>
            </a:r>
            <a:endParaRPr lang="fr-FR" sz="4300" dirty="0">
              <a:solidFill>
                <a:srgbClr val="828282"/>
              </a:solidFill>
              <a:latin typeface="+mn-lt"/>
              <a:ea typeface="+mn-ea"/>
              <a:cs typeface="+mn-cs"/>
            </a:endParaRP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Effectués après la phase de développement</a:t>
            </a: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Déploiement sur l’environnement d’intégration</a:t>
            </a: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Création des scénarios de test sur Test </a:t>
            </a:r>
            <a:r>
              <a:rPr lang="fr-FR" sz="4300" dirty="0" err="1" smtClean="0">
                <a:solidFill>
                  <a:srgbClr val="828282"/>
                </a:solidFill>
                <a:latin typeface="+mn-lt"/>
                <a:ea typeface="+mn-ea"/>
                <a:cs typeface="+mn-cs"/>
              </a:rPr>
              <a:t>Lab</a:t>
            </a:r>
            <a:r>
              <a:rPr lang="fr-FR" sz="4300" dirty="0" smtClean="0">
                <a:solidFill>
                  <a:srgbClr val="828282"/>
                </a:solidFill>
                <a:latin typeface="+mn-lt"/>
                <a:ea typeface="+mn-ea"/>
                <a:cs typeface="+mn-cs"/>
              </a:rPr>
              <a:t> de HP ALM (Application </a:t>
            </a:r>
            <a:r>
              <a:rPr lang="fr-FR" sz="4300" dirty="0" err="1" smtClean="0">
                <a:solidFill>
                  <a:srgbClr val="828282"/>
                </a:solidFill>
                <a:latin typeface="+mn-lt"/>
                <a:ea typeface="+mn-ea"/>
                <a:cs typeface="+mn-cs"/>
              </a:rPr>
              <a:t>Lifecycle</a:t>
            </a:r>
            <a:r>
              <a:rPr lang="fr-FR" sz="4300" dirty="0" smtClean="0">
                <a:solidFill>
                  <a:srgbClr val="828282"/>
                </a:solidFill>
                <a:latin typeface="+mn-lt"/>
                <a:ea typeface="+mn-ea"/>
                <a:cs typeface="+mn-cs"/>
              </a:rPr>
              <a:t> Management)</a:t>
            </a: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Réalisation des scénarios (anciens et nouveaux) sur l’</a:t>
            </a:r>
            <a:r>
              <a:rPr lang="fr-FR" sz="4300" dirty="0" err="1" smtClean="0">
                <a:solidFill>
                  <a:srgbClr val="828282"/>
                </a:solidFill>
                <a:latin typeface="+mn-lt"/>
                <a:ea typeface="+mn-ea"/>
                <a:cs typeface="+mn-cs"/>
              </a:rPr>
              <a:t>env</a:t>
            </a:r>
            <a:r>
              <a:rPr lang="fr-FR" sz="4300" dirty="0" smtClean="0">
                <a:solidFill>
                  <a:srgbClr val="828282"/>
                </a:solidFill>
                <a:latin typeface="+mn-lt"/>
                <a:ea typeface="+mn-ea"/>
                <a:cs typeface="+mn-cs"/>
              </a:rPr>
              <a:t> de l’intégration.</a:t>
            </a: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Saisie des anomalies sur </a:t>
            </a:r>
            <a:r>
              <a:rPr lang="fr-FR" sz="4300" dirty="0" err="1" smtClean="0">
                <a:solidFill>
                  <a:srgbClr val="828282"/>
                </a:solidFill>
                <a:latin typeface="+mn-lt"/>
                <a:ea typeface="+mn-ea"/>
                <a:cs typeface="+mn-cs"/>
              </a:rPr>
              <a:t>TeamForge</a:t>
            </a:r>
            <a:endParaRPr lang="fr-FR" sz="4300" dirty="0">
              <a:solidFill>
                <a:srgbClr val="828282"/>
              </a:solidFill>
              <a:latin typeface="+mn-lt"/>
              <a:ea typeface="+mn-ea"/>
              <a:cs typeface="+mn-cs"/>
            </a:endParaRPr>
          </a:p>
        </p:txBody>
      </p:sp>
    </p:spTree>
    <p:extLst>
      <p:ext uri="{BB962C8B-B14F-4D97-AF65-F5344CB8AC3E}">
        <p14:creationId xmlns:p14="http://schemas.microsoft.com/office/powerpoint/2010/main" val="3027868105"/>
      </p:ext>
    </p:extLst>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Tests et </a:t>
            </a:r>
            <a:r>
              <a:rPr lang="fr-FR" sz="4800" dirty="0" smtClean="0"/>
              <a:t>correctifs</a:t>
            </a:r>
            <a:r>
              <a:rPr lang="fr-FR" sz="4800" dirty="0" smtClean="0">
                <a:solidFill>
                  <a:srgbClr val="828282"/>
                </a:solidFill>
                <a:latin typeface="+mn-lt"/>
                <a:ea typeface="+mn-ea"/>
                <a:cs typeface="+mn-cs"/>
              </a:rPr>
              <a:t> </a:t>
            </a:r>
          </a:p>
        </p:txBody>
      </p:sp>
      <p:sp>
        <p:nvSpPr>
          <p:cNvPr id="7"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Wingdings" panose="05000000000000000000" pitchFamily="2" charset="2"/>
              <a:buChar char="Ø"/>
            </a:pPr>
            <a:r>
              <a:rPr lang="fr-FR" sz="4300" dirty="0">
                <a:solidFill>
                  <a:srgbClr val="828282"/>
                </a:solidFill>
                <a:latin typeface="+mn-lt"/>
                <a:ea typeface="+mn-ea"/>
                <a:cs typeface="+mn-cs"/>
              </a:rPr>
              <a:t>Tests de </a:t>
            </a:r>
            <a:r>
              <a:rPr lang="fr-FR" sz="4300" dirty="0" smtClean="0">
                <a:solidFill>
                  <a:srgbClr val="828282"/>
                </a:solidFill>
                <a:latin typeface="+mn-lt"/>
                <a:ea typeface="+mn-ea"/>
                <a:cs typeface="+mn-cs"/>
              </a:rPr>
              <a:t>validation : </a:t>
            </a:r>
            <a:endParaRPr lang="fr-FR" sz="4300" dirty="0">
              <a:solidFill>
                <a:srgbClr val="828282"/>
              </a:solidFill>
              <a:latin typeface="+mn-lt"/>
              <a:ea typeface="+mn-ea"/>
              <a:cs typeface="+mn-cs"/>
            </a:endParaRP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Effectués après la phase d’intégration</a:t>
            </a: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Déploiement sur l’environnement de validation (iso environnement recette du client)</a:t>
            </a: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Réalisation des scénarios de tests (anciens et nouveaux) sur l’environnement de validation.</a:t>
            </a: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Saisie des anomalies sur </a:t>
            </a:r>
            <a:r>
              <a:rPr lang="fr-FR" sz="4300" dirty="0" err="1">
                <a:solidFill>
                  <a:srgbClr val="828282"/>
                </a:solidFill>
                <a:latin typeface="+mn-lt"/>
                <a:ea typeface="+mn-ea"/>
                <a:cs typeface="+mn-cs"/>
              </a:rPr>
              <a:t>TeamForge</a:t>
            </a:r>
            <a:endParaRPr lang="fr-FR" sz="4300" dirty="0">
              <a:solidFill>
                <a:srgbClr val="828282"/>
              </a:solidFill>
              <a:latin typeface="+mn-lt"/>
              <a:ea typeface="+mn-ea"/>
              <a:cs typeface="+mn-cs"/>
            </a:endParaRPr>
          </a:p>
        </p:txBody>
      </p:sp>
    </p:spTree>
    <p:extLst>
      <p:ext uri="{BB962C8B-B14F-4D97-AF65-F5344CB8AC3E}">
        <p14:creationId xmlns:p14="http://schemas.microsoft.com/office/powerpoint/2010/main" val="1125897197"/>
      </p:ext>
    </p:extLst>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215008" y="1259831"/>
            <a:ext cx="17857984" cy="1080120"/>
          </a:xfrm>
        </p:spPr>
        <p:txBody>
          <a:bodyPr>
            <a:normAutofit/>
          </a:bodyPr>
          <a:lstStyle/>
          <a:p>
            <a:pPr marL="0" lvl="1" indent="0" algn="just">
              <a:buClr>
                <a:srgbClr val="0098C7"/>
              </a:buClr>
              <a:buNone/>
            </a:pPr>
            <a:r>
              <a:rPr lang="fr-FR" sz="4800" dirty="0"/>
              <a:t>Tests et </a:t>
            </a:r>
            <a:r>
              <a:rPr lang="fr-FR" sz="4800" dirty="0" smtClean="0"/>
              <a:t>correctifs</a:t>
            </a:r>
            <a:r>
              <a:rPr lang="fr-FR" sz="4800" dirty="0" smtClean="0">
                <a:solidFill>
                  <a:srgbClr val="828282"/>
                </a:solidFill>
                <a:latin typeface="+mn-lt"/>
                <a:ea typeface="+mn-ea"/>
                <a:cs typeface="+mn-cs"/>
              </a:rPr>
              <a:t> </a:t>
            </a:r>
          </a:p>
        </p:txBody>
      </p:sp>
      <p:sp>
        <p:nvSpPr>
          <p:cNvPr id="7"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Wingdings" panose="05000000000000000000" pitchFamily="2" charset="2"/>
              <a:buChar char="Ø"/>
            </a:pPr>
            <a:r>
              <a:rPr lang="fr-FR" sz="4300" dirty="0">
                <a:solidFill>
                  <a:srgbClr val="828282"/>
                </a:solidFill>
                <a:latin typeface="+mn-lt"/>
                <a:ea typeface="+mn-ea"/>
                <a:cs typeface="+mn-cs"/>
              </a:rPr>
              <a:t>Corrections des anomalies après les </a:t>
            </a:r>
            <a:r>
              <a:rPr lang="fr-FR" sz="4300" dirty="0" smtClean="0">
                <a:solidFill>
                  <a:srgbClr val="828282"/>
                </a:solidFill>
                <a:latin typeface="+mn-lt"/>
                <a:ea typeface="+mn-ea"/>
                <a:cs typeface="+mn-cs"/>
              </a:rPr>
              <a:t>tests : </a:t>
            </a:r>
            <a:endParaRPr lang="fr-FR" sz="4300" dirty="0">
              <a:solidFill>
                <a:srgbClr val="828282"/>
              </a:solidFill>
              <a:latin typeface="+mn-lt"/>
              <a:ea typeface="+mn-ea"/>
              <a:cs typeface="+mn-cs"/>
            </a:endParaRP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Les anomalies sont sur </a:t>
            </a:r>
            <a:r>
              <a:rPr lang="fr-FR" sz="4300" dirty="0" err="1">
                <a:solidFill>
                  <a:srgbClr val="828282"/>
                </a:solidFill>
                <a:latin typeface="+mn-lt"/>
                <a:ea typeface="+mn-ea"/>
                <a:cs typeface="+mn-cs"/>
              </a:rPr>
              <a:t>TeamForge</a:t>
            </a:r>
            <a:r>
              <a:rPr lang="fr-FR" sz="4300" dirty="0">
                <a:solidFill>
                  <a:srgbClr val="828282"/>
                </a:solidFill>
                <a:latin typeface="+mn-lt"/>
                <a:ea typeface="+mn-ea"/>
                <a:cs typeface="+mn-cs"/>
              </a:rPr>
              <a:t> et assignées à des correcteurs</a:t>
            </a: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Test de reproduction des anomalies</a:t>
            </a:r>
          </a:p>
          <a:p>
            <a:pPr marL="1603186" lvl="5" indent="-571500" algn="just">
              <a:buClr>
                <a:srgbClr val="0098C7"/>
              </a:buClr>
              <a:buFont typeface="Arial" panose="020B0604020202020204" pitchFamily="34" charset="0"/>
              <a:buChar char="•"/>
            </a:pPr>
            <a:r>
              <a:rPr lang="fr-FR" sz="4300" dirty="0">
                <a:solidFill>
                  <a:srgbClr val="828282"/>
                </a:solidFill>
                <a:latin typeface="+mn-lt"/>
                <a:ea typeface="+mn-ea"/>
                <a:cs typeface="+mn-cs"/>
              </a:rPr>
              <a:t>Suivre le workflow de gestion des anomalies sur </a:t>
            </a:r>
            <a:r>
              <a:rPr lang="fr-FR" sz="4300" dirty="0" err="1">
                <a:solidFill>
                  <a:srgbClr val="828282"/>
                </a:solidFill>
                <a:latin typeface="+mn-lt"/>
                <a:ea typeface="+mn-ea"/>
                <a:cs typeface="+mn-cs"/>
              </a:rPr>
              <a:t>TeamForge</a:t>
            </a:r>
            <a:endParaRPr lang="fr-FR" sz="4300" dirty="0">
              <a:solidFill>
                <a:srgbClr val="828282"/>
              </a:solidFill>
              <a:latin typeface="+mn-lt"/>
              <a:ea typeface="+mn-ea"/>
              <a:cs typeface="+mn-cs"/>
            </a:endParaRPr>
          </a:p>
        </p:txBody>
      </p:sp>
    </p:spTree>
    <p:extLst>
      <p:ext uri="{BB962C8B-B14F-4D97-AF65-F5344CB8AC3E}">
        <p14:creationId xmlns:p14="http://schemas.microsoft.com/office/powerpoint/2010/main" val="3325086286"/>
      </p:ext>
    </p:extLst>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215008" y="1031702"/>
            <a:ext cx="17857984" cy="1008112"/>
          </a:xfrm>
          <a:prstGeom prst="rect">
            <a:avLst/>
          </a:prstGeom>
          <a:solidFill>
            <a:srgbClr val="02AFE9">
              <a:alpha val="40000"/>
            </a:srgbClr>
          </a:solidFill>
        </p:spPr>
        <p:txBody>
          <a:bodyPr vert="horz" lIns="0" tIns="1080108" rIns="792082" bIns="1080108" rtlCol="0" anchor="ctr">
            <a:noAutofit/>
          </a:bodyPr>
          <a:lstStyle>
            <a:lvl1pPr algn="ctr" defTabSz="912604" rtl="0" eaLnBrk="1" latinLnBrk="0" hangingPunct="1">
              <a:spcBef>
                <a:spcPct val="0"/>
              </a:spcBef>
              <a:buNone/>
              <a:defRPr sz="4800" kern="1200" baseline="0">
                <a:solidFill>
                  <a:schemeClr val="bg1"/>
                </a:solidFill>
                <a:latin typeface="+mj-lt"/>
                <a:ea typeface="+mj-ea"/>
                <a:cs typeface="Arial" pitchFamily="34" charset="0"/>
              </a:defRPr>
            </a:lvl1pPr>
          </a:lstStyle>
          <a:p>
            <a:pPr marL="895439" algn="l"/>
            <a:endParaRPr lang="fr-FR" sz="3200" b="1" dirty="0">
              <a:ea typeface="+mn-ea"/>
              <a:cs typeface="Segoe" pitchFamily="34" charset="0"/>
            </a:endParaRPr>
          </a:p>
        </p:txBody>
      </p:sp>
      <p:sp>
        <p:nvSpPr>
          <p:cNvPr id="3" name="Titre 2"/>
          <p:cNvSpPr>
            <a:spLocks noGrp="1"/>
          </p:cNvSpPr>
          <p:nvPr>
            <p:ph type="title"/>
          </p:nvPr>
        </p:nvSpPr>
        <p:spPr>
          <a:xfrm>
            <a:off x="2902" y="-180330"/>
            <a:ext cx="16459200" cy="1716088"/>
          </a:xfrm>
        </p:spPr>
        <p:txBody>
          <a:bodyPr>
            <a:noAutofit/>
          </a:bodyPr>
          <a:lstStyle/>
          <a:p>
            <a:pPr defTabSz="1558521">
              <a:lnSpc>
                <a:spcPct val="85000"/>
              </a:lnSpc>
            </a:pPr>
            <a:r>
              <a:rPr lang="fr-FR" sz="5400" dirty="0" smtClean="0"/>
              <a:t>3 Réalisation</a:t>
            </a:r>
          </a:p>
        </p:txBody>
      </p:sp>
      <p:sp>
        <p:nvSpPr>
          <p:cNvPr id="4" name="Espace réservé du contenu 3"/>
          <p:cNvSpPr>
            <a:spLocks noGrp="1"/>
          </p:cNvSpPr>
          <p:nvPr>
            <p:ph sz="quarter" idx="10"/>
          </p:nvPr>
        </p:nvSpPr>
        <p:spPr>
          <a:xfrm>
            <a:off x="-577080" y="1155476"/>
            <a:ext cx="17857984" cy="1080120"/>
          </a:xfrm>
        </p:spPr>
        <p:txBody>
          <a:bodyPr>
            <a:normAutofit/>
          </a:bodyPr>
          <a:lstStyle/>
          <a:p>
            <a:pPr marL="912834" lvl="1" indent="0">
              <a:buNone/>
            </a:pPr>
            <a:r>
              <a:rPr lang="fr-FR" sz="4800" dirty="0" smtClean="0"/>
              <a:t>Contraintes </a:t>
            </a:r>
            <a:r>
              <a:rPr lang="fr-FR" sz="4800" dirty="0"/>
              <a:t>et problèmes rencontrés</a:t>
            </a:r>
          </a:p>
        </p:txBody>
      </p:sp>
      <p:sp>
        <p:nvSpPr>
          <p:cNvPr id="7" name="Espace réservé du contenu 3"/>
          <p:cNvSpPr txBox="1">
            <a:spLocks/>
          </p:cNvSpPr>
          <p:nvPr/>
        </p:nvSpPr>
        <p:spPr>
          <a:xfrm>
            <a:off x="215008" y="2267942"/>
            <a:ext cx="17857984" cy="7128791"/>
          </a:xfrm>
          <a:prstGeom prst="rect">
            <a:avLst/>
          </a:prstGeom>
        </p:spPr>
        <p:txBody>
          <a:bodyPr vert="horz" lIns="91241" tIns="45640" rIns="91241" bIns="45640" rtlCol="0">
            <a:normAutofit/>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Arial" panose="020B0604020202020204" pitchFamily="34" charset="0"/>
              <a:buChar char="•"/>
            </a:pPr>
            <a:endParaRPr lang="fr-FR" sz="4300" dirty="0">
              <a:solidFill>
                <a:srgbClr val="828282"/>
              </a:solidFill>
              <a:latin typeface="+mn-lt"/>
              <a:ea typeface="+mn-ea"/>
              <a:cs typeface="+mn-cs"/>
            </a:endParaRPr>
          </a:p>
        </p:txBody>
      </p:sp>
      <p:sp>
        <p:nvSpPr>
          <p:cNvPr id="6" name="Espace réservé du contenu 3"/>
          <p:cNvSpPr txBox="1">
            <a:spLocks/>
          </p:cNvSpPr>
          <p:nvPr/>
        </p:nvSpPr>
        <p:spPr>
          <a:xfrm>
            <a:off x="19552" y="2072160"/>
            <a:ext cx="18053440" cy="7324573"/>
          </a:xfrm>
          <a:prstGeom prst="rect">
            <a:avLst/>
          </a:prstGeom>
        </p:spPr>
        <p:txBody>
          <a:bodyPr vert="horz" lIns="91241" tIns="45640" rIns="91241" bIns="45640" rtlCol="0">
            <a:normAutofit lnSpcReduction="10000"/>
          </a:bodyPr>
          <a:lstStyle>
            <a:lvl1pPr marL="684467" indent="-684467"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1pPr>
            <a:lvl2pPr marL="1483005" indent="-570369"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3pPr>
            <a:lvl4pPr marL="319415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4pPr>
            <a:lvl5pPr marL="4106764" indent="-456303" algn="l" defTabSz="912604" rtl="0" eaLnBrk="1" latinLnBrk="0" hangingPunct="1">
              <a:spcBef>
                <a:spcPct val="20000"/>
              </a:spcBef>
              <a:buFont typeface="Arial"/>
              <a:buChar char="»"/>
              <a:defRPr sz="4000" kern="1200">
                <a:solidFill>
                  <a:schemeClr val="tx1">
                    <a:lumMod val="65000"/>
                    <a:lumOff val="35000"/>
                  </a:schemeClr>
                </a:solidFill>
                <a:latin typeface="Segoe UI" charset="0"/>
                <a:ea typeface="Segoe UI" charset="0"/>
                <a:cs typeface="Segoe UI"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690563" lvl="4" indent="-571500" algn="just">
              <a:buClr>
                <a:srgbClr val="0098C7"/>
              </a:buClr>
              <a:buFont typeface="Wingdings" panose="05000000000000000000" pitchFamily="2" charset="2"/>
              <a:buChar char="Ø"/>
            </a:pPr>
            <a:r>
              <a:rPr lang="fr-FR" sz="4400" dirty="0"/>
              <a:t>L</a:t>
            </a:r>
            <a:r>
              <a:rPr lang="fr-FR" sz="4400" dirty="0" smtClean="0"/>
              <a:t>a </a:t>
            </a:r>
            <a:r>
              <a:rPr lang="fr-FR" sz="4400" dirty="0"/>
              <a:t>complexité du projet </a:t>
            </a:r>
            <a:r>
              <a:rPr lang="fr-FR" sz="4400" dirty="0" smtClean="0"/>
              <a:t>SERT</a:t>
            </a:r>
          </a:p>
          <a:p>
            <a:pPr marL="1603186" lvl="5" indent="-571500" algn="just">
              <a:buClr>
                <a:srgbClr val="0098C7"/>
              </a:buClr>
              <a:buFont typeface="Arial" panose="020B0604020202020204" pitchFamily="34" charset="0"/>
              <a:buChar char="•"/>
            </a:pPr>
            <a:r>
              <a:rPr lang="fr-FR" sz="4300" dirty="0" smtClean="0">
                <a:solidFill>
                  <a:srgbClr val="828282"/>
                </a:solidFill>
                <a:latin typeface="+mn-lt"/>
                <a:ea typeface="+mn-ea"/>
                <a:cs typeface="+mn-cs"/>
              </a:rPr>
              <a:t>Architecture complexe</a:t>
            </a:r>
          </a:p>
          <a:p>
            <a:pPr marL="1603186" lvl="5" indent="-571500" algn="just">
              <a:buClr>
                <a:srgbClr val="0098C7"/>
              </a:buClr>
              <a:buFont typeface="Arial" panose="020B0604020202020204" pitchFamily="34" charset="0"/>
              <a:buChar char="•"/>
            </a:pPr>
            <a:r>
              <a:rPr lang="fr-FR" sz="4300" dirty="0" smtClean="0">
                <a:solidFill>
                  <a:srgbClr val="828282"/>
                </a:solidFill>
              </a:rPr>
              <a:t>Nécessite quelques nouvelles notions comme SIG</a:t>
            </a:r>
          </a:p>
          <a:p>
            <a:pPr marL="723900" lvl="5" indent="-571500" algn="just">
              <a:buClr>
                <a:srgbClr val="0098C7"/>
              </a:buClr>
              <a:buFont typeface="Wingdings" panose="05000000000000000000" pitchFamily="2" charset="2"/>
              <a:buChar char="Ø"/>
            </a:pPr>
            <a:r>
              <a:rPr lang="fr-FR" sz="4400" dirty="0" smtClean="0">
                <a:solidFill>
                  <a:schemeClr val="tx1">
                    <a:lumMod val="65000"/>
                    <a:lumOff val="35000"/>
                  </a:schemeClr>
                </a:solidFill>
                <a:latin typeface="Segoe UI" charset="0"/>
                <a:ea typeface="Segoe UI" charset="0"/>
                <a:cs typeface="Segoe UI" charset="0"/>
              </a:rPr>
              <a:t>La </a:t>
            </a:r>
            <a:r>
              <a:rPr lang="fr-FR" sz="4400" dirty="0">
                <a:solidFill>
                  <a:schemeClr val="tx1">
                    <a:lumMod val="65000"/>
                    <a:lumOff val="35000"/>
                  </a:schemeClr>
                </a:solidFill>
                <a:latin typeface="Segoe UI" charset="0"/>
                <a:ea typeface="Segoe UI" charset="0"/>
                <a:cs typeface="Segoe UI" charset="0"/>
              </a:rPr>
              <a:t>bibliothèque graphique JavaFX </a:t>
            </a:r>
            <a:r>
              <a:rPr lang="fr-FR" sz="4400" dirty="0" smtClean="0">
                <a:solidFill>
                  <a:schemeClr val="tx1">
                    <a:lumMod val="65000"/>
                    <a:lumOff val="35000"/>
                  </a:schemeClr>
                </a:solidFill>
                <a:latin typeface="Segoe UI" charset="0"/>
                <a:ea typeface="Segoe UI" charset="0"/>
                <a:cs typeface="Segoe UI" charset="0"/>
              </a:rPr>
              <a:t>n’est pas complète dans la version de JDK utilisé (1.7.0.79).</a:t>
            </a:r>
          </a:p>
          <a:p>
            <a:pPr marL="1636514" lvl="6" indent="-571500">
              <a:buClr>
                <a:srgbClr val="0098C7"/>
              </a:buClr>
              <a:buFont typeface="Arial" panose="020B0604020202020204" pitchFamily="34" charset="0"/>
              <a:buChar char="•"/>
            </a:pPr>
            <a:r>
              <a:rPr lang="fr-FR" sz="4400" dirty="0" smtClean="0">
                <a:solidFill>
                  <a:schemeClr val="tx1">
                    <a:lumMod val="65000"/>
                    <a:lumOff val="35000"/>
                  </a:schemeClr>
                </a:solidFill>
                <a:latin typeface="Segoe UI" charset="0"/>
                <a:ea typeface="Segoe UI" charset="0"/>
                <a:cs typeface="Segoe UI" charset="0"/>
              </a:rPr>
              <a:t>Exemples de composants manquants :  </a:t>
            </a:r>
            <a:r>
              <a:rPr lang="fr-FR" sz="4400" dirty="0" err="1" smtClean="0">
                <a:solidFill>
                  <a:schemeClr val="tx1">
                    <a:lumMod val="65000"/>
                    <a:lumOff val="35000"/>
                  </a:schemeClr>
                </a:solidFill>
                <a:latin typeface="Segoe UI" charset="0"/>
                <a:ea typeface="Segoe UI" charset="0"/>
                <a:cs typeface="Segoe UI" charset="0"/>
              </a:rPr>
              <a:t>Dialog</a:t>
            </a:r>
            <a:r>
              <a:rPr lang="fr-FR" sz="4400" dirty="0" smtClean="0">
                <a:solidFill>
                  <a:schemeClr val="tx1">
                    <a:lumMod val="65000"/>
                    <a:lumOff val="35000"/>
                  </a:schemeClr>
                </a:solidFill>
                <a:latin typeface="Segoe UI" charset="0"/>
                <a:ea typeface="Segoe UI" charset="0"/>
                <a:cs typeface="Segoe UI" charset="0"/>
              </a:rPr>
              <a:t> message, </a:t>
            </a:r>
            <a:r>
              <a:rPr lang="fr-FR" sz="4400" dirty="0" err="1" smtClean="0">
                <a:solidFill>
                  <a:schemeClr val="tx1">
                    <a:lumMod val="65000"/>
                    <a:lumOff val="35000"/>
                  </a:schemeClr>
                </a:solidFill>
                <a:latin typeface="Segoe UI" charset="0"/>
                <a:ea typeface="Segoe UI" charset="0"/>
                <a:cs typeface="Segoe UI" charset="0"/>
              </a:rPr>
              <a:t>DatePicker</a:t>
            </a:r>
            <a:endParaRPr lang="fr-FR" sz="4400" dirty="0" smtClean="0">
              <a:solidFill>
                <a:schemeClr val="tx1">
                  <a:lumMod val="65000"/>
                  <a:lumOff val="35000"/>
                </a:schemeClr>
              </a:solidFill>
              <a:latin typeface="Segoe UI" charset="0"/>
              <a:ea typeface="Segoe UI" charset="0"/>
              <a:cs typeface="Segoe UI" charset="0"/>
            </a:endParaRPr>
          </a:p>
          <a:p>
            <a:pPr marL="1636514" lvl="6" indent="-571500">
              <a:buClr>
                <a:srgbClr val="0098C7"/>
              </a:buClr>
              <a:buFont typeface="Arial" panose="020B0604020202020204" pitchFamily="34" charset="0"/>
              <a:buChar char="•"/>
            </a:pPr>
            <a:r>
              <a:rPr lang="fr-FR" sz="4400" dirty="0" smtClean="0">
                <a:solidFill>
                  <a:schemeClr val="tx1">
                    <a:lumMod val="65000"/>
                    <a:lumOff val="35000"/>
                  </a:schemeClr>
                </a:solidFill>
                <a:latin typeface="Segoe UI" charset="0"/>
                <a:ea typeface="Segoe UI" charset="0"/>
                <a:cs typeface="Segoe UI" charset="0"/>
              </a:rPr>
              <a:t>Création des composants soi-même</a:t>
            </a:r>
          </a:p>
          <a:p>
            <a:pPr marL="723900" lvl="6" indent="-571500">
              <a:buClr>
                <a:srgbClr val="0098C7"/>
              </a:buClr>
              <a:buFont typeface="Wingdings" panose="05000000000000000000" pitchFamily="2" charset="2"/>
              <a:buChar char="Ø"/>
            </a:pPr>
            <a:r>
              <a:rPr lang="fr-FR" sz="4400" dirty="0" smtClean="0">
                <a:solidFill>
                  <a:schemeClr val="tx1">
                    <a:lumMod val="65000"/>
                    <a:lumOff val="35000"/>
                  </a:schemeClr>
                </a:solidFill>
                <a:latin typeface="Segoe UI" charset="0"/>
                <a:ea typeface="Segoe UI" charset="0"/>
                <a:cs typeface="Segoe UI" charset="0"/>
              </a:rPr>
              <a:t>Les anomalies clientes non reproduites sur l’environnement d’intégration</a:t>
            </a:r>
            <a:endParaRPr lang="fr-FR" sz="4400" dirty="0">
              <a:solidFill>
                <a:schemeClr val="tx1">
                  <a:lumMod val="65000"/>
                  <a:lumOff val="35000"/>
                </a:schemeClr>
              </a:solidFill>
              <a:latin typeface="Segoe UI" charset="0"/>
              <a:ea typeface="Segoe UI" charset="0"/>
              <a:cs typeface="Segoe UI" charset="0"/>
            </a:endParaRPr>
          </a:p>
        </p:txBody>
      </p:sp>
    </p:spTree>
    <p:extLst>
      <p:ext uri="{BB962C8B-B14F-4D97-AF65-F5344CB8AC3E}">
        <p14:creationId xmlns:p14="http://schemas.microsoft.com/office/powerpoint/2010/main" val="3693121173"/>
      </p:ext>
    </p:extLst>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4895528" y="3794601"/>
            <a:ext cx="12839700" cy="2207080"/>
          </a:xfrm>
        </p:spPr>
        <p:txBody>
          <a:bodyPr/>
          <a:lstStyle/>
          <a:p>
            <a:r>
              <a:rPr lang="fr-FR" dirty="0" smtClean="0"/>
              <a:t>Conclusion</a:t>
            </a:r>
            <a:endParaRPr lang="fr-FR" dirty="0"/>
          </a:p>
        </p:txBody>
      </p:sp>
    </p:spTree>
    <p:extLst>
      <p:ext uri="{BB962C8B-B14F-4D97-AF65-F5344CB8AC3E}">
        <p14:creationId xmlns:p14="http://schemas.microsoft.com/office/powerpoint/2010/main" val="3925374600"/>
      </p:ext>
    </p:extLst>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2" hidden="1"/>
          <p:cNvGraphicFramePr>
            <a:graphicFrameLocks noChangeAspect="1"/>
          </p:cNvGraphicFramePr>
          <p:nvPr>
            <p:custDataLst>
              <p:tags r:id="rId2"/>
            </p:custDataLst>
          </p:nvPr>
        </p:nvGraphicFramePr>
        <p:xfrm>
          <a:off x="0" y="0"/>
          <a:ext cx="293076" cy="238345"/>
        </p:xfrm>
        <a:graphic>
          <a:graphicData uri="http://schemas.openxmlformats.org/presentationml/2006/ole">
            <mc:AlternateContent xmlns:mc="http://schemas.openxmlformats.org/markup-compatibility/2006">
              <mc:Choice xmlns:v="urn:schemas-microsoft-com:vml" Requires="v">
                <p:oleObj spid="_x0000_s51313" name="think-cell Slide" r:id="rId4" imgW="360" imgH="360" progId="">
                  <p:embed/>
                </p:oleObj>
              </mc:Choice>
              <mc:Fallback>
                <p:oleObj name="think-cell Slide" r:id="rId4" imgW="360" imgH="360" progId="">
                  <p:embed/>
                  <p:pic>
                    <p:nvPicPr>
                      <p:cNvPr id="0"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93076" cy="2383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Espace réservé du contenu 3"/>
          <p:cNvSpPr txBox="1">
            <a:spLocks/>
          </p:cNvSpPr>
          <p:nvPr/>
        </p:nvSpPr>
        <p:spPr>
          <a:xfrm>
            <a:off x="4895528" y="41036"/>
            <a:ext cx="17857984" cy="1080120"/>
          </a:xfrm>
          <a:prstGeom prst="rect">
            <a:avLst/>
          </a:prstGeom>
        </p:spPr>
        <p:txBody>
          <a:bodyPr>
            <a:normAutofit/>
          </a:bodyPr>
          <a:lstStyle>
            <a:lvl1pPr marL="684467" indent="-684467" algn="l" defTabSz="912604" rtl="0" eaLnBrk="1" latinLnBrk="0" hangingPunct="1">
              <a:spcBef>
                <a:spcPct val="20000"/>
              </a:spcBef>
              <a:buFont typeface="Arial"/>
              <a:buChar char="•"/>
              <a:defRPr sz="5600" kern="1200">
                <a:solidFill>
                  <a:schemeClr val="tx1">
                    <a:lumMod val="65000"/>
                    <a:lumOff val="35000"/>
                  </a:schemeClr>
                </a:solidFill>
                <a:latin typeface="Segoe UI" pitchFamily="34" charset="0"/>
                <a:ea typeface="Segoe UI" pitchFamily="34" charset="0"/>
                <a:cs typeface="Segoe UI" pitchFamily="34" charset="0"/>
              </a:defRPr>
            </a:lvl1pPr>
            <a:lvl2pPr marL="1483005" indent="-570369" algn="l" defTabSz="912604" rtl="0" eaLnBrk="1" latinLnBrk="0" hangingPunct="1">
              <a:spcBef>
                <a:spcPct val="20000"/>
              </a:spcBef>
              <a:buFont typeface="Arial"/>
              <a:buChar char="–"/>
              <a:defRPr sz="4800" kern="1200">
                <a:solidFill>
                  <a:schemeClr val="tx1">
                    <a:lumMod val="65000"/>
                    <a:lumOff val="35000"/>
                  </a:schemeClr>
                </a:solidFill>
                <a:latin typeface="Segoe UI" pitchFamily="34" charset="0"/>
                <a:ea typeface="Segoe UI" pitchFamily="34" charset="0"/>
                <a:cs typeface="Segoe UI" pitchFamily="34" charset="0"/>
              </a:defRPr>
            </a:lvl2pPr>
            <a:lvl3pPr marL="2281544" indent="-456303" algn="l" defTabSz="912604" rtl="0" eaLnBrk="1" latinLnBrk="0" hangingPunct="1">
              <a:spcBef>
                <a:spcPct val="20000"/>
              </a:spcBef>
              <a:buFont typeface="Arial"/>
              <a:buChar char="•"/>
              <a:defRPr sz="4000" kern="1200">
                <a:solidFill>
                  <a:schemeClr val="tx1">
                    <a:lumMod val="65000"/>
                    <a:lumOff val="35000"/>
                  </a:schemeClr>
                </a:solidFill>
                <a:latin typeface="Segoe UI" pitchFamily="34" charset="0"/>
                <a:ea typeface="Segoe UI" pitchFamily="34" charset="0"/>
                <a:cs typeface="Segoe UI" pitchFamily="34" charset="0"/>
              </a:defRPr>
            </a:lvl3pPr>
            <a:lvl4pPr marL="3194154" indent="-456303" algn="l" defTabSz="912604" rtl="0" eaLnBrk="1" latinLnBrk="0" hangingPunct="1">
              <a:spcBef>
                <a:spcPct val="20000"/>
              </a:spcBef>
              <a:buFont typeface="Arial"/>
              <a:buChar char="–"/>
              <a:defRPr sz="3600" kern="1200">
                <a:solidFill>
                  <a:schemeClr val="tx1">
                    <a:lumMod val="65000"/>
                    <a:lumOff val="35000"/>
                  </a:schemeClr>
                </a:solidFill>
                <a:latin typeface="Segoe UI" pitchFamily="34" charset="0"/>
                <a:ea typeface="Segoe UI" pitchFamily="34" charset="0"/>
                <a:cs typeface="Segoe UI" pitchFamily="34" charset="0"/>
              </a:defRPr>
            </a:lvl4pPr>
            <a:lvl5pPr marL="4106764" indent="-456303" algn="l" defTabSz="912604" rtl="0" eaLnBrk="1" latinLnBrk="0" hangingPunct="1">
              <a:spcBef>
                <a:spcPct val="20000"/>
              </a:spcBef>
              <a:buFont typeface="Arial"/>
              <a:buChar char="»"/>
              <a:defRPr sz="3600" kern="1200">
                <a:solidFill>
                  <a:schemeClr val="tx1">
                    <a:lumMod val="65000"/>
                    <a:lumOff val="35000"/>
                  </a:schemeClr>
                </a:solidFill>
                <a:latin typeface="Segoe UI" pitchFamily="34" charset="0"/>
                <a:ea typeface="Segoe UI" pitchFamily="34" charset="0"/>
                <a:cs typeface="Segoe UI" pitchFamily="34" charset="0"/>
              </a:defRPr>
            </a:lvl5pPr>
            <a:lvl6pPr marL="5019387" indent="-456303" algn="l" defTabSz="912604" rtl="0" eaLnBrk="1" latinLnBrk="0" hangingPunct="1">
              <a:spcBef>
                <a:spcPct val="20000"/>
              </a:spcBef>
              <a:buFont typeface="Arial"/>
              <a:buChar char="•"/>
              <a:defRPr sz="4000" kern="1200">
                <a:solidFill>
                  <a:schemeClr val="tx1"/>
                </a:solidFill>
                <a:latin typeface="+mn-lt"/>
                <a:ea typeface="+mn-ea"/>
                <a:cs typeface="+mn-cs"/>
              </a:defRPr>
            </a:lvl6pPr>
            <a:lvl7pPr marL="5932001" indent="-456303" algn="l" defTabSz="912604" rtl="0" eaLnBrk="1" latinLnBrk="0" hangingPunct="1">
              <a:spcBef>
                <a:spcPct val="20000"/>
              </a:spcBef>
              <a:buFont typeface="Arial"/>
              <a:buChar char="•"/>
              <a:defRPr sz="4000" kern="1200">
                <a:solidFill>
                  <a:schemeClr val="tx1"/>
                </a:solidFill>
                <a:latin typeface="+mn-lt"/>
                <a:ea typeface="+mn-ea"/>
                <a:cs typeface="+mn-cs"/>
              </a:defRPr>
            </a:lvl7pPr>
            <a:lvl8pPr marL="6844611" indent="-456303" algn="l" defTabSz="912604" rtl="0" eaLnBrk="1" latinLnBrk="0" hangingPunct="1">
              <a:spcBef>
                <a:spcPct val="20000"/>
              </a:spcBef>
              <a:buFont typeface="Arial"/>
              <a:buChar char="•"/>
              <a:defRPr sz="4000" kern="1200">
                <a:solidFill>
                  <a:schemeClr val="tx1"/>
                </a:solidFill>
                <a:latin typeface="+mn-lt"/>
                <a:ea typeface="+mn-ea"/>
                <a:cs typeface="+mn-cs"/>
              </a:defRPr>
            </a:lvl8pPr>
            <a:lvl9pPr marL="7757228" indent="-456303" algn="l" defTabSz="912604" rtl="0" eaLnBrk="1" latinLnBrk="0" hangingPunct="1">
              <a:spcBef>
                <a:spcPct val="20000"/>
              </a:spcBef>
              <a:buFont typeface="Arial"/>
              <a:buChar char="•"/>
              <a:defRPr sz="4000" kern="1200">
                <a:solidFill>
                  <a:schemeClr val="tx1"/>
                </a:solidFill>
                <a:latin typeface="+mn-lt"/>
                <a:ea typeface="+mn-ea"/>
                <a:cs typeface="+mn-cs"/>
              </a:defRPr>
            </a:lvl9pPr>
          </a:lstStyle>
          <a:p>
            <a:pPr marL="912834" lvl="1" indent="0">
              <a:buFont typeface="Arial"/>
              <a:buNone/>
            </a:pPr>
            <a:r>
              <a:rPr lang="fr-FR" dirty="0" smtClean="0"/>
              <a:t>Merci de votre attention</a:t>
            </a:r>
            <a:endParaRPr lang="fr-FR"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O0p5rQUZbU22mWSKdDzEb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pOFNbajSUEaO0T7L3_My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v4KUhlsnkSm9yhyCFYpS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Giir17zYkEOKrQjij7J_d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pLnlxQ53SUCFalwIPRbaUg"/>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apgemini Digital COmmerce">
      <a:dk1>
        <a:srgbClr val="3F3F3F"/>
      </a:dk1>
      <a:lt1>
        <a:srgbClr val="FFFFFF"/>
      </a:lt1>
      <a:dk2>
        <a:srgbClr val="595959"/>
      </a:dk2>
      <a:lt2>
        <a:srgbClr val="EEECE1"/>
      </a:lt2>
      <a:accent1>
        <a:srgbClr val="00B0F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ersonnalisé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44647</TotalTime>
  <Words>1217</Words>
  <Application>Microsoft Office PowerPoint</Application>
  <PresentationFormat>Personnalisé</PresentationFormat>
  <Paragraphs>237</Paragraphs>
  <Slides>38</Slides>
  <Notes>5</Notes>
  <HiddenSlides>0</HiddenSlides>
  <MMClips>0</MMClips>
  <ScaleCrop>false</ScaleCrop>
  <HeadingPairs>
    <vt:vector size="8" baseType="variant">
      <vt:variant>
        <vt:lpstr>Polices utilisées</vt:lpstr>
      </vt:variant>
      <vt:variant>
        <vt:i4>7</vt:i4>
      </vt:variant>
      <vt:variant>
        <vt:lpstr>Thème</vt:lpstr>
      </vt:variant>
      <vt:variant>
        <vt:i4>1</vt:i4>
      </vt:variant>
      <vt:variant>
        <vt:lpstr>Serveurs OLE incorporés</vt:lpstr>
      </vt:variant>
      <vt:variant>
        <vt:i4>1</vt:i4>
      </vt:variant>
      <vt:variant>
        <vt:lpstr>Titres des diapositives</vt:lpstr>
      </vt:variant>
      <vt:variant>
        <vt:i4>38</vt:i4>
      </vt:variant>
    </vt:vector>
  </HeadingPairs>
  <TitlesOfParts>
    <vt:vector size="47" baseType="lpstr">
      <vt:lpstr>Arial</vt:lpstr>
      <vt:lpstr>Calibri</vt:lpstr>
      <vt:lpstr>Segoe</vt:lpstr>
      <vt:lpstr>Segoe UI</vt:lpstr>
      <vt:lpstr>Segoe UI Light</vt:lpstr>
      <vt:lpstr>Times New Roman</vt:lpstr>
      <vt:lpstr>Wingdings</vt:lpstr>
      <vt:lpstr>Office Theme</vt:lpstr>
      <vt:lpstr>think-cell Slide</vt:lpstr>
      <vt:lpstr>Présentation PowerPoint</vt:lpstr>
      <vt:lpstr>Plan</vt:lpstr>
      <vt:lpstr>1. Le groupe Capgemini</vt:lpstr>
      <vt:lpstr>Une entreprise en constante évolution</vt:lpstr>
      <vt:lpstr>Présentation PowerPoint</vt:lpstr>
      <vt:lpstr>Présentation PowerPoint</vt:lpstr>
      <vt:lpstr>Présentation PowerPoint</vt:lpstr>
      <vt:lpstr>2. Mon projet de stage </vt:lpstr>
      <vt:lpstr>Mon projet de stage</vt:lpstr>
      <vt:lpstr>2.1 Le projet SERT</vt:lpstr>
      <vt:lpstr>2.1 Le projet SERT</vt:lpstr>
      <vt:lpstr>2.2 Analyse de l’existant</vt:lpstr>
      <vt:lpstr>2.2 Analyse de l’existant</vt:lpstr>
      <vt:lpstr>2.2 Analyse de l’existant</vt:lpstr>
      <vt:lpstr>2.3 Objectifs du projet</vt:lpstr>
      <vt:lpstr>2.3 Objectifs du projet</vt:lpstr>
      <vt:lpstr>2.3 Objectifs du projet</vt:lpstr>
      <vt:lpstr>2.4 Missions</vt:lpstr>
      <vt:lpstr>3. Réalisation</vt:lpstr>
      <vt:lpstr>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3 Réalisation</vt:lpstr>
      <vt:lpstr>Conclusion</vt:lpstr>
      <vt:lpstr>Présentation PowerPoint</vt:lpstr>
    </vt:vector>
  </TitlesOfParts>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RFP Monoprix</dc:title>
  <dc:subject>Proposition commerciale</dc:subject>
  <dc:creator>Capgemini</dc:creator>
  <cp:lastModifiedBy>RANDRIAMAHARAVOMANANA, Tantely</cp:lastModifiedBy>
  <cp:revision>1319</cp:revision>
  <dcterms:created xsi:type="dcterms:W3CDTF">2012-09-12T14:43:33Z</dcterms:created>
  <dcterms:modified xsi:type="dcterms:W3CDTF">2017-07-05T08:15:49Z</dcterms:modified>
  <cp:contentStatus>V1</cp:contentStatus>
</cp:coreProperties>
</file>